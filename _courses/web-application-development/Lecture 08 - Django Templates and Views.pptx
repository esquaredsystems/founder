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448" r:id="rId5"/>
    <p:sldId id="2462" r:id="rId6"/>
    <p:sldId id="2515" r:id="rId7"/>
    <p:sldId id="2516" r:id="rId8"/>
    <p:sldId id="2517" r:id="rId9"/>
    <p:sldId id="2518" r:id="rId10"/>
    <p:sldId id="2519" r:id="rId11"/>
    <p:sldId id="2521" r:id="rId12"/>
    <p:sldId id="2523" r:id="rId13"/>
    <p:sldId id="2522" r:id="rId14"/>
    <p:sldId id="243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4E53E-BBBE-4BA7-991E-434376AE7195}" v="2" dt="2023-03-18T16:05:47.703"/>
    <p1510:client id="{F7D2E12A-CC47-45F8-B963-B58408823847}" v="1" dt="2023-03-18T12:51:24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1242" autoAdjust="0"/>
  </p:normalViewPr>
  <p:slideViewPr>
    <p:cSldViewPr snapToGrid="0">
      <p:cViewPr varScale="1">
        <p:scale>
          <a:sx n="75" d="100"/>
          <a:sy n="75" d="100"/>
        </p:scale>
        <p:origin x="931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973DB92-2E30-4D3E-AA38-B172040B75C2}"/>
    <pc:docChg chg="undo custSel addSld delSld modSld sldOrd">
      <pc:chgData name="Owais Ahmed" userId="6abc7d4556b3b071" providerId="LiveId" clId="{D973DB92-2E30-4D3E-AA38-B172040B75C2}" dt="2023-03-15T10:55:32.627" v="7077" actId="20577"/>
      <pc:docMkLst>
        <pc:docMk/>
      </pc:docMkLst>
      <pc:sldChg chg="modSp mod">
        <pc:chgData name="Owais Ahmed" userId="6abc7d4556b3b071" providerId="LiveId" clId="{D973DB92-2E30-4D3E-AA38-B172040B75C2}" dt="2023-03-15T10:33:51.942" v="6015" actId="20577"/>
        <pc:sldMkLst>
          <pc:docMk/>
          <pc:sldMk cId="1649098948" sldId="2462"/>
        </pc:sldMkLst>
        <pc:spChg chg="mod">
          <ac:chgData name="Owais Ahmed" userId="6abc7d4556b3b071" providerId="LiveId" clId="{D973DB92-2E30-4D3E-AA38-B172040B75C2}" dt="2023-03-15T10:33:51.942" v="601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D973DB92-2E30-4D3E-AA38-B172040B75C2}" dt="2023-03-15T09:42:40.453" v="2672"/>
        <pc:sldMkLst>
          <pc:docMk/>
          <pc:sldMk cId="2392008630" sldId="2486"/>
        </pc:sldMkLst>
        <pc:spChg chg="mod">
          <ac:chgData name="Owais Ahmed" userId="6abc7d4556b3b071" providerId="LiveId" clId="{D973DB92-2E30-4D3E-AA38-B172040B75C2}" dt="2023-03-15T08:29:43.892" v="1504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7:45:16.429" v="1038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addSp delSp modSp add mod ord modAnim">
        <pc:chgData name="Owais Ahmed" userId="6abc7d4556b3b071" providerId="LiveId" clId="{D973DB92-2E30-4D3E-AA38-B172040B75C2}" dt="2023-03-15T07:21:06.289" v="653"/>
        <pc:sldMkLst>
          <pc:docMk/>
          <pc:sldMk cId="1924801277" sldId="2487"/>
        </pc:sldMkLst>
        <pc:spChg chg="mod">
          <ac:chgData name="Owais Ahmed" userId="6abc7d4556b3b071" providerId="LiveId" clId="{D973DB92-2E30-4D3E-AA38-B172040B75C2}" dt="2023-03-15T07:20:53.812" v="650" actId="20577"/>
          <ac:spMkLst>
            <pc:docMk/>
            <pc:sldMk cId="1924801277" sldId="2487"/>
            <ac:spMk id="3" creationId="{4A1C0383-58FE-E486-295E-B33B8683B938}"/>
          </ac:spMkLst>
        </pc:spChg>
        <pc:picChg chg="add del">
          <ac:chgData name="Owais Ahmed" userId="6abc7d4556b3b071" providerId="LiveId" clId="{D973DB92-2E30-4D3E-AA38-B172040B75C2}" dt="2023-03-15T07:20:01.078" v="615" actId="22"/>
          <ac:picMkLst>
            <pc:docMk/>
            <pc:sldMk cId="1924801277" sldId="2487"/>
            <ac:picMk id="5" creationId="{BA83ABEA-7B82-91C4-BA9B-F0A8F132110E}"/>
          </ac:picMkLst>
        </pc:picChg>
        <pc:picChg chg="add mod">
          <ac:chgData name="Owais Ahmed" userId="6abc7d4556b3b071" providerId="LiveId" clId="{D973DB92-2E30-4D3E-AA38-B172040B75C2}" dt="2023-03-15T07:20:17.671" v="618" actId="1076"/>
          <ac:picMkLst>
            <pc:docMk/>
            <pc:sldMk cId="1924801277" sldId="2487"/>
            <ac:picMk id="7" creationId="{6F4A1CFE-123E-08F2-2F5A-7F109E06DEED}"/>
          </ac:picMkLst>
        </pc:picChg>
      </pc:sldChg>
      <pc:sldChg chg="modSp add mod modAnim modNotesTx">
        <pc:chgData name="Owais Ahmed" userId="6abc7d4556b3b071" providerId="LiveId" clId="{D973DB92-2E30-4D3E-AA38-B172040B75C2}" dt="2023-03-15T09:43:46.676" v="2725" actId="6549"/>
        <pc:sldMkLst>
          <pc:docMk/>
          <pc:sldMk cId="2438268924" sldId="2488"/>
        </pc:sldMkLst>
        <pc:spChg chg="mod">
          <ac:chgData name="Owais Ahmed" userId="6abc7d4556b3b071" providerId="LiveId" clId="{D973DB92-2E30-4D3E-AA38-B172040B75C2}" dt="2023-03-15T08:49:13.869" v="2304" actId="114"/>
          <ac:spMkLst>
            <pc:docMk/>
            <pc:sldMk cId="2438268924" sldId="2488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8:30:19.037" v="1545" actId="20577"/>
          <ac:spMkLst>
            <pc:docMk/>
            <pc:sldMk cId="2438268924" sldId="2488"/>
            <ac:spMk id="215" creationId="{00000000-0000-0000-0000-000000000000}"/>
          </ac:spMkLst>
        </pc:spChg>
      </pc:sldChg>
      <pc:sldChg chg="add del ord">
        <pc:chgData name="Owais Ahmed" userId="6abc7d4556b3b071" providerId="LiveId" clId="{D973DB92-2E30-4D3E-AA38-B172040B75C2}" dt="2023-03-15T08:30:10.093" v="1509" actId="2890"/>
        <pc:sldMkLst>
          <pc:docMk/>
          <pc:sldMk cId="3078871595" sldId="2488"/>
        </pc:sldMkLst>
      </pc:sldChg>
      <pc:sldChg chg="addSp modSp add mod modAnim modNotesTx">
        <pc:chgData name="Owais Ahmed" userId="6abc7d4556b3b071" providerId="LiveId" clId="{D973DB92-2E30-4D3E-AA38-B172040B75C2}" dt="2023-03-15T09:49:40.029" v="3303" actId="404"/>
        <pc:sldMkLst>
          <pc:docMk/>
          <pc:sldMk cId="2535675126" sldId="2489"/>
        </pc:sldMkLst>
        <pc:spChg chg="mod">
          <ac:chgData name="Owais Ahmed" userId="6abc7d4556b3b071" providerId="LiveId" clId="{D973DB92-2E30-4D3E-AA38-B172040B75C2}" dt="2023-03-15T09:49:40.029" v="3303" actId="404"/>
          <ac:spMkLst>
            <pc:docMk/>
            <pc:sldMk cId="2535675126" sldId="2489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34:18.438" v="2333" actId="20577"/>
          <ac:spMkLst>
            <pc:docMk/>
            <pc:sldMk cId="2535675126" sldId="2489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38:36.369" v="2557" actId="1076"/>
          <ac:picMkLst>
            <pc:docMk/>
            <pc:sldMk cId="2535675126" sldId="2489"/>
            <ac:picMk id="5" creationId="{B6483E92-7B4D-CAB2-EB45-25F539FE10E0}"/>
          </ac:picMkLst>
        </pc:picChg>
      </pc:sldChg>
      <pc:sldChg chg="delSp modSp add mod modAnim modNotesTx">
        <pc:chgData name="Owais Ahmed" userId="6abc7d4556b3b071" providerId="LiveId" clId="{D973DB92-2E30-4D3E-AA38-B172040B75C2}" dt="2023-03-15T09:54:22.453" v="3613" actId="20577"/>
        <pc:sldMkLst>
          <pc:docMk/>
          <pc:sldMk cId="1482311959" sldId="2490"/>
        </pc:sldMkLst>
        <pc:spChg chg="mod">
          <ac:chgData name="Owais Ahmed" userId="6abc7d4556b3b071" providerId="LiveId" clId="{D973DB92-2E30-4D3E-AA38-B172040B75C2}" dt="2023-03-15T09:53:12.375" v="3587" actId="27636"/>
          <ac:spMkLst>
            <pc:docMk/>
            <pc:sldMk cId="1482311959" sldId="2490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2.453" v="3613" actId="20577"/>
          <ac:spMkLst>
            <pc:docMk/>
            <pc:sldMk cId="1482311959" sldId="2490"/>
            <ac:spMk id="215" creationId="{00000000-0000-0000-0000-000000000000}"/>
          </ac:spMkLst>
        </pc:spChg>
        <pc:picChg chg="del">
          <ac:chgData name="Owais Ahmed" userId="6abc7d4556b3b071" providerId="LiveId" clId="{D973DB92-2E30-4D3E-AA38-B172040B75C2}" dt="2023-03-15T09:41:13.498" v="2661" actId="478"/>
          <ac:picMkLst>
            <pc:docMk/>
            <pc:sldMk cId="1482311959" sldId="2490"/>
            <ac:picMk id="5" creationId="{B6483E92-7B4D-CAB2-EB45-25F539FE10E0}"/>
          </ac:picMkLst>
        </pc:picChg>
      </pc:sldChg>
      <pc:sldChg chg="addSp modSp add mod modAnim modNotesTx">
        <pc:chgData name="Owais Ahmed" userId="6abc7d4556b3b071" providerId="LiveId" clId="{D973DB92-2E30-4D3E-AA38-B172040B75C2}" dt="2023-03-15T09:58:48.443" v="4077" actId="20577"/>
        <pc:sldMkLst>
          <pc:docMk/>
          <pc:sldMk cId="2034277488" sldId="2491"/>
        </pc:sldMkLst>
        <pc:spChg chg="mod">
          <ac:chgData name="Owais Ahmed" userId="6abc7d4556b3b071" providerId="LiveId" clId="{D973DB92-2E30-4D3E-AA38-B172040B75C2}" dt="2023-03-15T09:58:03.870" v="3958" actId="20577"/>
          <ac:spMkLst>
            <pc:docMk/>
            <pc:sldMk cId="2034277488" sldId="2491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7.185" v="3623" actId="20577"/>
          <ac:spMkLst>
            <pc:docMk/>
            <pc:sldMk cId="2034277488" sldId="2491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57:25.242" v="3865" actId="1076"/>
          <ac:picMkLst>
            <pc:docMk/>
            <pc:sldMk cId="2034277488" sldId="2491"/>
            <ac:picMk id="5" creationId="{7971DD92-7C9C-B54D-D889-021773C9126D}"/>
          </ac:picMkLst>
        </pc:picChg>
      </pc:sldChg>
      <pc:sldChg chg="modSp add mod ord modAnim modNotesTx">
        <pc:chgData name="Owais Ahmed" userId="6abc7d4556b3b071" providerId="LiveId" clId="{D973DB92-2E30-4D3E-AA38-B172040B75C2}" dt="2023-03-15T10:11:15.085" v="4860" actId="20577"/>
        <pc:sldMkLst>
          <pc:docMk/>
          <pc:sldMk cId="1475048650" sldId="2492"/>
        </pc:sldMkLst>
        <pc:spChg chg="mod">
          <ac:chgData name="Owais Ahmed" userId="6abc7d4556b3b071" providerId="LiveId" clId="{D973DB92-2E30-4D3E-AA38-B172040B75C2}" dt="2023-03-15T10:11:15.085" v="4860" actId="20577"/>
          <ac:spMkLst>
            <pc:docMk/>
            <pc:sldMk cId="1475048650" sldId="2492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00:16.598" v="4087" actId="20577"/>
          <ac:spMkLst>
            <pc:docMk/>
            <pc:sldMk cId="1475048650" sldId="249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D973DB92-2E30-4D3E-AA38-B172040B75C2}" dt="2023-03-15T10:15:30.553" v="5268" actId="115"/>
        <pc:sldMkLst>
          <pc:docMk/>
          <pc:sldMk cId="2816993553" sldId="2493"/>
        </pc:sldMkLst>
        <pc:spChg chg="mod">
          <ac:chgData name="Owais Ahmed" userId="6abc7d4556b3b071" providerId="LiveId" clId="{D973DB92-2E30-4D3E-AA38-B172040B75C2}" dt="2023-03-15T10:15:30.553" v="5268" actId="115"/>
          <ac:spMkLst>
            <pc:docMk/>
            <pc:sldMk cId="2816993553" sldId="2493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1:42.437" v="4866" actId="20577"/>
          <ac:spMkLst>
            <pc:docMk/>
            <pc:sldMk cId="2816993553" sldId="2493"/>
            <ac:spMk id="215" creationId="{00000000-0000-0000-0000-000000000000}"/>
          </ac:spMkLst>
        </pc:spChg>
        <pc:graphicFrameChg chg="add mod">
          <ac:chgData name="Owais Ahmed" userId="6abc7d4556b3b071" providerId="LiveId" clId="{D973DB92-2E30-4D3E-AA38-B172040B75C2}" dt="2023-03-15T10:14:39.173" v="5221" actId="1076"/>
          <ac:graphicFrameMkLst>
            <pc:docMk/>
            <pc:sldMk cId="2816993553" sldId="2493"/>
            <ac:graphicFrameMk id="4" creationId="{F5D698A0-8888-51FA-F2F3-3514DA25FD2B}"/>
          </ac:graphicFrameMkLst>
        </pc:graphicFrameChg>
      </pc:sldChg>
      <pc:sldChg chg="modSp add del mod">
        <pc:chgData name="Owais Ahmed" userId="6abc7d4556b3b071" providerId="LiveId" clId="{D973DB92-2E30-4D3E-AA38-B172040B75C2}" dt="2023-03-15T10:16:04.309" v="5273" actId="2890"/>
        <pc:sldMkLst>
          <pc:docMk/>
          <pc:sldMk cId="1274123899" sldId="2494"/>
        </pc:sldMkLst>
        <pc:spChg chg="mod">
          <ac:chgData name="Owais Ahmed" userId="6abc7d4556b3b071" providerId="LiveId" clId="{D973DB92-2E30-4D3E-AA38-B172040B75C2}" dt="2023-03-15T10:16:02.214" v="5272" actId="20577"/>
          <ac:spMkLst>
            <pc:docMk/>
            <pc:sldMk cId="1274123899" sldId="2494"/>
            <ac:spMk id="215" creationId="{00000000-0000-0000-0000-000000000000}"/>
          </ac:spMkLst>
        </pc:spChg>
      </pc:sldChg>
      <pc:sldChg chg="modSp add del mod ord modAnim">
        <pc:chgData name="Owais Ahmed" userId="6abc7d4556b3b071" providerId="LiveId" clId="{D973DB92-2E30-4D3E-AA38-B172040B75C2}" dt="2023-03-15T10:16:33.941" v="5284" actId="47"/>
        <pc:sldMkLst>
          <pc:docMk/>
          <pc:sldMk cId="3443479169" sldId="2494"/>
        </pc:sldMkLst>
        <pc:spChg chg="mod">
          <ac:chgData name="Owais Ahmed" userId="6abc7d4556b3b071" providerId="LiveId" clId="{D973DB92-2E30-4D3E-AA38-B172040B75C2}" dt="2023-03-15T10:16:29.591" v="5283" actId="20577"/>
          <ac:spMkLst>
            <pc:docMk/>
            <pc:sldMk cId="3443479169" sldId="2494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6:20.335" v="5280" actId="20577"/>
          <ac:spMkLst>
            <pc:docMk/>
            <pc:sldMk cId="3443479169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42:30.547" v="6232" actId="20577"/>
        <pc:sldMkLst>
          <pc:docMk/>
          <pc:sldMk cId="3909228132" sldId="2494"/>
        </pc:sldMkLst>
        <pc:spChg chg="mod">
          <ac:chgData name="Owais Ahmed" userId="6abc7d4556b3b071" providerId="LiveId" clId="{D973DB92-2E30-4D3E-AA38-B172040B75C2}" dt="2023-03-15T10:25:48.914" v="5989" actId="20577"/>
          <ac:spMkLst>
            <pc:docMk/>
            <pc:sldMk cId="3909228132" sldId="2494"/>
            <ac:spMk id="3" creationId="{4A1C0383-58FE-E486-295E-B33B8683B938}"/>
          </ac:spMkLst>
        </pc:spChg>
        <pc:spChg chg="add del">
          <ac:chgData name="Owais Ahmed" userId="6abc7d4556b3b071" providerId="LiveId" clId="{D973DB92-2E30-4D3E-AA38-B172040B75C2}" dt="2023-03-15T10:18:11.399" v="5450"/>
          <ac:spMkLst>
            <pc:docMk/>
            <pc:sldMk cId="3909228132" sldId="2494"/>
            <ac:spMk id="4" creationId="{0605BF9C-D85C-A188-A468-D08D46107176}"/>
          </ac:spMkLst>
        </pc:spChg>
        <pc:spChg chg="add del">
          <ac:chgData name="Owais Ahmed" userId="6abc7d4556b3b071" providerId="LiveId" clId="{D973DB92-2E30-4D3E-AA38-B172040B75C2}" dt="2023-03-15T10:18:13.063" v="5453"/>
          <ac:spMkLst>
            <pc:docMk/>
            <pc:sldMk cId="3909228132" sldId="2494"/>
            <ac:spMk id="5" creationId="{ADDB1547-B36A-A687-97C3-524174F955DC}"/>
          </ac:spMkLst>
        </pc:spChg>
        <pc:spChg chg="mod">
          <ac:chgData name="Owais Ahmed" userId="6abc7d4556b3b071" providerId="LiveId" clId="{D973DB92-2E30-4D3E-AA38-B172040B75C2}" dt="2023-03-15T10:21:20.153" v="5466" actId="20577"/>
          <ac:spMkLst>
            <pc:docMk/>
            <pc:sldMk cId="3909228132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52:01.289" v="6920" actId="20577"/>
        <pc:sldMkLst>
          <pc:docMk/>
          <pc:sldMk cId="2416465802" sldId="2495"/>
        </pc:sldMkLst>
        <pc:spChg chg="mod">
          <ac:chgData name="Owais Ahmed" userId="6abc7d4556b3b071" providerId="LiveId" clId="{D973DB92-2E30-4D3E-AA38-B172040B75C2}" dt="2023-03-15T10:52:01.289" v="6920" actId="20577"/>
          <ac:spMkLst>
            <pc:docMk/>
            <pc:sldMk cId="2416465802" sldId="2495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33:45.240" v="6002" actId="20577"/>
          <ac:spMkLst>
            <pc:docMk/>
            <pc:sldMk cId="2416465802" sldId="2495"/>
            <ac:spMk id="215" creationId="{00000000-0000-0000-0000-000000000000}"/>
          </ac:spMkLst>
        </pc:spChg>
        <pc:picChg chg="add del mod">
          <ac:chgData name="Owais Ahmed" userId="6abc7d4556b3b071" providerId="LiveId" clId="{D973DB92-2E30-4D3E-AA38-B172040B75C2}" dt="2023-03-15T10:41:31.212" v="6116" actId="478"/>
          <ac:picMkLst>
            <pc:docMk/>
            <pc:sldMk cId="2416465802" sldId="2495"/>
            <ac:picMk id="5" creationId="{27CF46D5-F899-231F-6B35-69873C1F96D9}"/>
          </ac:picMkLst>
        </pc:picChg>
      </pc:sldChg>
      <pc:sldChg chg="modSp add mod modNotesTx">
        <pc:chgData name="Owais Ahmed" userId="6abc7d4556b3b071" providerId="LiveId" clId="{D973DB92-2E30-4D3E-AA38-B172040B75C2}" dt="2023-03-15T10:52:34.121" v="6926" actId="20577"/>
        <pc:sldMkLst>
          <pc:docMk/>
          <pc:sldMk cId="2362747596" sldId="2496"/>
        </pc:sldMkLst>
        <pc:spChg chg="mod">
          <ac:chgData name="Owais Ahmed" userId="6abc7d4556b3b071" providerId="LiveId" clId="{D973DB92-2E30-4D3E-AA38-B172040B75C2}" dt="2023-03-15T10:50:51.459" v="6853" actId="27636"/>
          <ac:spMkLst>
            <pc:docMk/>
            <pc:sldMk cId="2362747596" sldId="249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34.121" v="6926" actId="20577"/>
          <ac:spMkLst>
            <pc:docMk/>
            <pc:sldMk cId="2362747596" sldId="2496"/>
            <ac:spMk id="215" creationId="{00000000-0000-0000-0000-000000000000}"/>
          </ac:spMkLst>
        </pc:spChg>
      </pc:sldChg>
      <pc:sldChg chg="modSp add mod ord modNotesTx">
        <pc:chgData name="Owais Ahmed" userId="6abc7d4556b3b071" providerId="LiveId" clId="{D973DB92-2E30-4D3E-AA38-B172040B75C2}" dt="2023-03-15T10:54:59.492" v="7063" actId="27636"/>
        <pc:sldMkLst>
          <pc:docMk/>
          <pc:sldMk cId="3096876490" sldId="2497"/>
        </pc:sldMkLst>
        <pc:spChg chg="mod">
          <ac:chgData name="Owais Ahmed" userId="6abc7d4556b3b071" providerId="LiveId" clId="{D973DB92-2E30-4D3E-AA38-B172040B75C2}" dt="2023-03-15T10:54:59.492" v="7063" actId="27636"/>
          <ac:spMkLst>
            <pc:docMk/>
            <pc:sldMk cId="3096876490" sldId="2497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45.819" v="6938" actId="20577"/>
          <ac:spMkLst>
            <pc:docMk/>
            <pc:sldMk cId="3096876490" sldId="2497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D973DB92-2E30-4D3E-AA38-B172040B75C2}" dt="2023-03-15T10:55:32.627" v="7077" actId="20577"/>
        <pc:sldMkLst>
          <pc:docMk/>
          <pc:sldMk cId="1401833206" sldId="2498"/>
        </pc:sldMkLst>
        <pc:spChg chg="mod">
          <ac:chgData name="Owais Ahmed" userId="6abc7d4556b3b071" providerId="LiveId" clId="{D973DB92-2E30-4D3E-AA38-B172040B75C2}" dt="2023-03-15T10:55:32.627" v="7077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del">
        <pc:chgData name="Owais Ahmed" userId="6abc7d4556b3b071" providerId="LiveId" clId="{D973DB92-2E30-4D3E-AA38-B172040B75C2}" dt="2023-03-15T07:15:46.613" v="165" actId="47"/>
        <pc:sldMkLst>
          <pc:docMk/>
          <pc:sldMk cId="2461819977" sldId="2499"/>
        </pc:sldMkLst>
      </pc:sldChg>
      <pc:sldChg chg="del">
        <pc:chgData name="Owais Ahmed" userId="6abc7d4556b3b071" providerId="LiveId" clId="{D973DB92-2E30-4D3E-AA38-B172040B75C2}" dt="2023-03-15T07:15:45.903" v="161" actId="47"/>
        <pc:sldMkLst>
          <pc:docMk/>
          <pc:sldMk cId="1569340604" sldId="2500"/>
        </pc:sldMkLst>
      </pc:sldChg>
      <pc:sldChg chg="del">
        <pc:chgData name="Owais Ahmed" userId="6abc7d4556b3b071" providerId="LiveId" clId="{D973DB92-2E30-4D3E-AA38-B172040B75C2}" dt="2023-03-15T07:15:46.080" v="162" actId="47"/>
        <pc:sldMkLst>
          <pc:docMk/>
          <pc:sldMk cId="4096403042" sldId="2501"/>
        </pc:sldMkLst>
      </pc:sldChg>
      <pc:sldChg chg="del">
        <pc:chgData name="Owais Ahmed" userId="6abc7d4556b3b071" providerId="LiveId" clId="{D973DB92-2E30-4D3E-AA38-B172040B75C2}" dt="2023-03-15T07:15:46.247" v="163" actId="47"/>
        <pc:sldMkLst>
          <pc:docMk/>
          <pc:sldMk cId="194166090" sldId="2502"/>
        </pc:sldMkLst>
      </pc:sldChg>
      <pc:sldChg chg="del">
        <pc:chgData name="Owais Ahmed" userId="6abc7d4556b3b071" providerId="LiveId" clId="{D973DB92-2E30-4D3E-AA38-B172040B75C2}" dt="2023-03-15T07:15:46.432" v="164" actId="47"/>
        <pc:sldMkLst>
          <pc:docMk/>
          <pc:sldMk cId="1020505974" sldId="2503"/>
        </pc:sldMkLst>
      </pc:sldChg>
      <pc:sldChg chg="del">
        <pc:chgData name="Owais Ahmed" userId="6abc7d4556b3b071" providerId="LiveId" clId="{D973DB92-2E30-4D3E-AA38-B172040B75C2}" dt="2023-03-15T07:15:46.814" v="166" actId="47"/>
        <pc:sldMkLst>
          <pc:docMk/>
          <pc:sldMk cId="3525142213" sldId="2504"/>
        </pc:sldMkLst>
      </pc:sldChg>
      <pc:sldChg chg="del">
        <pc:chgData name="Owais Ahmed" userId="6abc7d4556b3b071" providerId="LiveId" clId="{D973DB92-2E30-4D3E-AA38-B172040B75C2}" dt="2023-03-15T07:15:47.857" v="167" actId="47"/>
        <pc:sldMkLst>
          <pc:docMk/>
          <pc:sldMk cId="3110229929" sldId="2505"/>
        </pc:sldMkLst>
      </pc:sldChg>
      <pc:sldChg chg="del">
        <pc:chgData name="Owais Ahmed" userId="6abc7d4556b3b071" providerId="LiveId" clId="{D973DB92-2E30-4D3E-AA38-B172040B75C2}" dt="2023-03-15T07:15:48.038" v="168" actId="47"/>
        <pc:sldMkLst>
          <pc:docMk/>
          <pc:sldMk cId="3557178733" sldId="2508"/>
        </pc:sldMkLst>
      </pc:sldChg>
      <pc:sldChg chg="del">
        <pc:chgData name="Owais Ahmed" userId="6abc7d4556b3b071" providerId="LiveId" clId="{D973DB92-2E30-4D3E-AA38-B172040B75C2}" dt="2023-03-15T07:15:49.231" v="169" actId="47"/>
        <pc:sldMkLst>
          <pc:docMk/>
          <pc:sldMk cId="1473069472" sldId="2509"/>
        </pc:sldMkLst>
      </pc:sldChg>
      <pc:sldChg chg="del">
        <pc:chgData name="Owais Ahmed" userId="6abc7d4556b3b071" providerId="LiveId" clId="{D973DB92-2E30-4D3E-AA38-B172040B75C2}" dt="2023-03-15T07:15:49.439" v="170" actId="47"/>
        <pc:sldMkLst>
          <pc:docMk/>
          <pc:sldMk cId="1492833906" sldId="2510"/>
        </pc:sldMkLst>
      </pc:sldChg>
      <pc:sldChg chg="del">
        <pc:chgData name="Owais Ahmed" userId="6abc7d4556b3b071" providerId="LiveId" clId="{D973DB92-2E30-4D3E-AA38-B172040B75C2}" dt="2023-03-15T07:15:50.522" v="171" actId="47"/>
        <pc:sldMkLst>
          <pc:docMk/>
          <pc:sldMk cId="2941033464" sldId="2511"/>
        </pc:sldMkLst>
      </pc:sldChg>
      <pc:sldChg chg="modSp del modAnim">
        <pc:chgData name="Owais Ahmed" userId="6abc7d4556b3b071" providerId="LiveId" clId="{D973DB92-2E30-4D3E-AA38-B172040B75C2}" dt="2023-03-15T07:15:58.639" v="173" actId="47"/>
        <pc:sldMkLst>
          <pc:docMk/>
          <pc:sldMk cId="3081681808" sldId="2512"/>
        </pc:sldMkLst>
        <pc:spChg chg="mod">
          <ac:chgData name="Owais Ahmed" userId="6abc7d4556b3b071" providerId="LiveId" clId="{D973DB92-2E30-4D3E-AA38-B172040B75C2}" dt="2023-03-15T07:15:54.694" v="172" actId="20577"/>
          <ac:spMkLst>
            <pc:docMk/>
            <pc:sldMk cId="3081681808" sldId="2512"/>
            <ac:spMk id="3" creationId="{4A1C0383-58FE-E486-295E-B33B8683B938}"/>
          </ac:spMkLst>
        </pc:spChg>
      </pc:sldChg>
      <pc:sldMasterChg chg="delSldLayout">
        <pc:chgData name="Owais Ahmed" userId="6abc7d4556b3b071" providerId="LiveId" clId="{D973DB92-2E30-4D3E-AA38-B172040B75C2}" dt="2023-03-15T07:15:46.613" v="165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D973DB92-2E30-4D3E-AA38-B172040B75C2}" dt="2023-03-15T07:15:46.613" v="165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6864A3F8-DEDE-46FB-9A37-33BD97B65025}"/>
    <pc:docChg chg="undo custSel addSld delSld modSld sldOrd">
      <pc:chgData name="Owais Ahmed" userId="6abc7d4556b3b071" providerId="LiveId" clId="{6864A3F8-DEDE-46FB-9A37-33BD97B65025}" dt="2023-03-06T18:37:13.356" v="6932" actId="47"/>
      <pc:docMkLst>
        <pc:docMk/>
      </pc:docMkLst>
      <pc:sldChg chg="modSp mod">
        <pc:chgData name="Owais Ahmed" userId="6abc7d4556b3b071" providerId="LiveId" clId="{6864A3F8-DEDE-46FB-9A37-33BD97B65025}" dt="2023-03-06T11:28:43.963" v="2847" actId="6549"/>
        <pc:sldMkLst>
          <pc:docMk/>
          <pc:sldMk cId="1649098948" sldId="2462"/>
        </pc:sldMkLst>
        <pc:spChg chg="mod">
          <ac:chgData name="Owais Ahmed" userId="6abc7d4556b3b071" providerId="LiveId" clId="{6864A3F8-DEDE-46FB-9A37-33BD97B65025}" dt="2023-03-06T11:28:43.963" v="2847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864A3F8-DEDE-46FB-9A37-33BD97B65025}" dt="2023-03-06T10:29:39.635" v="307" actId="47"/>
        <pc:sldMkLst>
          <pc:docMk/>
          <pc:sldMk cId="2835548672" sldId="2467"/>
        </pc:sldMkLst>
      </pc:sldChg>
      <pc:sldChg chg="del">
        <pc:chgData name="Owais Ahmed" userId="6abc7d4556b3b071" providerId="LiveId" clId="{6864A3F8-DEDE-46FB-9A37-33BD97B65025}" dt="2023-03-06T10:29:36.863" v="306" actId="47"/>
        <pc:sldMkLst>
          <pc:docMk/>
          <pc:sldMk cId="2564172473" sldId="2468"/>
        </pc:sldMkLst>
      </pc:sldChg>
      <pc:sldChg chg="del">
        <pc:chgData name="Owais Ahmed" userId="6abc7d4556b3b071" providerId="LiveId" clId="{6864A3F8-DEDE-46FB-9A37-33BD97B65025}" dt="2023-03-06T10:29:34.116" v="304" actId="47"/>
        <pc:sldMkLst>
          <pc:docMk/>
          <pc:sldMk cId="1810203590" sldId="2482"/>
        </pc:sldMkLst>
      </pc:sldChg>
      <pc:sldChg chg="del">
        <pc:chgData name="Owais Ahmed" userId="6abc7d4556b3b071" providerId="LiveId" clId="{6864A3F8-DEDE-46FB-9A37-33BD97B65025}" dt="2023-03-06T10:29:41.060" v="308" actId="47"/>
        <pc:sldMkLst>
          <pc:docMk/>
          <pc:sldMk cId="2426892836" sldId="2485"/>
        </pc:sldMkLst>
      </pc:sldChg>
      <pc:sldChg chg="modSp mod ord modAnim modNotesTx">
        <pc:chgData name="Owais Ahmed" userId="6abc7d4556b3b071" providerId="LiveId" clId="{6864A3F8-DEDE-46FB-9A37-33BD97B65025}" dt="2023-03-06T12:36:31.872" v="3053" actId="20577"/>
        <pc:sldMkLst>
          <pc:docMk/>
          <pc:sldMk cId="2392008630" sldId="2486"/>
        </pc:sldMkLst>
        <pc:spChg chg="mod">
          <ac:chgData name="Owais Ahmed" userId="6abc7d4556b3b071" providerId="LiveId" clId="{6864A3F8-DEDE-46FB-9A37-33BD97B65025}" dt="2023-03-06T12:36:31.872" v="3053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0:05.555" v="339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36.588" v="305" actId="47"/>
        <pc:sldMkLst>
          <pc:docMk/>
          <pc:sldMk cId="2180074341" sldId="2487"/>
        </pc:sldMkLst>
      </pc:sldChg>
      <pc:sldChg chg="del">
        <pc:chgData name="Owais Ahmed" userId="6abc7d4556b3b071" providerId="LiveId" clId="{6864A3F8-DEDE-46FB-9A37-33BD97B65025}" dt="2023-03-06T10:29:25.741" v="299" actId="47"/>
        <pc:sldMkLst>
          <pc:docMk/>
          <pc:sldMk cId="692629543" sldId="2490"/>
        </pc:sldMkLst>
      </pc:sldChg>
      <pc:sldChg chg="del">
        <pc:chgData name="Owais Ahmed" userId="6abc7d4556b3b071" providerId="LiveId" clId="{6864A3F8-DEDE-46FB-9A37-33BD97B65025}" dt="2023-03-06T10:29:45.038" v="309" actId="47"/>
        <pc:sldMkLst>
          <pc:docMk/>
          <pc:sldMk cId="1357650666" sldId="2491"/>
        </pc:sldMkLst>
      </pc:sldChg>
      <pc:sldChg chg="del">
        <pc:chgData name="Owais Ahmed" userId="6abc7d4556b3b071" providerId="LiveId" clId="{6864A3F8-DEDE-46FB-9A37-33BD97B65025}" dt="2023-03-06T10:29:46.592" v="310" actId="47"/>
        <pc:sldMkLst>
          <pc:docMk/>
          <pc:sldMk cId="332028716" sldId="2492"/>
        </pc:sldMkLst>
      </pc:sldChg>
      <pc:sldChg chg="del">
        <pc:chgData name="Owais Ahmed" userId="6abc7d4556b3b071" providerId="LiveId" clId="{6864A3F8-DEDE-46FB-9A37-33BD97B65025}" dt="2023-03-06T10:29:32.820" v="303" actId="47"/>
        <pc:sldMkLst>
          <pc:docMk/>
          <pc:sldMk cId="2744016673" sldId="2493"/>
        </pc:sldMkLst>
      </pc:sldChg>
      <pc:sldChg chg="del">
        <pc:chgData name="Owais Ahmed" userId="6abc7d4556b3b071" providerId="LiveId" clId="{6864A3F8-DEDE-46FB-9A37-33BD97B65025}" dt="2023-03-06T10:29:29.969" v="302" actId="47"/>
        <pc:sldMkLst>
          <pc:docMk/>
          <pc:sldMk cId="910229267" sldId="2494"/>
        </pc:sldMkLst>
      </pc:sldChg>
      <pc:sldChg chg="del">
        <pc:chgData name="Owais Ahmed" userId="6abc7d4556b3b071" providerId="LiveId" clId="{6864A3F8-DEDE-46FB-9A37-33BD97B65025}" dt="2023-03-06T10:29:28.135" v="301" actId="47"/>
        <pc:sldMkLst>
          <pc:docMk/>
          <pc:sldMk cId="4183735996" sldId="2496"/>
        </pc:sldMkLst>
      </pc:sldChg>
      <pc:sldChg chg="del">
        <pc:chgData name="Owais Ahmed" userId="6abc7d4556b3b071" providerId="LiveId" clId="{6864A3F8-DEDE-46FB-9A37-33BD97B65025}" dt="2023-03-06T10:29:26.982" v="300" actId="47"/>
        <pc:sldMkLst>
          <pc:docMk/>
          <pc:sldMk cId="2021183974" sldId="2497"/>
        </pc:sldMkLst>
      </pc:sldChg>
      <pc:sldChg chg="addSp delSp modSp mod modAnim modNotesTx">
        <pc:chgData name="Owais Ahmed" userId="6abc7d4556b3b071" providerId="LiveId" clId="{6864A3F8-DEDE-46FB-9A37-33BD97B65025}" dt="2023-03-06T12:35:59.936" v="3040" actId="20577"/>
        <pc:sldMkLst>
          <pc:docMk/>
          <pc:sldMk cId="2461819977" sldId="2499"/>
        </pc:sldMkLst>
        <pc:spChg chg="add del mod">
          <ac:chgData name="Owais Ahmed" userId="6abc7d4556b3b071" providerId="LiveId" clId="{6864A3F8-DEDE-46FB-9A37-33BD97B65025}" dt="2023-03-06T11:27:19.846" v="2796"/>
          <ac:spMkLst>
            <pc:docMk/>
            <pc:sldMk cId="2461819977" sldId="2499"/>
            <ac:spMk id="2" creationId="{3A354AF7-AA77-B4A0-A261-FC7D8F7D6A4E}"/>
          </ac:spMkLst>
        </pc:spChg>
        <pc:spChg chg="mod">
          <ac:chgData name="Owais Ahmed" userId="6abc7d4556b3b071" providerId="LiveId" clId="{6864A3F8-DEDE-46FB-9A37-33BD97B65025}" dt="2023-03-06T12:35:25.443" v="2948" actId="20577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11:17.901" v="2709" actId="20577"/>
          <ac:spMkLst>
            <pc:docMk/>
            <pc:sldMk cId="2461819977" sldId="2499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0:29:52.054" v="314" actId="478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6864A3F8-DEDE-46FB-9A37-33BD97B65025}" dt="2023-03-06T11:28:15.252" v="2845" actId="1076"/>
          <ac:picMkLst>
            <pc:docMk/>
            <pc:sldMk cId="2461819977" sldId="2499"/>
            <ac:picMk id="4" creationId="{0CB86E18-AEC0-6872-91F2-3F7C2E372C2A}"/>
          </ac:picMkLst>
        </pc:picChg>
        <pc:picChg chg="del">
          <ac:chgData name="Owais Ahmed" userId="6abc7d4556b3b071" providerId="LiveId" clId="{6864A3F8-DEDE-46FB-9A37-33BD97B65025}" dt="2023-03-06T10:29:55.418" v="318" actId="478"/>
          <ac:picMkLst>
            <pc:docMk/>
            <pc:sldMk cId="2461819977" sldId="2499"/>
            <ac:picMk id="1026" creationId="{4E9BC237-8DFF-7D68-3479-17D18AE1EDB9}"/>
          </ac:picMkLst>
        </pc:picChg>
        <pc:picChg chg="del">
          <ac:chgData name="Owais Ahmed" userId="6abc7d4556b3b071" providerId="LiveId" clId="{6864A3F8-DEDE-46FB-9A37-33BD97B65025}" dt="2023-03-06T10:29:54.706" v="317" actId="478"/>
          <ac:picMkLst>
            <pc:docMk/>
            <pc:sldMk cId="2461819977" sldId="2499"/>
            <ac:picMk id="1028" creationId="{1D0FCAD3-8A03-E23C-1D6C-B9F4A1A4C503}"/>
          </ac:picMkLst>
        </pc:picChg>
        <pc:picChg chg="del">
          <ac:chgData name="Owais Ahmed" userId="6abc7d4556b3b071" providerId="LiveId" clId="{6864A3F8-DEDE-46FB-9A37-33BD97B65025}" dt="2023-03-06T10:29:53.991" v="316" actId="478"/>
          <ac:picMkLst>
            <pc:docMk/>
            <pc:sldMk cId="2461819977" sldId="2499"/>
            <ac:picMk id="1030" creationId="{7295A43C-8BB3-BF50-274C-F773C06F244B}"/>
          </ac:picMkLst>
        </pc:picChg>
        <pc:picChg chg="del">
          <ac:chgData name="Owais Ahmed" userId="6abc7d4556b3b071" providerId="LiveId" clId="{6864A3F8-DEDE-46FB-9A37-33BD97B65025}" dt="2023-03-06T10:29:53.356" v="315" actId="478"/>
          <ac:picMkLst>
            <pc:docMk/>
            <pc:sldMk cId="2461819977" sldId="2499"/>
            <ac:picMk id="1032" creationId="{58D7C36B-5032-1278-7DB4-7235C150FE0D}"/>
          </ac:picMkLst>
        </pc:picChg>
        <pc:picChg chg="del">
          <ac:chgData name="Owais Ahmed" userId="6abc7d4556b3b071" providerId="LiveId" clId="{6864A3F8-DEDE-46FB-9A37-33BD97B65025}" dt="2023-03-06T10:29:51.547" v="313" actId="478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 modNotesTx">
        <pc:chgData name="Owais Ahmed" userId="6abc7d4556b3b071" providerId="LiveId" clId="{6864A3F8-DEDE-46FB-9A37-33BD97B65025}" dt="2023-03-06T10:59:15.771" v="2203"/>
        <pc:sldMkLst>
          <pc:docMk/>
          <pc:sldMk cId="1569340604" sldId="2500"/>
        </pc:sldMkLst>
        <pc:spChg chg="mod">
          <ac:chgData name="Owais Ahmed" userId="6abc7d4556b3b071" providerId="LiveId" clId="{6864A3F8-DEDE-46FB-9A37-33BD97B65025}" dt="2023-03-06T10:42:40.740" v="1254" actId="20577"/>
          <ac:spMkLst>
            <pc:docMk/>
            <pc:sldMk cId="1569340604" sldId="2500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7:33.639" v="853" actId="20577"/>
          <ac:spMkLst>
            <pc:docMk/>
            <pc:sldMk cId="1569340604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23.991" v="298" actId="47"/>
        <pc:sldMkLst>
          <pc:docMk/>
          <pc:sldMk cId="1735756904" sldId="2500"/>
        </pc:sldMkLst>
      </pc:sldChg>
      <pc:sldChg chg="modSp add mod modNotesTx">
        <pc:chgData name="Owais Ahmed" userId="6abc7d4556b3b071" providerId="LiveId" clId="{6864A3F8-DEDE-46FB-9A37-33BD97B65025}" dt="2023-03-06T10:58:01.855" v="2150" actId="20577"/>
        <pc:sldMkLst>
          <pc:docMk/>
          <pc:sldMk cId="4096403042" sldId="2501"/>
        </pc:sldMkLst>
        <pc:spChg chg="mod">
          <ac:chgData name="Owais Ahmed" userId="6abc7d4556b3b071" providerId="LiveId" clId="{6864A3F8-DEDE-46FB-9A37-33BD97B65025}" dt="2023-03-06T10:54:43.011" v="2016" actId="20577"/>
          <ac:spMkLst>
            <pc:docMk/>
            <pc:sldMk cId="4096403042" sldId="2501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44:26.075" v="1396" actId="20577"/>
          <ac:spMkLst>
            <pc:docMk/>
            <pc:sldMk cId="4096403042" sldId="2501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6864A3F8-DEDE-46FB-9A37-33BD97B65025}" dt="2023-03-06T10:57:58.868" v="2149" actId="20577"/>
        <pc:sldMkLst>
          <pc:docMk/>
          <pc:sldMk cId="194166090" sldId="2502"/>
        </pc:sldMkLst>
        <pc:spChg chg="mod">
          <ac:chgData name="Owais Ahmed" userId="6abc7d4556b3b071" providerId="LiveId" clId="{6864A3F8-DEDE-46FB-9A37-33BD97B65025}" dt="2023-03-06T10:55:47.580" v="2129" actId="20577"/>
          <ac:spMkLst>
            <pc:docMk/>
            <pc:sldMk cId="194166090" sldId="2502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52:00.554" v="1820" actId="20577"/>
          <ac:spMkLst>
            <pc:docMk/>
            <pc:sldMk cId="194166090" sldId="2502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0:51:29.974" v="1739" actId="2890"/>
        <pc:sldMkLst>
          <pc:docMk/>
          <pc:sldMk cId="2332049988" sldId="2502"/>
        </pc:sldMkLst>
      </pc:sldChg>
      <pc:sldChg chg="addSp modSp add mod ord modAnim">
        <pc:chgData name="Owais Ahmed" userId="6abc7d4556b3b071" providerId="LiveId" clId="{6864A3F8-DEDE-46FB-9A37-33BD97B65025}" dt="2023-03-06T11:10:01.397" v="2686" actId="20577"/>
        <pc:sldMkLst>
          <pc:docMk/>
          <pc:sldMk cId="1020505974" sldId="2503"/>
        </pc:sldMkLst>
        <pc:spChg chg="mod">
          <ac:chgData name="Owais Ahmed" userId="6abc7d4556b3b071" providerId="LiveId" clId="{6864A3F8-DEDE-46FB-9A37-33BD97B65025}" dt="2023-03-06T11:06:25.330" v="2437" actId="27636"/>
          <ac:spMkLst>
            <pc:docMk/>
            <pc:sldMk cId="1020505974" sldId="2503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1:10:01.397" v="2686" actId="20577"/>
          <ac:spMkLst>
            <pc:docMk/>
            <pc:sldMk cId="1020505974" sldId="2503"/>
            <ac:spMk id="4" creationId="{8E334DDB-72B7-9ADC-892D-EC414FC40353}"/>
          </ac:spMkLst>
        </pc:spChg>
        <pc:spChg chg="mod">
          <ac:chgData name="Owais Ahmed" userId="6abc7d4556b3b071" providerId="LiveId" clId="{6864A3F8-DEDE-46FB-9A37-33BD97B65025}" dt="2023-03-06T10:56:59.881" v="2146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2:36:25.588" v="3041" actId="47"/>
        <pc:sldMkLst>
          <pc:docMk/>
          <pc:sldMk cId="3469959760" sldId="2504"/>
        </pc:sldMkLst>
      </pc:sldChg>
      <pc:sldChg chg="modSp add mod modAnim">
        <pc:chgData name="Owais Ahmed" userId="6abc7d4556b3b071" providerId="LiveId" clId="{6864A3F8-DEDE-46FB-9A37-33BD97B65025}" dt="2023-03-06T12:43:14.291" v="3713" actId="14"/>
        <pc:sldMkLst>
          <pc:docMk/>
          <pc:sldMk cId="3525142213" sldId="2504"/>
        </pc:sldMkLst>
        <pc:spChg chg="mod">
          <ac:chgData name="Owais Ahmed" userId="6abc7d4556b3b071" providerId="LiveId" clId="{6864A3F8-DEDE-46FB-9A37-33BD97B65025}" dt="2023-03-06T12:43:14.291" v="3713" actId="14"/>
          <ac:spMkLst>
            <pc:docMk/>
            <pc:sldMk cId="3525142213" sldId="2504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2:36:44.011" v="3074" actId="20577"/>
          <ac:spMkLst>
            <pc:docMk/>
            <pc:sldMk cId="3525142213" sldId="2504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6864A3F8-DEDE-46FB-9A37-33BD97B65025}" dt="2023-03-06T12:50:09.886" v="4144" actId="20577"/>
        <pc:sldMkLst>
          <pc:docMk/>
          <pc:sldMk cId="3110229929" sldId="2505"/>
        </pc:sldMkLst>
        <pc:spChg chg="mod">
          <ac:chgData name="Owais Ahmed" userId="6abc7d4556b3b071" providerId="LiveId" clId="{6864A3F8-DEDE-46FB-9A37-33BD97B65025}" dt="2023-03-06T12:49:36.941" v="4109" actId="14100"/>
          <ac:spMkLst>
            <pc:docMk/>
            <pc:sldMk cId="3110229929" sldId="2505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2:50:09.886" v="4144" actId="20577"/>
          <ac:spMkLst>
            <pc:docMk/>
            <pc:sldMk cId="3110229929" sldId="2505"/>
            <ac:spMk id="5" creationId="{C7480DFC-04C3-BB80-21C9-D940F6237932}"/>
          </ac:spMkLst>
        </pc:spChg>
        <pc:spChg chg="mod">
          <ac:chgData name="Owais Ahmed" userId="6abc7d4556b3b071" providerId="LiveId" clId="{6864A3F8-DEDE-46FB-9A37-33BD97B65025}" dt="2023-03-06T12:45:46.069" v="3850" actId="20577"/>
          <ac:spMkLst>
            <pc:docMk/>
            <pc:sldMk cId="3110229929" sldId="2505"/>
            <ac:spMk id="215" creationId="{00000000-0000-0000-0000-000000000000}"/>
          </ac:spMkLst>
        </pc:spChg>
      </pc:sldChg>
      <pc:sldChg chg="addSp delSp modSp add del mod">
        <pc:chgData name="Owais Ahmed" userId="6abc7d4556b3b071" providerId="LiveId" clId="{6864A3F8-DEDE-46FB-9A37-33BD97B65025}" dt="2023-03-06T12:35:16.371" v="2945" actId="47"/>
        <pc:sldMkLst>
          <pc:docMk/>
          <pc:sldMk cId="3643635207" sldId="2505"/>
        </pc:sldMkLst>
        <pc:spChg chg="add del mod">
          <ac:chgData name="Owais Ahmed" userId="6abc7d4556b3b071" providerId="LiveId" clId="{6864A3F8-DEDE-46FB-9A37-33BD97B65025}" dt="2023-03-06T12:35:06.782" v="2943" actId="478"/>
          <ac:spMkLst>
            <pc:docMk/>
            <pc:sldMk cId="3643635207" sldId="2505"/>
            <ac:spMk id="2" creationId="{0FD5D1FA-B0E7-06FB-31C7-DE2457BA6B39}"/>
          </ac:spMkLst>
        </pc:spChg>
        <pc:spChg chg="mod">
          <ac:chgData name="Owais Ahmed" userId="6abc7d4556b3b071" providerId="LiveId" clId="{6864A3F8-DEDE-46FB-9A37-33BD97B65025}" dt="2023-03-06T12:35:10.631" v="2944" actId="14100"/>
          <ac:spMkLst>
            <pc:docMk/>
            <pc:sldMk cId="3643635207" sldId="2505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29:06.997" v="2867" actId="20577"/>
          <ac:spMkLst>
            <pc:docMk/>
            <pc:sldMk cId="3643635207" sldId="2505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2:35:01.329" v="2942" actId="478"/>
          <ac:picMkLst>
            <pc:docMk/>
            <pc:sldMk cId="3643635207" sldId="2505"/>
            <ac:picMk id="4" creationId="{0CB86E18-AEC0-6872-91F2-3F7C2E372C2A}"/>
          </ac:picMkLst>
        </pc:picChg>
      </pc:sldChg>
      <pc:sldChg chg="modSp add del mod">
        <pc:chgData name="Owais Ahmed" userId="6abc7d4556b3b071" providerId="LiveId" clId="{6864A3F8-DEDE-46FB-9A37-33BD97B65025}" dt="2023-03-06T17:24:31.389" v="4166" actId="47"/>
        <pc:sldMkLst>
          <pc:docMk/>
          <pc:sldMk cId="1282711935" sldId="2506"/>
        </pc:sldMkLst>
        <pc:spChg chg="mod">
          <ac:chgData name="Owais Ahmed" userId="6abc7d4556b3b071" providerId="LiveId" clId="{6864A3F8-DEDE-46FB-9A37-33BD97B65025}" dt="2023-03-06T17:24:23.263" v="4162" actId="20577"/>
          <ac:spMkLst>
            <pc:docMk/>
            <pc:sldMk cId="1282711935" sldId="2506"/>
            <ac:spMk id="215" creationId="{00000000-0000-0000-0000-000000000000}"/>
          </ac:spMkLst>
        </pc:spChg>
      </pc:sldChg>
      <pc:sldChg chg="modSp add del mod ord modAnim modNotesTx">
        <pc:chgData name="Owais Ahmed" userId="6abc7d4556b3b071" providerId="LiveId" clId="{6864A3F8-DEDE-46FB-9A37-33BD97B65025}" dt="2023-03-06T17:46:49.395" v="5580" actId="47"/>
        <pc:sldMkLst>
          <pc:docMk/>
          <pc:sldMk cId="3326915312" sldId="2507"/>
        </pc:sldMkLst>
        <pc:spChg chg="mod">
          <ac:chgData name="Owais Ahmed" userId="6abc7d4556b3b071" providerId="LiveId" clId="{6864A3F8-DEDE-46FB-9A37-33BD97B65025}" dt="2023-03-06T17:36:53.743" v="5088" actId="948"/>
          <ac:spMkLst>
            <pc:docMk/>
            <pc:sldMk cId="3326915312" sldId="2507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24:52.487" v="4196" actId="20577"/>
          <ac:spMkLst>
            <pc:docMk/>
            <pc:sldMk cId="3326915312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6864A3F8-DEDE-46FB-9A37-33BD97B65025}" dt="2023-03-06T17:40:35.533" v="5349" actId="948"/>
        <pc:sldMkLst>
          <pc:docMk/>
          <pc:sldMk cId="3557178733" sldId="2508"/>
        </pc:sldMkLst>
        <pc:spChg chg="mod">
          <ac:chgData name="Owais Ahmed" userId="6abc7d4556b3b071" providerId="LiveId" clId="{6864A3F8-DEDE-46FB-9A37-33BD97B65025}" dt="2023-03-06T17:40:35.533" v="5349" actId="948"/>
          <ac:spMkLst>
            <pc:docMk/>
            <pc:sldMk cId="3557178733" sldId="2508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6864A3F8-DEDE-46FB-9A37-33BD97B65025}" dt="2023-03-06T18:01:27.355" v="5966" actId="20577"/>
        <pc:sldMkLst>
          <pc:docMk/>
          <pc:sldMk cId="1473069472" sldId="2509"/>
        </pc:sldMkLst>
        <pc:spChg chg="mod">
          <ac:chgData name="Owais Ahmed" userId="6abc7d4556b3b071" providerId="LiveId" clId="{6864A3F8-DEDE-46FB-9A37-33BD97B65025}" dt="2023-03-06T18:01:27.355" v="5966" actId="20577"/>
          <ac:spMkLst>
            <pc:docMk/>
            <pc:sldMk cId="1473069472" sldId="2509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40:52.483" v="5367" actId="20577"/>
          <ac:spMkLst>
            <pc:docMk/>
            <pc:sldMk cId="1473069472" sldId="2509"/>
            <ac:spMk id="215" creationId="{00000000-0000-0000-0000-000000000000}"/>
          </ac:spMkLst>
        </pc:spChg>
      </pc:sldChg>
      <pc:sldChg chg="addSp delSp modSp add mod addAnim delAnim modAnim modNotesTx">
        <pc:chgData name="Owais Ahmed" userId="6abc7d4556b3b071" providerId="LiveId" clId="{6864A3F8-DEDE-46FB-9A37-33BD97B65025}" dt="2023-03-06T18:30:50.582" v="6343" actId="114"/>
        <pc:sldMkLst>
          <pc:docMk/>
          <pc:sldMk cId="1492833906" sldId="2510"/>
        </pc:sldMkLst>
        <pc:spChg chg="add del mod">
          <ac:chgData name="Owais Ahmed" userId="6abc7d4556b3b071" providerId="LiveId" clId="{6864A3F8-DEDE-46FB-9A37-33BD97B65025}" dt="2023-03-06T18:30:50.582" v="6343" actId="114"/>
          <ac:spMkLst>
            <pc:docMk/>
            <pc:sldMk cId="1492833906" sldId="2510"/>
            <ac:spMk id="3" creationId="{4A1C0383-58FE-E486-295E-B33B8683B938}"/>
          </ac:spMkLst>
        </pc:spChg>
        <pc:spChg chg="add del">
          <ac:chgData name="Owais Ahmed" userId="6abc7d4556b3b071" providerId="LiveId" clId="{6864A3F8-DEDE-46FB-9A37-33BD97B65025}" dt="2023-03-06T18:25:38.022" v="5983" actId="22"/>
          <ac:spMkLst>
            <pc:docMk/>
            <pc:sldMk cId="1492833906" sldId="2510"/>
            <ac:spMk id="5" creationId="{4F5A8C6C-3B3A-4817-6C01-46AEA1D40008}"/>
          </ac:spMkLst>
        </pc:spChg>
      </pc:sldChg>
      <pc:sldChg chg="modSp add modAnim">
        <pc:chgData name="Owais Ahmed" userId="6abc7d4556b3b071" providerId="LiveId" clId="{6864A3F8-DEDE-46FB-9A37-33BD97B65025}" dt="2023-03-06T18:35:42.131" v="6920" actId="20577"/>
        <pc:sldMkLst>
          <pc:docMk/>
          <pc:sldMk cId="2941033464" sldId="2511"/>
        </pc:sldMkLst>
        <pc:spChg chg="mod">
          <ac:chgData name="Owais Ahmed" userId="6abc7d4556b3b071" providerId="LiveId" clId="{6864A3F8-DEDE-46FB-9A37-33BD97B65025}" dt="2023-03-06T18:35:42.131" v="6920" actId="20577"/>
          <ac:spMkLst>
            <pc:docMk/>
            <pc:sldMk cId="2941033464" sldId="2511"/>
            <ac:spMk id="3" creationId="{4A1C0383-58FE-E486-295E-B33B8683B938}"/>
          </ac:spMkLst>
        </pc:spChg>
      </pc:sldChg>
      <pc:sldChg chg="modSp add del mod">
        <pc:chgData name="Owais Ahmed" userId="6abc7d4556b3b071" providerId="LiveId" clId="{6864A3F8-DEDE-46FB-9A37-33BD97B65025}" dt="2023-03-06T18:37:13.356" v="6932" actId="47"/>
        <pc:sldMkLst>
          <pc:docMk/>
          <pc:sldMk cId="2107783757" sldId="2512"/>
        </pc:sldMkLst>
        <pc:spChg chg="mod">
          <ac:chgData name="Owais Ahmed" userId="6abc7d4556b3b071" providerId="LiveId" clId="{6864A3F8-DEDE-46FB-9A37-33BD97B65025}" dt="2023-03-06T18:37:06.046" v="6931" actId="20577"/>
          <ac:spMkLst>
            <pc:docMk/>
            <pc:sldMk cId="2107783757" sldId="251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6542103-18F1-477E-B1A3-2758C3E1EAA4}"/>
    <pc:docChg chg="undo redo custSel addSld delSld modSld">
      <pc:chgData name="Owais Ahmed" userId="6abc7d4556b3b071" providerId="LiveId" clId="{36542103-18F1-477E-B1A3-2758C3E1EAA4}" dt="2023-03-01T09:12:54.212" v="3802" actId="20577"/>
      <pc:docMkLst>
        <pc:docMk/>
      </pc:docMkLst>
      <pc:sldChg chg="modSp">
        <pc:chgData name="Owais Ahmed" userId="6abc7d4556b3b071" providerId="LiveId" clId="{36542103-18F1-477E-B1A3-2758C3E1EAA4}" dt="2023-03-01T09:06:22.474" v="3412" actId="403"/>
        <pc:sldMkLst>
          <pc:docMk/>
          <pc:sldMk cId="4226644250" sldId="256"/>
        </pc:sldMkLst>
        <pc:spChg chg="mod">
          <ac:chgData name="Owais Ahmed" userId="6abc7d4556b3b071" providerId="LiveId" clId="{36542103-18F1-477E-B1A3-2758C3E1EAA4}" dt="2023-03-01T09:06:22.474" v="3412" actId="403"/>
          <ac:spMkLst>
            <pc:docMk/>
            <pc:sldMk cId="4226644250" sldId="256"/>
            <ac:spMk id="5" creationId="{D6B5DCB6-4358-037D-2AAC-2F1B1119C128}"/>
          </ac:spMkLst>
        </pc:spChg>
      </pc:sldChg>
      <pc:sldChg chg="modSp del mod">
        <pc:chgData name="Owais Ahmed" userId="6abc7d4556b3b071" providerId="LiveId" clId="{36542103-18F1-477E-B1A3-2758C3E1EAA4}" dt="2023-03-01T09:06:41.202" v="3416" actId="47"/>
        <pc:sldMkLst>
          <pc:docMk/>
          <pc:sldMk cId="505738359" sldId="2464"/>
        </pc:sldMkLst>
        <pc:spChg chg="mod">
          <ac:chgData name="Owais Ahmed" userId="6abc7d4556b3b071" providerId="LiveId" clId="{36542103-18F1-477E-B1A3-2758C3E1EAA4}" dt="2023-03-01T09:06:37.784" v="3414" actId="21"/>
          <ac:spMkLst>
            <pc:docMk/>
            <pc:sldMk cId="505738359" sldId="2464"/>
            <ac:spMk id="5" creationId="{D6B5DCB6-4358-037D-2AAC-2F1B1119C128}"/>
          </ac:spMkLst>
        </pc:spChg>
      </pc:sldChg>
      <pc:sldChg chg="modSp modAnim modNotesTx">
        <pc:chgData name="Owais Ahmed" userId="6abc7d4556b3b071" providerId="LiveId" clId="{36542103-18F1-477E-B1A3-2758C3E1EAA4}" dt="2023-03-01T08:18:05.251" v="1705" actId="20577"/>
        <pc:sldMkLst>
          <pc:docMk/>
          <pc:sldMk cId="2797597492" sldId="2465"/>
        </pc:sldMkLst>
        <pc:spChg chg="mod">
          <ac:chgData name="Owais Ahmed" userId="6abc7d4556b3b071" providerId="LiveId" clId="{36542103-18F1-477E-B1A3-2758C3E1EAA4}" dt="2023-03-01T08:18:05.251" v="1705" actId="20577"/>
          <ac:spMkLst>
            <pc:docMk/>
            <pc:sldMk cId="2797597492" sldId="2465"/>
            <ac:spMk id="5" creationId="{D6B5DCB6-4358-037D-2AAC-2F1B1119C128}"/>
          </ac:spMkLst>
        </pc:spChg>
      </pc:sldChg>
      <pc:sldChg chg="delSp modSp mod modAnim modNotesTx">
        <pc:chgData name="Owais Ahmed" userId="6abc7d4556b3b071" providerId="LiveId" clId="{36542103-18F1-477E-B1A3-2758C3E1EAA4}" dt="2023-03-01T08:23:58.781" v="2119" actId="20577"/>
        <pc:sldMkLst>
          <pc:docMk/>
          <pc:sldMk cId="1288171314" sldId="2466"/>
        </pc:sldMkLst>
        <pc:spChg chg="del">
          <ac:chgData name="Owais Ahmed" userId="6abc7d4556b3b071" providerId="LiveId" clId="{36542103-18F1-477E-B1A3-2758C3E1EAA4}" dt="2023-03-01T08:09:03.047" v="811" actId="478"/>
          <ac:spMkLst>
            <pc:docMk/>
            <pc:sldMk cId="1288171314" sldId="2466"/>
            <ac:spMk id="3" creationId="{D176E863-9DE0-14DD-7A0F-7D505E61BFEC}"/>
          </ac:spMkLst>
        </pc:spChg>
        <pc:spChg chg="mod">
          <ac:chgData name="Owais Ahmed" userId="6abc7d4556b3b071" providerId="LiveId" clId="{36542103-18F1-477E-B1A3-2758C3E1EAA4}" dt="2023-03-01T08:23:58.781" v="2119" actId="20577"/>
          <ac:spMkLst>
            <pc:docMk/>
            <pc:sldMk cId="1288171314" sldId="2466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22.561" v="6" actId="20577"/>
          <ac:spMkLst>
            <pc:docMk/>
            <pc:sldMk cId="1288171314" sldId="2466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8:07:43.604" v="809" actId="20577"/>
        <pc:sldMkLst>
          <pc:docMk/>
          <pc:sldMk cId="2835548672" sldId="2467"/>
        </pc:sldMkLst>
        <pc:spChg chg="mod">
          <ac:chgData name="Owais Ahmed" userId="6abc7d4556b3b071" providerId="LiveId" clId="{36542103-18F1-477E-B1A3-2758C3E1EAA4}" dt="2023-03-01T08:07:43.604" v="809" actId="20577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46.694" v="35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add mod modAnim modNotesTx">
        <pc:chgData name="Owais Ahmed" userId="6abc7d4556b3b071" providerId="LiveId" clId="{36542103-18F1-477E-B1A3-2758C3E1EAA4}" dt="2023-03-01T08:55:14.070" v="2656" actId="1076"/>
        <pc:sldMkLst>
          <pc:docMk/>
          <pc:sldMk cId="2564172473" sldId="2468"/>
        </pc:sldMkLst>
        <pc:spChg chg="del mod">
          <ac:chgData name="Owais Ahmed" userId="6abc7d4556b3b071" providerId="LiveId" clId="{36542103-18F1-477E-B1A3-2758C3E1EAA4}" dt="2023-03-01T08:27:29.732" v="2235"/>
          <ac:spMkLst>
            <pc:docMk/>
            <pc:sldMk cId="2564172473" sldId="2468"/>
            <ac:spMk id="3" creationId="{D176E863-9DE0-14DD-7A0F-7D505E61BFEC}"/>
          </ac:spMkLst>
        </pc:spChg>
        <pc:spChg chg="add del">
          <ac:chgData name="Owais Ahmed" userId="6abc7d4556b3b071" providerId="LiveId" clId="{36542103-18F1-477E-B1A3-2758C3E1EAA4}" dt="2023-03-01T08:31:34.587" v="2302" actId="22"/>
          <ac:spMkLst>
            <pc:docMk/>
            <pc:sldMk cId="2564172473" sldId="2468"/>
            <ac:spMk id="4" creationId="{8A891969-3D80-CC18-9A58-4D1ACB4889A1}"/>
          </ac:spMkLst>
        </pc:spChg>
        <pc:spChg chg="mod">
          <ac:chgData name="Owais Ahmed" userId="6abc7d4556b3b071" providerId="LiveId" clId="{36542103-18F1-477E-B1A3-2758C3E1EAA4}" dt="2023-03-01T08:54:36.206" v="2653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8:24:22.184" v="2156" actId="20577"/>
          <ac:spMkLst>
            <pc:docMk/>
            <pc:sldMk cId="2564172473" sldId="2468"/>
            <ac:spMk id="9" creationId="{27EE95FA-7E6C-9450-66FD-4F118356AE19}"/>
          </ac:spMkLst>
        </pc:spChg>
        <pc:picChg chg="add mod">
          <ac:chgData name="Owais Ahmed" userId="6abc7d4556b3b071" providerId="LiveId" clId="{36542103-18F1-477E-B1A3-2758C3E1EAA4}" dt="2023-03-01T08:28:16.253" v="2240" actId="1076"/>
          <ac:picMkLst>
            <pc:docMk/>
            <pc:sldMk cId="2564172473" sldId="2468"/>
            <ac:picMk id="1026" creationId="{B52B6349-72B8-80CF-DA1C-C5486174747D}"/>
          </ac:picMkLst>
        </pc:picChg>
        <pc:picChg chg="add del mod">
          <ac:chgData name="Owais Ahmed" userId="6abc7d4556b3b071" providerId="LiveId" clId="{36542103-18F1-477E-B1A3-2758C3E1EAA4}" dt="2023-03-01T08:28:17.476" v="2241"/>
          <ac:picMkLst>
            <pc:docMk/>
            <pc:sldMk cId="2564172473" sldId="2468"/>
            <ac:picMk id="1028" creationId="{2A67EFA5-7B75-527F-8245-7A648D1CBD3A}"/>
          </ac:picMkLst>
        </pc:picChg>
        <pc:picChg chg="add mod">
          <ac:chgData name="Owais Ahmed" userId="6abc7d4556b3b071" providerId="LiveId" clId="{36542103-18F1-477E-B1A3-2758C3E1EAA4}" dt="2023-03-01T08:28:28.253" v="2245" actId="1076"/>
          <ac:picMkLst>
            <pc:docMk/>
            <pc:sldMk cId="2564172473" sldId="2468"/>
            <ac:picMk id="1030" creationId="{937909F9-9B17-7819-16D9-0A5467D24F10}"/>
          </ac:picMkLst>
        </pc:picChg>
        <pc:picChg chg="add mod">
          <ac:chgData name="Owais Ahmed" userId="6abc7d4556b3b071" providerId="LiveId" clId="{36542103-18F1-477E-B1A3-2758C3E1EAA4}" dt="2023-03-01T08:29:01.821" v="2248" actId="1076"/>
          <ac:picMkLst>
            <pc:docMk/>
            <pc:sldMk cId="2564172473" sldId="2468"/>
            <ac:picMk id="1032" creationId="{7CBE8AC6-1EBF-7FB2-D6EB-F9BB600F73C3}"/>
          </ac:picMkLst>
        </pc:picChg>
        <pc:picChg chg="add mod">
          <ac:chgData name="Owais Ahmed" userId="6abc7d4556b3b071" providerId="LiveId" clId="{36542103-18F1-477E-B1A3-2758C3E1EAA4}" dt="2023-03-01T08:30:28.741" v="2296" actId="1076"/>
          <ac:picMkLst>
            <pc:docMk/>
            <pc:sldMk cId="2564172473" sldId="2468"/>
            <ac:picMk id="1034" creationId="{C1426860-0002-4F9C-A184-C2CEC2C2EE80}"/>
          </ac:picMkLst>
        </pc:picChg>
        <pc:picChg chg="add mod">
          <ac:chgData name="Owais Ahmed" userId="6abc7d4556b3b071" providerId="LiveId" clId="{36542103-18F1-477E-B1A3-2758C3E1EAA4}" dt="2023-03-01T08:31:47.817" v="2305" actId="1076"/>
          <ac:picMkLst>
            <pc:docMk/>
            <pc:sldMk cId="2564172473" sldId="2468"/>
            <ac:picMk id="1036" creationId="{75D01A3D-4670-7C8F-147C-FB516418D76A}"/>
          </ac:picMkLst>
        </pc:picChg>
        <pc:picChg chg="add mod">
          <ac:chgData name="Owais Ahmed" userId="6abc7d4556b3b071" providerId="LiveId" clId="{36542103-18F1-477E-B1A3-2758C3E1EAA4}" dt="2023-03-01T08:33:03.104" v="2317" actId="1076"/>
          <ac:picMkLst>
            <pc:docMk/>
            <pc:sldMk cId="2564172473" sldId="2468"/>
            <ac:picMk id="1038" creationId="{C88242AB-2EAA-BA69-5988-EDB7E50964EB}"/>
          </ac:picMkLst>
        </pc:picChg>
        <pc:picChg chg="add mod">
          <ac:chgData name="Owais Ahmed" userId="6abc7d4556b3b071" providerId="LiveId" clId="{36542103-18F1-477E-B1A3-2758C3E1EAA4}" dt="2023-03-01T08:34:43.048" v="2333" actId="1076"/>
          <ac:picMkLst>
            <pc:docMk/>
            <pc:sldMk cId="2564172473" sldId="2468"/>
            <ac:picMk id="1040" creationId="{5A8D6D8F-C097-A63B-FC87-5AAA61887AD8}"/>
          </ac:picMkLst>
        </pc:picChg>
        <pc:picChg chg="add mod">
          <ac:chgData name="Owais Ahmed" userId="6abc7d4556b3b071" providerId="LiveId" clId="{36542103-18F1-477E-B1A3-2758C3E1EAA4}" dt="2023-03-01T08:55:14.070" v="2656" actId="1076"/>
          <ac:picMkLst>
            <pc:docMk/>
            <pc:sldMk cId="2564172473" sldId="2468"/>
            <ac:picMk id="1042" creationId="{46AA148E-1148-E8E6-4A54-C7C189AFCED4}"/>
          </ac:picMkLst>
        </pc:picChg>
        <pc:picChg chg="add mod">
          <ac:chgData name="Owais Ahmed" userId="6abc7d4556b3b071" providerId="LiveId" clId="{36542103-18F1-477E-B1A3-2758C3E1EAA4}" dt="2023-03-01T08:37:51.965" v="2364" actId="1076"/>
          <ac:picMkLst>
            <pc:docMk/>
            <pc:sldMk cId="2564172473" sldId="2468"/>
            <ac:picMk id="1044" creationId="{1095811A-A7C8-B8F6-7CF5-11472B45F658}"/>
          </ac:picMkLst>
        </pc:picChg>
        <pc:picChg chg="add mod">
          <ac:chgData name="Owais Ahmed" userId="6abc7d4556b3b071" providerId="LiveId" clId="{36542103-18F1-477E-B1A3-2758C3E1EAA4}" dt="2023-03-01T08:40:09.827" v="2395" actId="1076"/>
          <ac:picMkLst>
            <pc:docMk/>
            <pc:sldMk cId="2564172473" sldId="2468"/>
            <ac:picMk id="1046" creationId="{4D5EC02C-232A-E9E5-EC01-B58D1804CA7D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48" creationId="{D468CF6D-A89A-19B5-3AE9-B6948626587B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0" creationId="{35738118-63CC-CB61-5B20-3C94196E8DF1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2" creationId="{BF7E1FFF-0CFA-27D4-9300-9C801C052FAA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4" creationId="{7FCC54F9-0056-984F-40DE-18E6FCB11BEC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8:51:51.165" v="2629" actId="478"/>
          <ac:picMkLst>
            <pc:docMk/>
            <pc:sldMk cId="2564172473" sldId="2468"/>
            <ac:picMk id="1058" creationId="{1F35332A-00C8-AF0E-F1B6-69B5DE71861E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8:52:59.251" v="2638"/>
          <ac:picMkLst>
            <pc:docMk/>
            <pc:sldMk cId="2564172473" sldId="2468"/>
            <ac:picMk id="1062" creationId="{4149B8C2-8A21-D6DE-97A4-30B459F15977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4" creationId="{0EFF1FD0-A435-B34D-C9E5-2A09341DAA14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4:33.706" v="2650" actId="478"/>
          <ac:picMkLst>
            <pc:docMk/>
            <pc:sldMk cId="2564172473" sldId="2468"/>
            <ac:picMk id="1068" creationId="{885917AC-0558-2F54-1E23-5FD0C2D83E0E}"/>
          </ac:picMkLst>
        </pc:picChg>
      </pc:sldChg>
      <pc:sldChg chg="addSp delSp modSp add mod modClrScheme modAnim chgLayout">
        <pc:chgData name="Owais Ahmed" userId="6abc7d4556b3b071" providerId="LiveId" clId="{36542103-18F1-477E-B1A3-2758C3E1EAA4}" dt="2023-03-01T09:06:11.459" v="3411" actId="20577"/>
        <pc:sldMkLst>
          <pc:docMk/>
          <pc:sldMk cId="1870517188" sldId="2469"/>
        </pc:sldMkLst>
        <pc:spChg chg="add del mod">
          <ac:chgData name="Owais Ahmed" userId="6abc7d4556b3b071" providerId="LiveId" clId="{36542103-18F1-477E-B1A3-2758C3E1EAA4}" dt="2023-03-01T09:00:26.499" v="2771" actId="478"/>
          <ac:spMkLst>
            <pc:docMk/>
            <pc:sldMk cId="1870517188" sldId="2469"/>
            <ac:spMk id="2" creationId="{CFF223DC-3CA3-FFF1-5576-45716986B769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3" creationId="{CABAE5EC-F67A-5744-393C-1F289C372DD4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4" creationId="{C5E72A6B-1CB4-081E-4D8D-6B4B558B9790}"/>
          </ac:spMkLst>
        </pc:spChg>
        <pc:spChg chg="mod ord">
          <ac:chgData name="Owais Ahmed" userId="6abc7d4556b3b071" providerId="LiveId" clId="{36542103-18F1-477E-B1A3-2758C3E1EAA4}" dt="2023-03-01T09:05:56.936" v="3399" actId="403"/>
          <ac:spMkLst>
            <pc:docMk/>
            <pc:sldMk cId="1870517188" sldId="2469"/>
            <ac:spMk id="5" creationId="{D6B5DCB6-4358-037D-2AAC-2F1B1119C12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6" creationId="{EE38476D-0BB4-3A9F-DC79-D3570EFF027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7" creationId="{7C450C07-660A-B2BE-8115-42CC21C5CC73}"/>
          </ac:spMkLst>
        </pc:spChg>
        <pc:spChg chg="mod">
          <ac:chgData name="Owais Ahmed" userId="6abc7d4556b3b071" providerId="LiveId" clId="{36542103-18F1-477E-B1A3-2758C3E1EAA4}" dt="2023-03-01T08:56:51.712" v="2733" actId="14100"/>
          <ac:spMkLst>
            <pc:docMk/>
            <pc:sldMk cId="1870517188" sldId="2469"/>
            <ac:spMk id="8" creationId="{FF8DF268-CC40-9C40-2D1C-E83401534CE9}"/>
          </ac:spMkLst>
        </pc:spChg>
        <pc:spChg chg="mod">
          <ac:chgData name="Owais Ahmed" userId="6abc7d4556b3b071" providerId="LiveId" clId="{36542103-18F1-477E-B1A3-2758C3E1EAA4}" dt="2023-03-01T09:06:11.459" v="3411" actId="20577"/>
          <ac:spMkLst>
            <pc:docMk/>
            <pc:sldMk cId="1870517188" sldId="2469"/>
            <ac:spMk id="9" creationId="{27EE95FA-7E6C-9450-66FD-4F118356AE19}"/>
          </ac:spMkLst>
        </pc:spChg>
        <pc:spChg chg="add del">
          <ac:chgData name="Owais Ahmed" userId="6abc7d4556b3b071" providerId="LiveId" clId="{36542103-18F1-477E-B1A3-2758C3E1EAA4}" dt="2023-03-01T09:00:21.672" v="2759" actId="478"/>
          <ac:spMkLst>
            <pc:docMk/>
            <pc:sldMk cId="1870517188" sldId="2469"/>
            <ac:spMk id="11" creationId="{7B1ABC8C-8F12-48B3-9A07-8DF4518AA28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2" creationId="{63842672-E58E-4703-D71C-40B913AB2591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3" creationId="{B380B516-64A4-B580-705A-1823F048689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4" creationId="{6831A05B-F344-060C-9501-A13DBCD9D296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5" creationId="{022E519C-6F64-34FA-749B-258C28A2A145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6" creationId="{4FCE375B-3296-F6D2-7C33-C17B227667B4}"/>
          </ac:spMkLst>
        </pc:spChg>
        <pc:spChg chg="add del mod">
          <ac:chgData name="Owais Ahmed" userId="6abc7d4556b3b071" providerId="LiveId" clId="{36542103-18F1-477E-B1A3-2758C3E1EAA4}" dt="2023-03-01T08:59:34.203" v="2749" actId="931"/>
          <ac:spMkLst>
            <pc:docMk/>
            <pc:sldMk cId="1870517188" sldId="2469"/>
            <ac:spMk id="19" creationId="{6ACB0E0D-1937-1BB7-4F07-CDF3D84F6802}"/>
          </ac:spMkLst>
        </pc:spChg>
        <pc:spChg chg="add del mod">
          <ac:chgData name="Owais Ahmed" userId="6abc7d4556b3b071" providerId="LiveId" clId="{36542103-18F1-477E-B1A3-2758C3E1EAA4}" dt="2023-03-01T08:59:33.840" v="2747" actId="931"/>
          <ac:spMkLst>
            <pc:docMk/>
            <pc:sldMk cId="1870517188" sldId="2469"/>
            <ac:spMk id="22" creationId="{F6EEB7DC-73FF-8889-788D-D5B9A985ACB1}"/>
          </ac:spMkLst>
        </pc:spChg>
        <pc:picChg chg="add del mod">
          <ac:chgData name="Owais Ahmed" userId="6abc7d4556b3b071" providerId="LiveId" clId="{36542103-18F1-477E-B1A3-2758C3E1EAA4}" dt="2023-03-01T08:59:34.203" v="2749" actId="931"/>
          <ac:picMkLst>
            <pc:docMk/>
            <pc:sldMk cId="1870517188" sldId="2469"/>
            <ac:picMk id="18" creationId="{65109187-29E0-0B88-4E4C-FA6D382572FE}"/>
          </ac:picMkLst>
        </pc:picChg>
        <pc:picChg chg="add del mod">
          <ac:chgData name="Owais Ahmed" userId="6abc7d4556b3b071" providerId="LiveId" clId="{36542103-18F1-477E-B1A3-2758C3E1EAA4}" dt="2023-03-01T08:59:33.840" v="2747" actId="931"/>
          <ac:picMkLst>
            <pc:docMk/>
            <pc:sldMk cId="1870517188" sldId="2469"/>
            <ac:picMk id="21" creationId="{9538D330-65EF-5591-62B2-C76901DED2B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26" creationId="{B52B6349-72B8-80CF-DA1C-C548617474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0" creationId="{937909F9-9B17-7819-16D9-0A5467D24F1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2" creationId="{7CBE8AC6-1EBF-7FB2-D6EB-F9BB600F73C3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4" creationId="{C1426860-0002-4F9C-A184-C2CEC2C2EE8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6" creationId="{75D01A3D-4670-7C8F-147C-FB516418D76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8" creationId="{C88242AB-2EAA-BA69-5988-EDB7E50964E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0" creationId="{5A8D6D8F-C097-A63B-FC87-5AAA61887AD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2" creationId="{46AA148E-1148-E8E6-4A54-C7C189AFCED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4" creationId="{1095811A-A7C8-B8F6-7CF5-11472B45F65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6" creationId="{4D5EC02C-232A-E9E5-EC01-B58D1804CA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8" creationId="{D468CF6D-A89A-19B5-3AE9-B6948626587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0" creationId="{35738118-63CC-CB61-5B20-3C94196E8DF1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2" creationId="{BF7E1FFF-0CFA-27D4-9300-9C801C052FA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4" creationId="{7FCC54F9-0056-984F-40DE-18E6FCB11BEC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4" creationId="{0EFF1FD0-A435-B34D-C9E5-2A09341DAA1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9:54.463" v="2753"/>
          <ac:picMkLst>
            <pc:docMk/>
            <pc:sldMk cId="1870517188" sldId="2469"/>
            <ac:picMk id="2050" creationId="{4AC6709D-0F5B-C721-8AFC-E0D67534FCA7}"/>
          </ac:picMkLst>
        </pc:picChg>
        <pc:picChg chg="add del mod">
          <ac:chgData name="Owais Ahmed" userId="6abc7d4556b3b071" providerId="LiveId" clId="{36542103-18F1-477E-B1A3-2758C3E1EAA4}" dt="2023-03-01T09:00:08.733" v="2755"/>
          <ac:picMkLst>
            <pc:docMk/>
            <pc:sldMk cId="1870517188" sldId="2469"/>
            <ac:picMk id="2052" creationId="{75ADEFA1-127A-A8D5-EDD2-560B13BFAF5E}"/>
          </ac:picMkLst>
        </pc:picChg>
        <pc:picChg chg="add del mod">
          <ac:chgData name="Owais Ahmed" userId="6abc7d4556b3b071" providerId="LiveId" clId="{36542103-18F1-477E-B1A3-2758C3E1EAA4}" dt="2023-03-01T09:00:18.137" v="2757"/>
          <ac:picMkLst>
            <pc:docMk/>
            <pc:sldMk cId="1870517188" sldId="2469"/>
            <ac:picMk id="2054" creationId="{85063C02-B830-F61C-A629-E105AA3CA561}"/>
          </ac:picMkLst>
        </pc:picChg>
      </pc:sldChg>
      <pc:sldChg chg="modSp add modAnim">
        <pc:chgData name="Owais Ahmed" userId="6abc7d4556b3b071" providerId="LiveId" clId="{36542103-18F1-477E-B1A3-2758C3E1EAA4}" dt="2023-03-01T09:06:39.417" v="3415"/>
        <pc:sldMkLst>
          <pc:docMk/>
          <pc:sldMk cId="773770613" sldId="2470"/>
        </pc:sldMkLst>
        <pc:spChg chg="mod">
          <ac:chgData name="Owais Ahmed" userId="6abc7d4556b3b071" providerId="LiveId" clId="{36542103-18F1-477E-B1A3-2758C3E1EAA4}" dt="2023-03-01T09:06:39.417" v="3415"/>
          <ac:spMkLst>
            <pc:docMk/>
            <pc:sldMk cId="773770613" sldId="2470"/>
            <ac:spMk id="5" creationId="{D6B5DCB6-4358-037D-2AAC-2F1B1119C128}"/>
          </ac:spMkLst>
        </pc:spChg>
      </pc:sldChg>
      <pc:sldChg chg="modSp add mod modAnim">
        <pc:chgData name="Owais Ahmed" userId="6abc7d4556b3b071" providerId="LiveId" clId="{36542103-18F1-477E-B1A3-2758C3E1EAA4}" dt="2023-03-01T09:11:37.101" v="3780" actId="20577"/>
        <pc:sldMkLst>
          <pc:docMk/>
          <pc:sldMk cId="246082422" sldId="2471"/>
        </pc:sldMkLst>
        <pc:spChg chg="mod">
          <ac:chgData name="Owais Ahmed" userId="6abc7d4556b3b071" providerId="LiveId" clId="{36542103-18F1-477E-B1A3-2758C3E1EAA4}" dt="2023-03-01T09:11:36.476" v="3779" actId="20577"/>
          <ac:spMkLst>
            <pc:docMk/>
            <pc:sldMk cId="246082422" sldId="2471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08:09.846" v="3439" actId="20577"/>
          <ac:spMkLst>
            <pc:docMk/>
            <pc:sldMk cId="246082422" sldId="2471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9:12:54.212" v="3802" actId="20577"/>
        <pc:sldMkLst>
          <pc:docMk/>
          <pc:sldMk cId="104746486" sldId="2472"/>
        </pc:sldMkLst>
        <pc:spChg chg="mod">
          <ac:chgData name="Owais Ahmed" userId="6abc7d4556b3b071" providerId="LiveId" clId="{36542103-18F1-477E-B1A3-2758C3E1EAA4}" dt="2023-03-01T09:12:54.212" v="3802" actId="20577"/>
          <ac:spMkLst>
            <pc:docMk/>
            <pc:sldMk cId="104746486" sldId="2472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12:06.290" v="3789" actId="20577"/>
          <ac:spMkLst>
            <pc:docMk/>
            <pc:sldMk cId="104746486" sldId="2472"/>
            <ac:spMk id="9" creationId="{27EE95FA-7E6C-9450-66FD-4F118356AE19}"/>
          </ac:spMkLst>
        </pc:spChg>
      </pc:sldChg>
    </pc:docChg>
  </pc:docChgLst>
  <pc:docChgLst>
    <pc:chgData name="Owais Ahmed" userId="6abc7d4556b3b071" providerId="LiveId" clId="{F7D2E12A-CC47-45F8-B963-B58408823847}"/>
    <pc:docChg chg="undo redo custSel addSld delSld modSld sldOrd">
      <pc:chgData name="Owais Ahmed" userId="6abc7d4556b3b071" providerId="LiveId" clId="{F7D2E12A-CC47-45F8-B963-B58408823847}" dt="2023-03-18T15:36:19.546" v="4623" actId="47"/>
      <pc:docMkLst>
        <pc:docMk/>
      </pc:docMkLst>
      <pc:sldChg chg="modSp mod modNotesTx">
        <pc:chgData name="Owais Ahmed" userId="6abc7d4556b3b071" providerId="LiveId" clId="{F7D2E12A-CC47-45F8-B963-B58408823847}" dt="2023-03-18T12:52:27.938" v="1297" actId="20577"/>
        <pc:sldMkLst>
          <pc:docMk/>
          <pc:sldMk cId="1401833206" sldId="2498"/>
        </pc:sldMkLst>
        <pc:spChg chg="mod">
          <ac:chgData name="Owais Ahmed" userId="6abc7d4556b3b071" providerId="LiveId" clId="{F7D2E12A-CC47-45F8-B963-B58408823847}" dt="2023-03-18T12:52:27.938" v="1297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2:34:38.900" v="190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3:16:04.134" v="2156" actId="20577"/>
        <pc:sldMkLst>
          <pc:docMk/>
          <pc:sldMk cId="2488591089" sldId="2499"/>
        </pc:sldMkLst>
        <pc:spChg chg="mod">
          <ac:chgData name="Owais Ahmed" userId="6abc7d4556b3b071" providerId="LiveId" clId="{F7D2E12A-CC47-45F8-B963-B58408823847}" dt="2023-03-18T12:56:15.685" v="1461" actId="20577"/>
          <ac:spMkLst>
            <pc:docMk/>
            <pc:sldMk cId="2488591089" sldId="2499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4.134" v="2156" actId="20577"/>
          <ac:spMkLst>
            <pc:docMk/>
            <pc:sldMk cId="2488591089" sldId="249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16:01.645" v="2154" actId="20577"/>
        <pc:sldMkLst>
          <pc:docMk/>
          <pc:sldMk cId="1696626642" sldId="2500"/>
        </pc:sldMkLst>
        <pc:spChg chg="mod">
          <ac:chgData name="Owais Ahmed" userId="6abc7d4556b3b071" providerId="LiveId" clId="{F7D2E12A-CC47-45F8-B963-B58408823847}" dt="2023-03-18T13:15:09.007" v="2113"/>
          <ac:spMkLst>
            <pc:docMk/>
            <pc:sldMk cId="1696626642" sldId="2500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1.645" v="2154" actId="20577"/>
          <ac:spMkLst>
            <pc:docMk/>
            <pc:sldMk cId="1696626642" sldId="2500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35:42.760" v="2800" actId="20577"/>
        <pc:sldMkLst>
          <pc:docMk/>
          <pc:sldMk cId="3652868979" sldId="2501"/>
        </pc:sldMkLst>
        <pc:spChg chg="mod">
          <ac:chgData name="Owais Ahmed" userId="6abc7d4556b3b071" providerId="LiveId" clId="{F7D2E12A-CC47-45F8-B963-B58408823847}" dt="2023-03-18T13:35:42.760" v="2800" actId="20577"/>
          <ac:spMkLst>
            <pc:docMk/>
            <pc:sldMk cId="3652868979" sldId="2501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10.899" v="2167" actId="5793"/>
          <ac:spMkLst>
            <pc:docMk/>
            <pc:sldMk cId="3652868979" sldId="2501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39:52.180" v="3193" actId="20577"/>
        <pc:sldMkLst>
          <pc:docMk/>
          <pc:sldMk cId="4262776764" sldId="2502"/>
        </pc:sldMkLst>
        <pc:spChg chg="mod">
          <ac:chgData name="Owais Ahmed" userId="6abc7d4556b3b071" providerId="LiveId" clId="{F7D2E12A-CC47-45F8-B963-B58408823847}" dt="2023-03-18T13:39:52.180" v="3193" actId="20577"/>
          <ac:spMkLst>
            <pc:docMk/>
            <pc:sldMk cId="4262776764" sldId="2502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36:07.323" v="2808" actId="20577"/>
          <ac:spMkLst>
            <pc:docMk/>
            <pc:sldMk cId="4262776764" sldId="2502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45:52.156" v="3733" actId="20577"/>
        <pc:sldMkLst>
          <pc:docMk/>
          <pc:sldMk cId="3975834223" sldId="2503"/>
        </pc:sldMkLst>
        <pc:spChg chg="mod">
          <ac:chgData name="Owais Ahmed" userId="6abc7d4556b3b071" providerId="LiveId" clId="{F7D2E12A-CC47-45F8-B963-B58408823847}" dt="2023-03-18T13:45:52.156" v="3733" actId="20577"/>
          <ac:spMkLst>
            <pc:docMk/>
            <pc:sldMk cId="3975834223" sldId="2503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0:17.840" v="3201" actId="20577"/>
          <ac:spMkLst>
            <pc:docMk/>
            <pc:sldMk cId="3975834223" sldId="2503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4:42:26.928" v="4070" actId="20577"/>
        <pc:sldMkLst>
          <pc:docMk/>
          <pc:sldMk cId="3687126207" sldId="2504"/>
        </pc:sldMkLst>
        <pc:spChg chg="mod">
          <ac:chgData name="Owais Ahmed" userId="6abc7d4556b3b071" providerId="LiveId" clId="{F7D2E12A-CC47-45F8-B963-B58408823847}" dt="2023-03-18T14:42:26.928" v="4070" actId="20577"/>
          <ac:spMkLst>
            <pc:docMk/>
            <pc:sldMk cId="3687126207" sldId="2504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8:19.523" v="3741" actId="20577"/>
          <ac:spMkLst>
            <pc:docMk/>
            <pc:sldMk cId="3687126207" sldId="2504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5:05:20.435" v="4314" actId="20577"/>
        <pc:sldMkLst>
          <pc:docMk/>
          <pc:sldMk cId="357785969" sldId="2505"/>
        </pc:sldMkLst>
        <pc:spChg chg="mod">
          <ac:chgData name="Owais Ahmed" userId="6abc7d4556b3b071" providerId="LiveId" clId="{F7D2E12A-CC47-45F8-B963-B58408823847}" dt="2023-03-18T15:04:55.499" v="4219" actId="20577"/>
          <ac:spMkLst>
            <pc:docMk/>
            <pc:sldMk cId="357785969" sldId="2505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05:01.865" v="4235" actId="20577"/>
          <ac:spMkLst>
            <pc:docMk/>
            <pc:sldMk cId="357785969" sldId="2505"/>
            <ac:spMk id="215" creationId="{00000000-0000-0000-0000-000000000000}"/>
          </ac:spMkLst>
        </pc:spChg>
      </pc:sldChg>
      <pc:sldChg chg="modSp add del mod ord">
        <pc:chgData name="Owais Ahmed" userId="6abc7d4556b3b071" providerId="LiveId" clId="{F7D2E12A-CC47-45F8-B963-B58408823847}" dt="2023-03-18T15:36:09.573" v="4621" actId="20577"/>
        <pc:sldMkLst>
          <pc:docMk/>
          <pc:sldMk cId="3997071868" sldId="2506"/>
        </pc:sldMkLst>
        <pc:spChg chg="mod">
          <ac:chgData name="Owais Ahmed" userId="6abc7d4556b3b071" providerId="LiveId" clId="{F7D2E12A-CC47-45F8-B963-B58408823847}" dt="2023-03-18T15:36:09.573" v="4621" actId="20577"/>
          <ac:spMkLst>
            <pc:docMk/>
            <pc:sldMk cId="3997071868" sldId="2506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27:51.694" v="4361" actId="5793"/>
          <ac:spMkLst>
            <pc:docMk/>
            <pc:sldMk cId="3997071868" sldId="2506"/>
            <ac:spMk id="215" creationId="{00000000-0000-0000-0000-000000000000}"/>
          </ac:spMkLst>
        </pc:spChg>
      </pc:sldChg>
      <pc:sldChg chg="add del">
        <pc:chgData name="Owais Ahmed" userId="6abc7d4556b3b071" providerId="LiveId" clId="{F7D2E12A-CC47-45F8-B963-B58408823847}" dt="2023-03-18T15:36:19.546" v="4623" actId="47"/>
        <pc:sldMkLst>
          <pc:docMk/>
          <pc:sldMk cId="3595565126" sldId="2507"/>
        </pc:sldMkLst>
      </pc:sldChg>
    </pc:docChg>
  </pc:docChgLst>
  <pc:docChgLst>
    <pc:chgData name="Owais Ahmed" userId="6abc7d4556b3b071" providerId="LiveId" clId="{34695503-CF25-4871-9EA9-61F2B2450D0B}"/>
    <pc:docChg chg="addSld modSld">
      <pc:chgData name="Owais Ahmed" userId="6abc7d4556b3b071" providerId="LiveId" clId="{34695503-CF25-4871-9EA9-61F2B2450D0B}" dt="2023-03-15T07:12:17.527" v="32" actId="20577"/>
      <pc:docMkLst>
        <pc:docMk/>
      </pc:docMkLst>
      <pc:sldChg chg="modSp mod">
        <pc:chgData name="Owais Ahmed" userId="6abc7d4556b3b071" providerId="LiveId" clId="{34695503-CF25-4871-9EA9-61F2B2450D0B}" dt="2023-03-15T07:11:38.843" v="2" actId="20577"/>
        <pc:sldMkLst>
          <pc:docMk/>
          <pc:sldMk cId="1020505974" sldId="2503"/>
        </pc:sldMkLst>
        <pc:spChg chg="mod">
          <ac:chgData name="Owais Ahmed" userId="6abc7d4556b3b071" providerId="LiveId" clId="{34695503-CF25-4871-9EA9-61F2B2450D0B}" dt="2023-03-15T07:11:38.843" v="2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modSp mod modNotesTx">
        <pc:chgData name="Owais Ahmed" userId="6abc7d4556b3b071" providerId="LiveId" clId="{34695503-CF25-4871-9EA9-61F2B2450D0B}" dt="2023-03-15T07:12:17.527" v="32" actId="20577"/>
        <pc:sldMkLst>
          <pc:docMk/>
          <pc:sldMk cId="3110229929" sldId="2505"/>
        </pc:sldMkLst>
        <pc:spChg chg="mod">
          <ac:chgData name="Owais Ahmed" userId="6abc7d4556b3b071" providerId="LiveId" clId="{34695503-CF25-4871-9EA9-61F2B2450D0B}" dt="2023-03-15T07:12:17.527" v="32" actId="20577"/>
          <ac:spMkLst>
            <pc:docMk/>
            <pc:sldMk cId="3110229929" sldId="2505"/>
            <ac:spMk id="5" creationId="{C7480DFC-04C3-BB80-21C9-D940F6237932}"/>
          </ac:spMkLst>
        </pc:spChg>
      </pc:sldChg>
      <pc:sldChg chg="add">
        <pc:chgData name="Owais Ahmed" userId="6abc7d4556b3b071" providerId="LiveId" clId="{34695503-CF25-4871-9EA9-61F2B2450D0B}" dt="2023-03-15T07:10:38.975" v="0" actId="2890"/>
        <pc:sldMkLst>
          <pc:docMk/>
          <pc:sldMk cId="3081681808" sldId="2512"/>
        </pc:sldMkLst>
      </pc:sldChg>
    </pc:docChg>
  </pc:docChgLst>
  <pc:docChgLst>
    <pc:chgData name="Owais Ahmed" userId="6abc7d4556b3b071" providerId="LiveId" clId="{6234E53E-BBBE-4BA7-991E-434376AE7195}"/>
    <pc:docChg chg="undo redo custSel addSld delSld modSld sldOrd">
      <pc:chgData name="Owais Ahmed" userId="6abc7d4556b3b071" providerId="LiveId" clId="{6234E53E-BBBE-4BA7-991E-434376AE7195}" dt="2023-03-18T19:01:45.060" v="2213" actId="20577"/>
      <pc:docMkLst>
        <pc:docMk/>
      </pc:docMkLst>
      <pc:sldChg chg="modSp mod">
        <pc:chgData name="Owais Ahmed" userId="6abc7d4556b3b071" providerId="LiveId" clId="{6234E53E-BBBE-4BA7-991E-434376AE7195}" dt="2023-03-18T18:33:40.037" v="1866" actId="20577"/>
        <pc:sldMkLst>
          <pc:docMk/>
          <pc:sldMk cId="1649098948" sldId="2462"/>
        </pc:sldMkLst>
        <pc:spChg chg="mod">
          <ac:chgData name="Owais Ahmed" userId="6abc7d4556b3b071" providerId="LiveId" clId="{6234E53E-BBBE-4BA7-991E-434376AE7195}" dt="2023-03-18T18:33:40.037" v="186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234E53E-BBBE-4BA7-991E-434376AE7195}" dt="2023-03-18T15:46:28.918" v="72" actId="47"/>
        <pc:sldMkLst>
          <pc:docMk/>
          <pc:sldMk cId="2392008630" sldId="2486"/>
        </pc:sldMkLst>
      </pc:sldChg>
      <pc:sldChg chg="del">
        <pc:chgData name="Owais Ahmed" userId="6abc7d4556b3b071" providerId="LiveId" clId="{6234E53E-BBBE-4BA7-991E-434376AE7195}" dt="2023-03-18T15:46:28.247" v="71" actId="47"/>
        <pc:sldMkLst>
          <pc:docMk/>
          <pc:sldMk cId="1924801277" sldId="2487"/>
        </pc:sldMkLst>
      </pc:sldChg>
      <pc:sldChg chg="del">
        <pc:chgData name="Owais Ahmed" userId="6abc7d4556b3b071" providerId="LiveId" clId="{6234E53E-BBBE-4BA7-991E-434376AE7195}" dt="2023-03-18T15:46:31.026" v="73" actId="47"/>
        <pc:sldMkLst>
          <pc:docMk/>
          <pc:sldMk cId="2438268924" sldId="2488"/>
        </pc:sldMkLst>
      </pc:sldChg>
      <pc:sldChg chg="del">
        <pc:chgData name="Owais Ahmed" userId="6abc7d4556b3b071" providerId="LiveId" clId="{6234E53E-BBBE-4BA7-991E-434376AE7195}" dt="2023-03-18T15:46:31.848" v="74" actId="47"/>
        <pc:sldMkLst>
          <pc:docMk/>
          <pc:sldMk cId="2535675126" sldId="2489"/>
        </pc:sldMkLst>
      </pc:sldChg>
      <pc:sldChg chg="del">
        <pc:chgData name="Owais Ahmed" userId="6abc7d4556b3b071" providerId="LiveId" clId="{6234E53E-BBBE-4BA7-991E-434376AE7195}" dt="2023-03-18T15:46:33.217" v="75" actId="47"/>
        <pc:sldMkLst>
          <pc:docMk/>
          <pc:sldMk cId="1482311959" sldId="2490"/>
        </pc:sldMkLst>
      </pc:sldChg>
      <pc:sldChg chg="del">
        <pc:chgData name="Owais Ahmed" userId="6abc7d4556b3b071" providerId="LiveId" clId="{6234E53E-BBBE-4BA7-991E-434376AE7195}" dt="2023-03-18T15:46:33.647" v="76" actId="47"/>
        <pc:sldMkLst>
          <pc:docMk/>
          <pc:sldMk cId="2034277488" sldId="2491"/>
        </pc:sldMkLst>
      </pc:sldChg>
      <pc:sldChg chg="del">
        <pc:chgData name="Owais Ahmed" userId="6abc7d4556b3b071" providerId="LiveId" clId="{6234E53E-BBBE-4BA7-991E-434376AE7195}" dt="2023-03-18T15:46:36.782" v="78" actId="47"/>
        <pc:sldMkLst>
          <pc:docMk/>
          <pc:sldMk cId="1475048650" sldId="2492"/>
        </pc:sldMkLst>
      </pc:sldChg>
      <pc:sldChg chg="del">
        <pc:chgData name="Owais Ahmed" userId="6abc7d4556b3b071" providerId="LiveId" clId="{6234E53E-BBBE-4BA7-991E-434376AE7195}" dt="2023-03-18T15:46:35.387" v="77" actId="47"/>
        <pc:sldMkLst>
          <pc:docMk/>
          <pc:sldMk cId="2816993553" sldId="2493"/>
        </pc:sldMkLst>
      </pc:sldChg>
      <pc:sldChg chg="modSp del modAnim">
        <pc:chgData name="Owais Ahmed" userId="6abc7d4556b3b071" providerId="LiveId" clId="{6234E53E-BBBE-4BA7-991E-434376AE7195}" dt="2023-03-18T15:46:42.424" v="80" actId="47"/>
        <pc:sldMkLst>
          <pc:docMk/>
          <pc:sldMk cId="3909228132" sldId="2494"/>
        </pc:sldMkLst>
        <pc:spChg chg="mod">
          <ac:chgData name="Owais Ahmed" userId="6abc7d4556b3b071" providerId="LiveId" clId="{6234E53E-BBBE-4BA7-991E-434376AE7195}" dt="2023-03-18T15:46:39.987" v="79" actId="6549"/>
          <ac:spMkLst>
            <pc:docMk/>
            <pc:sldMk cId="3909228132" sldId="2494"/>
            <ac:spMk id="3" creationId="{4A1C0383-58FE-E486-295E-B33B8683B938}"/>
          </ac:spMkLst>
        </pc:spChg>
      </pc:sldChg>
      <pc:sldChg chg="modSp del mod">
        <pc:chgData name="Owais Ahmed" userId="6abc7d4556b3b071" providerId="LiveId" clId="{6234E53E-BBBE-4BA7-991E-434376AE7195}" dt="2023-03-18T15:46:51.351" v="86" actId="47"/>
        <pc:sldMkLst>
          <pc:docMk/>
          <pc:sldMk cId="2416465802" sldId="2495"/>
        </pc:sldMkLst>
        <pc:spChg chg="mod">
          <ac:chgData name="Owais Ahmed" userId="6abc7d4556b3b071" providerId="LiveId" clId="{6234E53E-BBBE-4BA7-991E-434376AE7195}" dt="2023-03-18T15:46:45.737" v="81" actId="6549"/>
          <ac:spMkLst>
            <pc:docMk/>
            <pc:sldMk cId="2416465802" sldId="2495"/>
            <ac:spMk id="3" creationId="{4A1C0383-58FE-E486-295E-B33B8683B938}"/>
          </ac:spMkLst>
        </pc:spChg>
      </pc:sldChg>
      <pc:sldChg chg="del">
        <pc:chgData name="Owais Ahmed" userId="6abc7d4556b3b071" providerId="LiveId" clId="{6234E53E-BBBE-4BA7-991E-434376AE7195}" dt="2023-03-18T15:46:47.637" v="82" actId="47"/>
        <pc:sldMkLst>
          <pc:docMk/>
          <pc:sldMk cId="2362747596" sldId="2496"/>
        </pc:sldMkLst>
      </pc:sldChg>
      <pc:sldChg chg="del">
        <pc:chgData name="Owais Ahmed" userId="6abc7d4556b3b071" providerId="LiveId" clId="{6234E53E-BBBE-4BA7-991E-434376AE7195}" dt="2023-03-18T15:46:48.208" v="83" actId="47"/>
        <pc:sldMkLst>
          <pc:docMk/>
          <pc:sldMk cId="3096876490" sldId="2497"/>
        </pc:sldMkLst>
      </pc:sldChg>
      <pc:sldChg chg="modSp mod modNotesTx">
        <pc:chgData name="Owais Ahmed" userId="6abc7d4556b3b071" providerId="LiveId" clId="{6234E53E-BBBE-4BA7-991E-434376AE7195}" dt="2023-03-18T15:52:40.113" v="681" actId="20577"/>
        <pc:sldMkLst>
          <pc:docMk/>
          <pc:sldMk cId="1401833206" sldId="2498"/>
        </pc:sldMkLst>
        <pc:spChg chg="mod">
          <ac:chgData name="Owais Ahmed" userId="6abc7d4556b3b071" providerId="LiveId" clId="{6234E53E-BBBE-4BA7-991E-434376AE7195}" dt="2023-03-18T15:52:40.113" v="681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5:47:17.739" v="126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6234E53E-BBBE-4BA7-991E-434376AE7195}" dt="2023-03-18T17:58:41.057" v="1132" actId="20577"/>
        <pc:sldMkLst>
          <pc:docMk/>
          <pc:sldMk cId="582216619" sldId="2499"/>
        </pc:sldMkLst>
        <pc:spChg chg="mod">
          <ac:chgData name="Owais Ahmed" userId="6abc7d4556b3b071" providerId="LiveId" clId="{6234E53E-BBBE-4BA7-991E-434376AE7195}" dt="2023-03-18T16:05:29.908" v="1107" actId="20577"/>
          <ac:spMkLst>
            <pc:docMk/>
            <pc:sldMk cId="582216619" sldId="2499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41.057" v="1132" actId="20577"/>
          <ac:spMkLst>
            <pc:docMk/>
            <pc:sldMk cId="582216619" sldId="2499"/>
            <ac:spMk id="215" creationId="{00000000-0000-0000-0000-000000000000}"/>
          </ac:spMkLst>
        </pc:spChg>
      </pc:sldChg>
      <pc:sldChg chg="del">
        <pc:chgData name="Owais Ahmed" userId="6abc7d4556b3b071" providerId="LiveId" clId="{6234E53E-BBBE-4BA7-991E-434376AE7195}" dt="2023-03-18T15:46:54.120" v="88" actId="47"/>
        <pc:sldMkLst>
          <pc:docMk/>
          <pc:sldMk cId="2488591089" sldId="2499"/>
        </pc:sldMkLst>
      </pc:sldChg>
      <pc:sldChg chg="modSp add mod">
        <pc:chgData name="Owais Ahmed" userId="6abc7d4556b3b071" providerId="LiveId" clId="{6234E53E-BBBE-4BA7-991E-434376AE7195}" dt="2023-03-18T19:01:45.060" v="2213" actId="20577"/>
        <pc:sldMkLst>
          <pc:docMk/>
          <pc:sldMk cId="1074617271" sldId="2500"/>
        </pc:sldMkLst>
        <pc:spChg chg="mod">
          <ac:chgData name="Owais Ahmed" userId="6abc7d4556b3b071" providerId="LiveId" clId="{6234E53E-BBBE-4BA7-991E-434376AE7195}" dt="2023-03-18T19:01:45.060" v="2213" actId="20577"/>
          <ac:spMkLst>
            <pc:docMk/>
            <pc:sldMk cId="1074617271" sldId="2500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52.080" v="1153" actId="20577"/>
          <ac:spMkLst>
            <pc:docMk/>
            <pc:sldMk cId="1074617271" sldId="2500"/>
            <ac:spMk id="215" creationId="{00000000-0000-0000-0000-000000000000}"/>
          </ac:spMkLst>
        </pc:spChg>
      </pc:sldChg>
      <pc:sldChg chg="add del ord">
        <pc:chgData name="Owais Ahmed" userId="6abc7d4556b3b071" providerId="LiveId" clId="{6234E53E-BBBE-4BA7-991E-434376AE7195}" dt="2023-03-18T16:05:46.049" v="1111" actId="47"/>
        <pc:sldMkLst>
          <pc:docMk/>
          <pc:sldMk cId="1466414012" sldId="2500"/>
        </pc:sldMkLst>
      </pc:sldChg>
      <pc:sldChg chg="del">
        <pc:chgData name="Owais Ahmed" userId="6abc7d4556b3b071" providerId="LiveId" clId="{6234E53E-BBBE-4BA7-991E-434376AE7195}" dt="2023-03-18T15:46:54.546" v="89" actId="47"/>
        <pc:sldMkLst>
          <pc:docMk/>
          <pc:sldMk cId="1696626642" sldId="2500"/>
        </pc:sldMkLst>
      </pc:sldChg>
      <pc:sldChg chg="del">
        <pc:chgData name="Owais Ahmed" userId="6abc7d4556b3b071" providerId="LiveId" clId="{6234E53E-BBBE-4BA7-991E-434376AE7195}" dt="2023-03-18T15:46:54.857" v="90" actId="47"/>
        <pc:sldMkLst>
          <pc:docMk/>
          <pc:sldMk cId="3652868979" sldId="2501"/>
        </pc:sldMkLst>
      </pc:sldChg>
      <pc:sldChg chg="del">
        <pc:chgData name="Owais Ahmed" userId="6abc7d4556b3b071" providerId="LiveId" clId="{6234E53E-BBBE-4BA7-991E-434376AE7195}" dt="2023-03-18T15:46:55.233" v="91" actId="47"/>
        <pc:sldMkLst>
          <pc:docMk/>
          <pc:sldMk cId="4262776764" sldId="2502"/>
        </pc:sldMkLst>
      </pc:sldChg>
      <pc:sldChg chg="del">
        <pc:chgData name="Owais Ahmed" userId="6abc7d4556b3b071" providerId="LiveId" clId="{6234E53E-BBBE-4BA7-991E-434376AE7195}" dt="2023-03-18T15:46:55.691" v="92" actId="47"/>
        <pc:sldMkLst>
          <pc:docMk/>
          <pc:sldMk cId="3975834223" sldId="2503"/>
        </pc:sldMkLst>
      </pc:sldChg>
      <pc:sldChg chg="del">
        <pc:chgData name="Owais Ahmed" userId="6abc7d4556b3b071" providerId="LiveId" clId="{6234E53E-BBBE-4BA7-991E-434376AE7195}" dt="2023-03-18T15:46:56.259" v="93" actId="47"/>
        <pc:sldMkLst>
          <pc:docMk/>
          <pc:sldMk cId="3687126207" sldId="2504"/>
        </pc:sldMkLst>
      </pc:sldChg>
      <pc:sldChg chg="del">
        <pc:chgData name="Owais Ahmed" userId="6abc7d4556b3b071" providerId="LiveId" clId="{6234E53E-BBBE-4BA7-991E-434376AE7195}" dt="2023-03-18T15:46:58.435" v="94" actId="47"/>
        <pc:sldMkLst>
          <pc:docMk/>
          <pc:sldMk cId="357785969" sldId="2505"/>
        </pc:sldMkLst>
      </pc:sldChg>
      <pc:sldChg chg="del">
        <pc:chgData name="Owais Ahmed" userId="6abc7d4556b3b071" providerId="LiveId" clId="{6234E53E-BBBE-4BA7-991E-434376AE7195}" dt="2023-03-18T15:47:00.245" v="95" actId="47"/>
        <pc:sldMkLst>
          <pc:docMk/>
          <pc:sldMk cId="3997071868" sldId="2506"/>
        </pc:sldMkLst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57AE1D6D-A5CE-4F6A-9493-265C0424249A}"/>
    <pc:docChg chg="undo custSel addSld delSld modSld sldOrd">
      <pc:chgData name="Owais Ahmed" userId="6abc7d4556b3b071" providerId="LiveId" clId="{57AE1D6D-A5CE-4F6A-9493-265C0424249A}" dt="2023-03-06T10:20:29.035" v="8275" actId="20577"/>
      <pc:docMkLst>
        <pc:docMk/>
      </pc:docMkLst>
      <pc:sldChg chg="del">
        <pc:chgData name="Owais Ahmed" userId="6abc7d4556b3b071" providerId="LiveId" clId="{57AE1D6D-A5CE-4F6A-9493-265C0424249A}" dt="2023-03-06T05:11:24.272" v="23" actId="47"/>
        <pc:sldMkLst>
          <pc:docMk/>
          <pc:sldMk cId="4226644250" sldId="256"/>
        </pc:sldMkLst>
      </pc:sldChg>
      <pc:sldChg chg="modSp mod">
        <pc:chgData name="Owais Ahmed" userId="6abc7d4556b3b071" providerId="LiveId" clId="{57AE1D6D-A5CE-4F6A-9493-265C0424249A}" dt="2023-03-06T10:09:34.467" v="7171" actId="14100"/>
        <pc:sldMkLst>
          <pc:docMk/>
          <pc:sldMk cId="1649098948" sldId="2462"/>
        </pc:sldMkLst>
        <pc:spChg chg="mod">
          <ac:chgData name="Owais Ahmed" userId="6abc7d4556b3b071" providerId="LiveId" clId="{57AE1D6D-A5CE-4F6A-9493-265C0424249A}" dt="2023-03-06T10:09:34.467" v="7171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7AE1D6D-A5CE-4F6A-9493-265C0424249A}" dt="2023-03-06T05:11:24.562" v="24" actId="47"/>
        <pc:sldMkLst>
          <pc:docMk/>
          <pc:sldMk cId="3603977170" sldId="2463"/>
        </pc:sldMkLst>
      </pc:sldChg>
      <pc:sldChg chg="del">
        <pc:chgData name="Owais Ahmed" userId="6abc7d4556b3b071" providerId="LiveId" clId="{57AE1D6D-A5CE-4F6A-9493-265C0424249A}" dt="2023-03-06T05:11:28.254" v="26" actId="47"/>
        <pc:sldMkLst>
          <pc:docMk/>
          <pc:sldMk cId="2797597492" sldId="2465"/>
        </pc:sldMkLst>
      </pc:sldChg>
      <pc:sldChg chg="del">
        <pc:chgData name="Owais Ahmed" userId="6abc7d4556b3b071" providerId="LiveId" clId="{57AE1D6D-A5CE-4F6A-9493-265C0424249A}" dt="2023-03-06T05:11:30.359" v="27" actId="47"/>
        <pc:sldMkLst>
          <pc:docMk/>
          <pc:sldMk cId="1288171314" sldId="2466"/>
        </pc:sldMkLst>
      </pc:sldChg>
      <pc:sldChg chg="modSp mod modAnim">
        <pc:chgData name="Owais Ahmed" userId="6abc7d4556b3b071" providerId="LiveId" clId="{57AE1D6D-A5CE-4F6A-9493-265C0424249A}" dt="2023-03-06T05:19:20.537" v="161" actId="404"/>
        <pc:sldMkLst>
          <pc:docMk/>
          <pc:sldMk cId="2835548672" sldId="2467"/>
        </pc:sldMkLst>
        <pc:spChg chg="mod">
          <ac:chgData name="Owais Ahmed" userId="6abc7d4556b3b071" providerId="LiveId" clId="{57AE1D6D-A5CE-4F6A-9493-265C0424249A}" dt="2023-03-06T05:19:20.537" v="161" actId="404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15:03.624" v="62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mod ord addAnim delAnim modAnim">
        <pc:chgData name="Owais Ahmed" userId="6abc7d4556b3b071" providerId="LiveId" clId="{57AE1D6D-A5CE-4F6A-9493-265C0424249A}" dt="2023-03-06T06:05:48.465" v="2208" actId="20577"/>
        <pc:sldMkLst>
          <pc:docMk/>
          <pc:sldMk cId="2564172473" sldId="2468"/>
        </pc:sldMkLst>
        <pc:spChg chg="add del mod">
          <ac:chgData name="Owais Ahmed" userId="6abc7d4556b3b071" providerId="LiveId" clId="{57AE1D6D-A5CE-4F6A-9493-265C0424249A}" dt="2023-03-06T05:49:20.706" v="1553" actId="478"/>
          <ac:spMkLst>
            <pc:docMk/>
            <pc:sldMk cId="2564172473" sldId="2468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5:52:36.035" v="1736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49:00.023" v="1547" actId="20577"/>
          <ac:spMkLst>
            <pc:docMk/>
            <pc:sldMk cId="2564172473" sldId="2468"/>
            <ac:spMk id="9" creationId="{27EE95FA-7E6C-9450-66FD-4F118356AE19}"/>
          </ac:spMkLst>
        </pc:spChg>
        <pc:graphicFrameChg chg="add mod modGraphic">
          <ac:chgData name="Owais Ahmed" userId="6abc7d4556b3b071" providerId="LiveId" clId="{57AE1D6D-A5CE-4F6A-9493-265C0424249A}" dt="2023-03-06T06:05:48.465" v="2208" actId="20577"/>
          <ac:graphicFrameMkLst>
            <pc:docMk/>
            <pc:sldMk cId="2564172473" sldId="2468"/>
            <ac:graphicFrameMk id="3" creationId="{9AEEB574-55E6-EBD0-248C-E37F602D2887}"/>
          </ac:graphicFrameMkLst>
        </pc:graphicFrameChg>
        <pc:picChg chg="del">
          <ac:chgData name="Owais Ahmed" userId="6abc7d4556b3b071" providerId="LiveId" clId="{57AE1D6D-A5CE-4F6A-9493-265C0424249A}" dt="2023-03-06T05:14:20.863" v="48" actId="478"/>
          <ac:picMkLst>
            <pc:docMk/>
            <pc:sldMk cId="2564172473" sldId="2468"/>
            <ac:picMk id="1026" creationId="{B52B6349-72B8-80CF-DA1C-C5486174747D}"/>
          </ac:picMkLst>
        </pc:picChg>
        <pc:picChg chg="del">
          <ac:chgData name="Owais Ahmed" userId="6abc7d4556b3b071" providerId="LiveId" clId="{57AE1D6D-A5CE-4F6A-9493-265C0424249A}" dt="2023-03-06T05:14:20.460" v="47" actId="478"/>
          <ac:picMkLst>
            <pc:docMk/>
            <pc:sldMk cId="2564172473" sldId="2468"/>
            <ac:picMk id="1030" creationId="{937909F9-9B17-7819-16D9-0A5467D24F10}"/>
          </ac:picMkLst>
        </pc:picChg>
        <pc:picChg chg="del">
          <ac:chgData name="Owais Ahmed" userId="6abc7d4556b3b071" providerId="LiveId" clId="{57AE1D6D-A5CE-4F6A-9493-265C0424249A}" dt="2023-03-06T05:14:20.010" v="46" actId="478"/>
          <ac:picMkLst>
            <pc:docMk/>
            <pc:sldMk cId="2564172473" sldId="2468"/>
            <ac:picMk id="1032" creationId="{7CBE8AC6-1EBF-7FB2-D6EB-F9BB600F73C3}"/>
          </ac:picMkLst>
        </pc:picChg>
        <pc:picChg chg="del">
          <ac:chgData name="Owais Ahmed" userId="6abc7d4556b3b071" providerId="LiveId" clId="{57AE1D6D-A5CE-4F6A-9493-265C0424249A}" dt="2023-03-06T05:14:19.618" v="45" actId="478"/>
          <ac:picMkLst>
            <pc:docMk/>
            <pc:sldMk cId="2564172473" sldId="2468"/>
            <ac:picMk id="1034" creationId="{C1426860-0002-4F9C-A184-C2CEC2C2EE80}"/>
          </ac:picMkLst>
        </pc:picChg>
        <pc:picChg chg="del">
          <ac:chgData name="Owais Ahmed" userId="6abc7d4556b3b071" providerId="LiveId" clId="{57AE1D6D-A5CE-4F6A-9493-265C0424249A}" dt="2023-03-06T05:14:19.238" v="44" actId="478"/>
          <ac:picMkLst>
            <pc:docMk/>
            <pc:sldMk cId="2564172473" sldId="2468"/>
            <ac:picMk id="1036" creationId="{75D01A3D-4670-7C8F-147C-FB516418D76A}"/>
          </ac:picMkLst>
        </pc:picChg>
        <pc:picChg chg="del">
          <ac:chgData name="Owais Ahmed" userId="6abc7d4556b3b071" providerId="LiveId" clId="{57AE1D6D-A5CE-4F6A-9493-265C0424249A}" dt="2023-03-06T05:14:18.483" v="43" actId="478"/>
          <ac:picMkLst>
            <pc:docMk/>
            <pc:sldMk cId="2564172473" sldId="2468"/>
            <ac:picMk id="1038" creationId="{C88242AB-2EAA-BA69-5988-EDB7E50964EB}"/>
          </ac:picMkLst>
        </pc:picChg>
        <pc:picChg chg="del">
          <ac:chgData name="Owais Ahmed" userId="6abc7d4556b3b071" providerId="LiveId" clId="{57AE1D6D-A5CE-4F6A-9493-265C0424249A}" dt="2023-03-06T05:14:18.073" v="42" actId="478"/>
          <ac:picMkLst>
            <pc:docMk/>
            <pc:sldMk cId="2564172473" sldId="2468"/>
            <ac:picMk id="1040" creationId="{5A8D6D8F-C097-A63B-FC87-5AAA61887AD8}"/>
          </ac:picMkLst>
        </pc:picChg>
        <pc:picChg chg="del">
          <ac:chgData name="Owais Ahmed" userId="6abc7d4556b3b071" providerId="LiveId" clId="{57AE1D6D-A5CE-4F6A-9493-265C0424249A}" dt="2023-03-06T05:14:17.668" v="41" actId="478"/>
          <ac:picMkLst>
            <pc:docMk/>
            <pc:sldMk cId="2564172473" sldId="2468"/>
            <ac:picMk id="1042" creationId="{46AA148E-1148-E8E6-4A54-C7C189AFCED4}"/>
          </ac:picMkLst>
        </pc:picChg>
        <pc:picChg chg="del">
          <ac:chgData name="Owais Ahmed" userId="6abc7d4556b3b071" providerId="LiveId" clId="{57AE1D6D-A5CE-4F6A-9493-265C0424249A}" dt="2023-03-06T05:14:17.236" v="40" actId="478"/>
          <ac:picMkLst>
            <pc:docMk/>
            <pc:sldMk cId="2564172473" sldId="2468"/>
            <ac:picMk id="1044" creationId="{1095811A-A7C8-B8F6-7CF5-11472B45F658}"/>
          </ac:picMkLst>
        </pc:picChg>
        <pc:picChg chg="del">
          <ac:chgData name="Owais Ahmed" userId="6abc7d4556b3b071" providerId="LiveId" clId="{57AE1D6D-A5CE-4F6A-9493-265C0424249A}" dt="2023-03-06T05:14:16.789" v="39" actId="478"/>
          <ac:picMkLst>
            <pc:docMk/>
            <pc:sldMk cId="2564172473" sldId="2468"/>
            <ac:picMk id="1046" creationId="{4D5EC02C-232A-E9E5-EC01-B58D1804CA7D}"/>
          </ac:picMkLst>
        </pc:picChg>
        <pc:picChg chg="del">
          <ac:chgData name="Owais Ahmed" userId="6abc7d4556b3b071" providerId="LiveId" clId="{57AE1D6D-A5CE-4F6A-9493-265C0424249A}" dt="2023-03-06T05:14:15.207" v="35" actId="478"/>
          <ac:picMkLst>
            <pc:docMk/>
            <pc:sldMk cId="2564172473" sldId="2468"/>
            <ac:picMk id="1048" creationId="{D468CF6D-A89A-19B5-3AE9-B6948626587B}"/>
          </ac:picMkLst>
        </pc:picChg>
        <pc:picChg chg="del">
          <ac:chgData name="Owais Ahmed" userId="6abc7d4556b3b071" providerId="LiveId" clId="{57AE1D6D-A5CE-4F6A-9493-265C0424249A}" dt="2023-03-06T05:14:15.590" v="36" actId="478"/>
          <ac:picMkLst>
            <pc:docMk/>
            <pc:sldMk cId="2564172473" sldId="2468"/>
            <ac:picMk id="1050" creationId="{35738118-63CC-CB61-5B20-3C94196E8DF1}"/>
          </ac:picMkLst>
        </pc:picChg>
        <pc:picChg chg="del">
          <ac:chgData name="Owais Ahmed" userId="6abc7d4556b3b071" providerId="LiveId" clId="{57AE1D6D-A5CE-4F6A-9493-265C0424249A}" dt="2023-03-06T05:14:15.961" v="37" actId="478"/>
          <ac:picMkLst>
            <pc:docMk/>
            <pc:sldMk cId="2564172473" sldId="2468"/>
            <ac:picMk id="1052" creationId="{BF7E1FFF-0CFA-27D4-9300-9C801C052FAA}"/>
          </ac:picMkLst>
        </pc:picChg>
        <pc:picChg chg="del">
          <ac:chgData name="Owais Ahmed" userId="6abc7d4556b3b071" providerId="LiveId" clId="{57AE1D6D-A5CE-4F6A-9493-265C0424249A}" dt="2023-03-06T05:14:16.379" v="38" actId="478"/>
          <ac:picMkLst>
            <pc:docMk/>
            <pc:sldMk cId="2564172473" sldId="2468"/>
            <ac:picMk id="1054" creationId="{7FCC54F9-0056-984F-40DE-18E6FCB11BEC}"/>
          </ac:picMkLst>
        </pc:picChg>
        <pc:picChg chg="del">
          <ac:chgData name="Owais Ahmed" userId="6abc7d4556b3b071" providerId="LiveId" clId="{57AE1D6D-A5CE-4F6A-9493-265C0424249A}" dt="2023-03-06T05:14:14.757" v="34" actId="478"/>
          <ac:picMkLst>
            <pc:docMk/>
            <pc:sldMk cId="2564172473" sldId="2468"/>
            <ac:picMk id="1056" creationId="{ED1C7EDF-74CC-FC33-285C-59A51EC93A90}"/>
          </ac:picMkLst>
        </pc:picChg>
        <pc:picChg chg="del">
          <ac:chgData name="Owais Ahmed" userId="6abc7d4556b3b071" providerId="LiveId" clId="{57AE1D6D-A5CE-4F6A-9493-265C0424249A}" dt="2023-03-06T05:14:14.326" v="33" actId="478"/>
          <ac:picMkLst>
            <pc:docMk/>
            <pc:sldMk cId="2564172473" sldId="2468"/>
            <ac:picMk id="1060" creationId="{1CCE3F63-D372-42A0-B788-182E353BE074}"/>
          </ac:picMkLst>
        </pc:picChg>
        <pc:picChg chg="del">
          <ac:chgData name="Owais Ahmed" userId="6abc7d4556b3b071" providerId="LiveId" clId="{57AE1D6D-A5CE-4F6A-9493-265C0424249A}" dt="2023-03-06T05:14:13.837" v="32" actId="478"/>
          <ac:picMkLst>
            <pc:docMk/>
            <pc:sldMk cId="2564172473" sldId="2468"/>
            <ac:picMk id="1064" creationId="{0EFF1FD0-A435-B34D-C9E5-2A09341DAA14}"/>
          </ac:picMkLst>
        </pc:picChg>
        <pc:picChg chg="del">
          <ac:chgData name="Owais Ahmed" userId="6abc7d4556b3b071" providerId="LiveId" clId="{57AE1D6D-A5CE-4F6A-9493-265C0424249A}" dt="2023-03-06T05:14:13.341" v="31" actId="478"/>
          <ac:picMkLst>
            <pc:docMk/>
            <pc:sldMk cId="2564172473" sldId="2468"/>
            <ac:picMk id="1066" creationId="{9F58BC05-1927-7EA6-94BF-C04942B2E1B3}"/>
          </ac:picMkLst>
        </pc:picChg>
      </pc:sldChg>
      <pc:sldChg chg="add del">
        <pc:chgData name="Owais Ahmed" userId="6abc7d4556b3b071" providerId="LiveId" clId="{57AE1D6D-A5CE-4F6A-9493-265C0424249A}" dt="2023-03-06T05:16:40.316" v="75" actId="2890"/>
        <pc:sldMkLst>
          <pc:docMk/>
          <pc:sldMk cId="167876563" sldId="2469"/>
        </pc:sldMkLst>
      </pc:sldChg>
      <pc:sldChg chg="del">
        <pc:chgData name="Owais Ahmed" userId="6abc7d4556b3b071" providerId="LiveId" clId="{57AE1D6D-A5CE-4F6A-9493-265C0424249A}" dt="2023-03-06T05:14:08.406" v="28" actId="47"/>
        <pc:sldMkLst>
          <pc:docMk/>
          <pc:sldMk cId="1870517188" sldId="2469"/>
        </pc:sldMkLst>
      </pc:sldChg>
      <pc:sldChg chg="add del">
        <pc:chgData name="Owais Ahmed" userId="6abc7d4556b3b071" providerId="LiveId" clId="{57AE1D6D-A5CE-4F6A-9493-265C0424249A}" dt="2023-03-06T05:16:43.431" v="77" actId="2890"/>
        <pc:sldMkLst>
          <pc:docMk/>
          <pc:sldMk cId="2100283133" sldId="2469"/>
        </pc:sldMkLst>
      </pc:sldChg>
      <pc:sldChg chg="del">
        <pc:chgData name="Owais Ahmed" userId="6abc7d4556b3b071" providerId="LiveId" clId="{57AE1D6D-A5CE-4F6A-9493-265C0424249A}" dt="2023-03-06T05:11:24.867" v="25" actId="47"/>
        <pc:sldMkLst>
          <pc:docMk/>
          <pc:sldMk cId="773770613" sldId="2470"/>
        </pc:sldMkLst>
      </pc:sldChg>
      <pc:sldChg chg="del">
        <pc:chgData name="Owais Ahmed" userId="6abc7d4556b3b071" providerId="LiveId" clId="{57AE1D6D-A5CE-4F6A-9493-265C0424249A}" dt="2023-03-06T05:14:09.321" v="30" actId="47"/>
        <pc:sldMkLst>
          <pc:docMk/>
          <pc:sldMk cId="246082422" sldId="2471"/>
        </pc:sldMkLst>
      </pc:sldChg>
      <pc:sldChg chg="del">
        <pc:chgData name="Owais Ahmed" userId="6abc7d4556b3b071" providerId="LiveId" clId="{57AE1D6D-A5CE-4F6A-9493-265C0424249A}" dt="2023-03-06T05:14:08.637" v="29" actId="47"/>
        <pc:sldMkLst>
          <pc:docMk/>
          <pc:sldMk cId="104746486" sldId="2472"/>
        </pc:sldMkLst>
      </pc:sldChg>
      <pc:sldChg chg="modSp add mod modAnim modNotesTx">
        <pc:chgData name="Owais Ahmed" userId="6abc7d4556b3b071" providerId="LiveId" clId="{57AE1D6D-A5CE-4F6A-9493-265C0424249A}" dt="2023-03-06T08:56:55.536" v="5481" actId="20577"/>
        <pc:sldMkLst>
          <pc:docMk/>
          <pc:sldMk cId="1810203590" sldId="2482"/>
        </pc:sldMkLst>
        <pc:spChg chg="mod">
          <ac:chgData name="Owais Ahmed" userId="6abc7d4556b3b071" providerId="LiveId" clId="{57AE1D6D-A5CE-4F6A-9493-265C0424249A}" dt="2023-03-06T08:56:37.220" v="5440" actId="20577"/>
          <ac:spMkLst>
            <pc:docMk/>
            <pc:sldMk cId="1810203590" sldId="248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3:32.212" v="5205" actId="20577"/>
          <ac:spMkLst>
            <pc:docMk/>
            <pc:sldMk cId="1810203590" sldId="2482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57AE1D6D-A5CE-4F6A-9493-265C0424249A}" dt="2023-03-06T05:18:42.810" v="157" actId="20577"/>
        <pc:sldMkLst>
          <pc:docMk/>
          <pc:sldMk cId="2426892836" sldId="2485"/>
        </pc:sldMkLst>
        <pc:spChg chg="mod">
          <ac:chgData name="Owais Ahmed" userId="6abc7d4556b3b071" providerId="LiveId" clId="{57AE1D6D-A5CE-4F6A-9493-265C0424249A}" dt="2023-03-06T05:18:33.993" v="154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17:35.540" v="94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5:24:40.967" v="296" actId="255"/>
        <pc:sldMkLst>
          <pc:docMk/>
          <pc:sldMk cId="2392008630" sldId="2486"/>
        </pc:sldMkLst>
        <pc:spChg chg="mod">
          <ac:chgData name="Owais Ahmed" userId="6abc7d4556b3b071" providerId="LiveId" clId="{57AE1D6D-A5CE-4F6A-9493-265C0424249A}" dt="2023-03-06T05:24:40.967" v="296" actId="255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2:31.640" v="175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57AE1D6D-A5CE-4F6A-9493-265C0424249A}" dt="2023-03-06T05:47:29.351" v="1507" actId="27636"/>
        <pc:sldMkLst>
          <pc:docMk/>
          <pc:sldMk cId="2180074341" sldId="2487"/>
        </pc:sldMkLst>
        <pc:spChg chg="mod">
          <ac:chgData name="Owais Ahmed" userId="6abc7d4556b3b071" providerId="LiveId" clId="{57AE1D6D-A5CE-4F6A-9493-265C0424249A}" dt="2023-03-06T05:47:29.351" v="1507" actId="27636"/>
          <ac:spMkLst>
            <pc:docMk/>
            <pc:sldMk cId="2180074341" sldId="2487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5:03.688" v="297" actId="20577"/>
          <ac:spMkLst>
            <pc:docMk/>
            <pc:sldMk cId="2180074341" sldId="2487"/>
            <ac:spMk id="215" creationId="{00000000-0000-0000-0000-000000000000}"/>
          </ac:spMkLst>
        </pc:spChg>
      </pc:sldChg>
      <pc:sldChg chg="modSp add del mod">
        <pc:chgData name="Owais Ahmed" userId="6abc7d4556b3b071" providerId="LiveId" clId="{57AE1D6D-A5CE-4F6A-9493-265C0424249A}" dt="2023-03-06T05:48:49.281" v="1514" actId="47"/>
        <pc:sldMkLst>
          <pc:docMk/>
          <pc:sldMk cId="4084489540" sldId="2488"/>
        </pc:sldMkLst>
        <pc:spChg chg="mod">
          <ac:chgData name="Owais Ahmed" userId="6abc7d4556b3b071" providerId="LiveId" clId="{57AE1D6D-A5CE-4F6A-9493-265C0424249A}" dt="2023-03-06T05:47:42.452" v="1510" actId="27636"/>
          <ac:spMkLst>
            <pc:docMk/>
            <pc:sldMk cId="4084489540" sldId="2488"/>
            <ac:spMk id="3" creationId="{4A1C0383-58FE-E486-295E-B33B8683B938}"/>
          </ac:spMkLst>
        </pc:spChg>
      </pc:sldChg>
      <pc:sldChg chg="add del">
        <pc:chgData name="Owais Ahmed" userId="6abc7d4556b3b071" providerId="LiveId" clId="{57AE1D6D-A5CE-4F6A-9493-265C0424249A}" dt="2023-03-06T10:07:18.740" v="7130" actId="47"/>
        <pc:sldMkLst>
          <pc:docMk/>
          <pc:sldMk cId="1422298590" sldId="2489"/>
        </pc:sldMkLst>
      </pc:sldChg>
      <pc:sldChg chg="delSp modSp add mod ord delAnim modAnim">
        <pc:chgData name="Owais Ahmed" userId="6abc7d4556b3b071" providerId="LiveId" clId="{57AE1D6D-A5CE-4F6A-9493-265C0424249A}" dt="2023-03-06T10:17:43.074" v="8063" actId="255"/>
        <pc:sldMkLst>
          <pc:docMk/>
          <pc:sldMk cId="692629543" sldId="2490"/>
        </pc:sldMkLst>
        <pc:spChg chg="mod">
          <ac:chgData name="Owais Ahmed" userId="6abc7d4556b3b071" providerId="LiveId" clId="{57AE1D6D-A5CE-4F6A-9493-265C0424249A}" dt="2023-03-06T10:17:43.074" v="8063" actId="255"/>
          <ac:spMkLst>
            <pc:docMk/>
            <pc:sldMk cId="692629543" sldId="249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10.100" v="7149" actId="20577"/>
          <ac:spMkLst>
            <pc:docMk/>
            <pc:sldMk cId="692629543" sldId="2490"/>
            <ac:spMk id="9" creationId="{27EE95FA-7E6C-9450-66FD-4F118356AE19}"/>
          </ac:spMkLst>
        </pc:spChg>
        <pc:graphicFrameChg chg="del modGraphic">
          <ac:chgData name="Owais Ahmed" userId="6abc7d4556b3b071" providerId="LiveId" clId="{57AE1D6D-A5CE-4F6A-9493-265C0424249A}" dt="2023-03-06T06:06:18.246" v="2219" actId="478"/>
          <ac:graphicFrameMkLst>
            <pc:docMk/>
            <pc:sldMk cId="692629543" sldId="2490"/>
            <ac:graphicFrameMk id="3" creationId="{9AEEB574-55E6-EBD0-248C-E37F602D2887}"/>
          </ac:graphicFrameMkLst>
        </pc:graphicFrameChg>
      </pc:sldChg>
      <pc:sldChg chg="delSp modSp add mod delAnim modAnim modNotesTx">
        <pc:chgData name="Owais Ahmed" userId="6abc7d4556b3b071" providerId="LiveId" clId="{57AE1D6D-A5CE-4F6A-9493-265C0424249A}" dt="2023-03-06T06:30:30.857" v="4789" actId="20577"/>
        <pc:sldMkLst>
          <pc:docMk/>
          <pc:sldMk cId="1357650666" sldId="2491"/>
        </pc:sldMkLst>
        <pc:spChg chg="mod">
          <ac:chgData name="Owais Ahmed" userId="6abc7d4556b3b071" providerId="LiveId" clId="{57AE1D6D-A5CE-4F6A-9493-265C0424249A}" dt="2023-03-06T06:30:30.857" v="4789" actId="20577"/>
          <ac:spMkLst>
            <pc:docMk/>
            <pc:sldMk cId="1357650666" sldId="2491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6:25:05.433" v="3968" actId="20577"/>
          <ac:spMkLst>
            <pc:docMk/>
            <pc:sldMk cId="1357650666" sldId="2491"/>
            <ac:spMk id="9" creationId="{27EE95FA-7E6C-9450-66FD-4F118356AE19}"/>
          </ac:spMkLst>
        </pc:spChg>
        <pc:graphicFrameChg chg="del">
          <ac:chgData name="Owais Ahmed" userId="6abc7d4556b3b071" providerId="LiveId" clId="{57AE1D6D-A5CE-4F6A-9493-265C0424249A}" dt="2023-03-06T06:25:08.310" v="3969" actId="478"/>
          <ac:graphicFrameMkLst>
            <pc:docMk/>
            <pc:sldMk cId="1357650666" sldId="2491"/>
            <ac:graphicFrameMk id="3" creationId="{9AEEB574-55E6-EBD0-248C-E37F602D2887}"/>
          </ac:graphicFrameMkLst>
        </pc:graphicFrameChg>
      </pc:sldChg>
      <pc:sldChg chg="modSp add mod modAnim modNotesTx">
        <pc:chgData name="Owais Ahmed" userId="6abc7d4556b3b071" providerId="LiveId" clId="{57AE1D6D-A5CE-4F6A-9493-265C0424249A}" dt="2023-03-06T09:06:05.726" v="6075" actId="20577"/>
        <pc:sldMkLst>
          <pc:docMk/>
          <pc:sldMk cId="332028716" sldId="2492"/>
        </pc:sldMkLst>
        <pc:spChg chg="mod">
          <ac:chgData name="Owais Ahmed" userId="6abc7d4556b3b071" providerId="LiveId" clId="{57AE1D6D-A5CE-4F6A-9493-265C0424249A}" dt="2023-03-06T09:06:05.726" v="6075" actId="20577"/>
          <ac:spMkLst>
            <pc:docMk/>
            <pc:sldMk cId="332028716" sldId="249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8:45.579" v="5486" actId="20577"/>
          <ac:spMkLst>
            <pc:docMk/>
            <pc:sldMk cId="332028716" sldId="2492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9:11:33.018" v="6243" actId="20577"/>
        <pc:sldMkLst>
          <pc:docMk/>
          <pc:sldMk cId="2744016673" sldId="2493"/>
        </pc:sldMkLst>
        <pc:spChg chg="mod">
          <ac:chgData name="Owais Ahmed" userId="6abc7d4556b3b071" providerId="LiveId" clId="{57AE1D6D-A5CE-4F6A-9493-265C0424249A}" dt="2023-03-06T09:11:33.018" v="6243" actId="20577"/>
          <ac:spMkLst>
            <pc:docMk/>
            <pc:sldMk cId="2744016673" sldId="2493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06:39.200" v="6094" actId="20577"/>
          <ac:spMkLst>
            <pc:docMk/>
            <pc:sldMk cId="2744016673" sldId="2493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7AE1D6D-A5CE-4F6A-9493-265C0424249A}" dt="2023-03-06T09:18:13.627" v="6598" actId="14100"/>
        <pc:sldMkLst>
          <pc:docMk/>
          <pc:sldMk cId="910229267" sldId="2494"/>
        </pc:sldMkLst>
        <pc:spChg chg="mod">
          <ac:chgData name="Owais Ahmed" userId="6abc7d4556b3b071" providerId="LiveId" clId="{57AE1D6D-A5CE-4F6A-9493-265C0424249A}" dt="2023-03-06T09:18:13.627" v="6598" actId="14100"/>
          <ac:spMkLst>
            <pc:docMk/>
            <pc:sldMk cId="910229267" sldId="2494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12:15.928" v="6269" actId="20577"/>
          <ac:spMkLst>
            <pc:docMk/>
            <pc:sldMk cId="910229267" sldId="2494"/>
            <ac:spMk id="215" creationId="{00000000-0000-0000-0000-000000000000}"/>
          </ac:spMkLst>
        </pc:spChg>
      </pc:sldChg>
      <pc:sldChg chg="modSp add del mod modAnim">
        <pc:chgData name="Owais Ahmed" userId="6abc7d4556b3b071" providerId="LiveId" clId="{57AE1D6D-A5CE-4F6A-9493-265C0424249A}" dt="2023-03-06T09:21:54.547" v="6672" actId="47"/>
        <pc:sldMkLst>
          <pc:docMk/>
          <pc:sldMk cId="313325256" sldId="2495"/>
        </pc:sldMkLst>
        <pc:spChg chg="mod">
          <ac:chgData name="Owais Ahmed" userId="6abc7d4556b3b071" providerId="LiveId" clId="{57AE1D6D-A5CE-4F6A-9493-265C0424249A}" dt="2023-03-06T09:20:06.384" v="6666" actId="20577"/>
          <ac:spMkLst>
            <pc:docMk/>
            <pc:sldMk cId="313325256" sldId="2495"/>
            <ac:spMk id="3" creationId="{4A1C0383-58FE-E486-295E-B33B8683B938}"/>
          </ac:spMkLst>
        </pc:spChg>
      </pc:sldChg>
      <pc:sldChg chg="modSp add">
        <pc:chgData name="Owais Ahmed" userId="6abc7d4556b3b071" providerId="LiveId" clId="{57AE1D6D-A5CE-4F6A-9493-265C0424249A}" dt="2023-03-06T09:21:45.405" v="6670" actId="403"/>
        <pc:sldMkLst>
          <pc:docMk/>
          <pc:sldMk cId="4183735996" sldId="2496"/>
        </pc:sldMkLst>
        <pc:spChg chg="mod">
          <ac:chgData name="Owais Ahmed" userId="6abc7d4556b3b071" providerId="LiveId" clId="{57AE1D6D-A5CE-4F6A-9493-265C0424249A}" dt="2023-03-06T09:21:45.405" v="6670" actId="403"/>
          <ac:spMkLst>
            <pc:docMk/>
            <pc:sldMk cId="4183735996" sldId="2496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7AE1D6D-A5CE-4F6A-9493-265C0424249A}" dt="2023-03-06T09:24:13.222" v="6842" actId="404"/>
        <pc:sldMkLst>
          <pc:docMk/>
          <pc:sldMk cId="2021183974" sldId="2497"/>
        </pc:sldMkLst>
        <pc:spChg chg="mod">
          <ac:chgData name="Owais Ahmed" userId="6abc7d4556b3b071" providerId="LiveId" clId="{57AE1D6D-A5CE-4F6A-9493-265C0424249A}" dt="2023-03-06T09:24:13.222" v="6842" actId="404"/>
          <ac:spMkLst>
            <pc:docMk/>
            <pc:sldMk cId="2021183974" sldId="249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57AE1D6D-A5CE-4F6A-9493-265C0424249A}" dt="2023-03-06T10:06:18.106" v="7129" actId="47"/>
        <pc:sldMkLst>
          <pc:docMk/>
          <pc:sldMk cId="277066834" sldId="2498"/>
        </pc:sldMkLst>
        <pc:spChg chg="mod">
          <ac:chgData name="Owais Ahmed" userId="6abc7d4556b3b071" providerId="LiveId" clId="{57AE1D6D-A5CE-4F6A-9493-265C0424249A}" dt="2023-03-06T09:45:27.069" v="7049" actId="403"/>
          <ac:spMkLst>
            <pc:docMk/>
            <pc:sldMk cId="277066834" sldId="2498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45:15.162" v="7031" actId="20577"/>
          <ac:spMkLst>
            <pc:docMk/>
            <pc:sldMk cId="277066834" sldId="249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7AE1D6D-A5CE-4F6A-9493-265C0424249A}" dt="2023-03-06T09:41:36.429" v="6846" actId="2890"/>
        <pc:sldMkLst>
          <pc:docMk/>
          <pc:sldMk cId="1082873489" sldId="2498"/>
        </pc:sldMkLst>
        <pc:spChg chg="mod">
          <ac:chgData name="Owais Ahmed" userId="6abc7d4556b3b071" providerId="LiveId" clId="{57AE1D6D-A5CE-4F6A-9493-265C0424249A}" dt="2023-03-06T09:41:31.568" v="6844" actId="20577"/>
          <ac:spMkLst>
            <pc:docMk/>
            <pc:sldMk cId="1082873489" sldId="2498"/>
            <ac:spMk id="5" creationId="{D6B5DCB6-4358-037D-2AAC-2F1B1119C128}"/>
          </ac:spMkLst>
        </pc:spChg>
      </pc:sldChg>
      <pc:sldChg chg="addSp delSp modSp add mod modAnim">
        <pc:chgData name="Owais Ahmed" userId="6abc7d4556b3b071" providerId="LiveId" clId="{57AE1D6D-A5CE-4F6A-9493-265C0424249A}" dt="2023-03-06T10:04:15.262" v="7128"/>
        <pc:sldMkLst>
          <pc:docMk/>
          <pc:sldMk cId="2461819977" sldId="2499"/>
        </pc:sldMkLst>
        <pc:spChg chg="del">
          <ac:chgData name="Owais Ahmed" userId="6abc7d4556b3b071" providerId="LiveId" clId="{57AE1D6D-A5CE-4F6A-9493-265C0424249A}" dt="2023-03-06T09:48:21.879" v="7057"/>
          <ac:spMkLst>
            <pc:docMk/>
            <pc:sldMk cId="2461819977" sldId="2499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9:46:21.347" v="7056" actId="403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9:46:11.927" v="7051"/>
          <ac:spMkLst>
            <pc:docMk/>
            <pc:sldMk cId="2461819977" sldId="2499"/>
            <ac:spMk id="9" creationId="{27EE95FA-7E6C-9450-66FD-4F118356AE19}"/>
          </ac:spMkLst>
        </pc:spChg>
        <pc:picChg chg="add mod">
          <ac:chgData name="Owais Ahmed" userId="6abc7d4556b3b071" providerId="LiveId" clId="{57AE1D6D-A5CE-4F6A-9493-265C0424249A}" dt="2023-03-06T10:02:30.925" v="7123" actId="732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57AE1D6D-A5CE-4F6A-9493-265C0424249A}" dt="2023-03-06T09:48:21.879" v="7057"/>
          <ac:picMkLst>
            <pc:docMk/>
            <pc:sldMk cId="2461819977" sldId="2499"/>
            <ac:picMk id="1026" creationId="{4E9BC237-8DFF-7D68-3479-17D18AE1EDB9}"/>
          </ac:picMkLst>
        </pc:picChg>
        <pc:picChg chg="add mod">
          <ac:chgData name="Owais Ahmed" userId="6abc7d4556b3b071" providerId="LiveId" clId="{57AE1D6D-A5CE-4F6A-9493-265C0424249A}" dt="2023-03-06T09:53:05.214" v="7064" actId="1076"/>
          <ac:picMkLst>
            <pc:docMk/>
            <pc:sldMk cId="2461819977" sldId="2499"/>
            <ac:picMk id="1028" creationId="{1D0FCAD3-8A03-E23C-1D6C-B9F4A1A4C503}"/>
          </ac:picMkLst>
        </pc:picChg>
        <pc:picChg chg="add mod">
          <ac:chgData name="Owais Ahmed" userId="6abc7d4556b3b071" providerId="LiveId" clId="{57AE1D6D-A5CE-4F6A-9493-265C0424249A}" dt="2023-03-06T10:01:24.971" v="7101" actId="1076"/>
          <ac:picMkLst>
            <pc:docMk/>
            <pc:sldMk cId="2461819977" sldId="2499"/>
            <ac:picMk id="1030" creationId="{7295A43C-8BB3-BF50-274C-F773C06F244B}"/>
          </ac:picMkLst>
        </pc:picChg>
        <pc:picChg chg="add mod">
          <ac:chgData name="Owais Ahmed" userId="6abc7d4556b3b071" providerId="LiveId" clId="{57AE1D6D-A5CE-4F6A-9493-265C0424249A}" dt="2023-03-06T10:01:48.755" v="7119" actId="1076"/>
          <ac:picMkLst>
            <pc:docMk/>
            <pc:sldMk cId="2461819977" sldId="2499"/>
            <ac:picMk id="1032" creationId="{58D7C36B-5032-1278-7DB4-7235C150FE0D}"/>
          </ac:picMkLst>
        </pc:picChg>
        <pc:picChg chg="add del mod">
          <ac:chgData name="Owais Ahmed" userId="6abc7d4556b3b071" providerId="LiveId" clId="{57AE1D6D-A5CE-4F6A-9493-265C0424249A}" dt="2023-03-06T10:01:43.013" v="7118" actId="21"/>
          <ac:picMkLst>
            <pc:docMk/>
            <pc:sldMk cId="2461819977" sldId="2499"/>
            <ac:picMk id="1034" creationId="{912C4941-AF8D-8DEE-C8C1-F331B840ED1E}"/>
          </ac:picMkLst>
        </pc:picChg>
        <pc:picChg chg="add mod">
          <ac:chgData name="Owais Ahmed" userId="6abc7d4556b3b071" providerId="LiveId" clId="{57AE1D6D-A5CE-4F6A-9493-265C0424249A}" dt="2023-03-06T10:04:09.787" v="7126" actId="1076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">
        <pc:chgData name="Owais Ahmed" userId="6abc7d4556b3b071" providerId="LiveId" clId="{57AE1D6D-A5CE-4F6A-9493-265C0424249A}" dt="2023-03-06T10:20:29.035" v="8275" actId="20577"/>
        <pc:sldMkLst>
          <pc:docMk/>
          <pc:sldMk cId="1735756904" sldId="2500"/>
        </pc:sldMkLst>
        <pc:spChg chg="mod">
          <ac:chgData name="Owais Ahmed" userId="6abc7d4556b3b071" providerId="LiveId" clId="{57AE1D6D-A5CE-4F6A-9493-265C0424249A}" dt="2023-03-06T10:20:29.035" v="8275" actId="20577"/>
          <ac:spMkLst>
            <pc:docMk/>
            <pc:sldMk cId="1735756904" sldId="250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20.169" v="7161" actId="20577"/>
          <ac:spMkLst>
            <pc:docMk/>
            <pc:sldMk cId="1735756904" sldId="2500"/>
            <ac:spMk id="9" creationId="{27EE95FA-7E6C-9450-66FD-4F118356AE1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4/18/2023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4/18/2023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2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CDN is Content Delivery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439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You can use regular expressions to define more complex URL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852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420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017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221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20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671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3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jangoproject.com/en/4.2/ref/templates/builtin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APPLICATION Development (111834)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4"/>
            <a:ext cx="4114800" cy="4220325"/>
          </a:xfrm>
        </p:spPr>
        <p:txBody>
          <a:bodyPr/>
          <a:lstStyle/>
          <a:p>
            <a:r>
              <a:rPr lang="en-US" dirty="0"/>
              <a:t>Templates</a:t>
            </a:r>
          </a:p>
          <a:p>
            <a:r>
              <a:rPr lang="en-US" dirty="0"/>
              <a:t>Static resources</a:t>
            </a:r>
          </a:p>
          <a:p>
            <a:r>
              <a:rPr lang="en-US" dirty="0"/>
              <a:t>URLs</a:t>
            </a:r>
          </a:p>
          <a:p>
            <a:r>
              <a:rPr lang="en-US" dirty="0">
                <a:solidFill>
                  <a:srgbClr val="000000"/>
                </a:solidFill>
              </a:rPr>
              <a:t>Views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</a:rPr>
              <a:t>Common Tags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Templates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templates are used to render static HTML pages.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As well as create HTML pages dynamically, like forms and tables.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They allow separation of Design and back-end Code.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Templates can be extended and imported.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tags are code blocks with special syntax where we can pass data and control the HTML structures dynamically. E.g.: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{% if !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user.is_authenticated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%}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Welcome, stranger! Why don’t you sign-up?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{% endif %}</a:t>
            </a:r>
            <a:endParaRPr lang="en-US" sz="3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03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Static Files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serves static files directly to the client without any processing.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Similar to typical web frameworks, the static files are CSS, Images, and JavaScript files.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To configure Static files properly, ensure that in your settings.py module: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STATIC_URL = '/static/’ is defined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django.contrib.staticfiles</a:t>
            </a:r>
            <a:r>
              <a:rPr lang="en-US" sz="2800" dirty="0"/>
              <a:t> is included in INSTALLED_APPS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Accessing static files via static tag: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{% load static %}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sz="2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img</a:t>
            </a:r>
            <a:r>
              <a:rPr lang="en-US" sz="2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sz="2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="{% static '</a:t>
            </a:r>
            <a:r>
              <a:rPr lang="en-US" sz="2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baham</a:t>
            </a:r>
            <a:r>
              <a:rPr lang="en-US" sz="2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/sedan_logo.png' %}" alt=“Sedan type vehicle"&gt;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However, it is advised to make use of CDN based resources whenever possible.</a:t>
            </a:r>
          </a:p>
        </p:txBody>
      </p:sp>
    </p:spTree>
    <p:extLst>
      <p:ext uri="{BB962C8B-B14F-4D97-AF65-F5344CB8AC3E}">
        <p14:creationId xmlns:p14="http://schemas.microsoft.com/office/powerpoint/2010/main" val="76757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URLs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Django, URLs are used to map the web app’s URL to respective view functions.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When a user requests a URL, Django uses a URL dispatcher to match the requested URL with a view.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URL dispatcher looks for the variable </a:t>
            </a:r>
            <a:r>
              <a:rPr lang="en-US" sz="3000" dirty="0" err="1"/>
              <a:t>urlpatterns</a:t>
            </a:r>
            <a:r>
              <a:rPr lang="en-US" sz="3000" dirty="0"/>
              <a:t> in urls.py and finds the </a:t>
            </a:r>
            <a:r>
              <a:rPr lang="en-US" sz="3000" b="1" u="sng" dirty="0"/>
              <a:t>pattern</a:t>
            </a:r>
            <a:r>
              <a:rPr lang="en-US" sz="3000" dirty="0"/>
              <a:t> that matches the requested URL.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Once a match is found, the request is sent to the view function which handles the request.</a:t>
            </a:r>
          </a:p>
        </p:txBody>
      </p:sp>
    </p:spTree>
    <p:extLst>
      <p:ext uri="{BB962C8B-B14F-4D97-AF65-F5344CB8AC3E}">
        <p14:creationId xmlns:p14="http://schemas.microsoft.com/office/powerpoint/2010/main" val="19185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Views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Views (or View Functions) take an </a:t>
            </a:r>
            <a:r>
              <a:rPr lang="en-US" sz="3000" dirty="0" err="1"/>
              <a:t>HTTPRequest</a:t>
            </a:r>
            <a:r>
              <a:rPr lang="en-US" sz="3000" dirty="0"/>
              <a:t> object and return an </a:t>
            </a:r>
            <a:r>
              <a:rPr lang="en-US" sz="3000" dirty="0" err="1"/>
              <a:t>HTTPResponse</a:t>
            </a:r>
            <a:r>
              <a:rPr lang="en-US" sz="3000" dirty="0"/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response can be an HTML document, an Error, an XML document, a redirect URL, a file, well… basically anything which can be sent over HTTP.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convention is to keep all of these functions in views.py. However, this is not a hard and fast rule.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Async view functions are supported but require ASGI. They are defined just like any async function, i.e. </a:t>
            </a: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 def </a:t>
            </a:r>
            <a:r>
              <a:rPr lang="en-US" sz="2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view_func</a:t>
            </a: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(request)</a:t>
            </a:r>
            <a:endParaRPr lang="en-US" sz="3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07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Common Tags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Tags are used to create Dynamic content in templates. Most common tags we interact with are: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Condition:</a:t>
            </a:r>
            <a:br>
              <a:rPr lang="en-US" sz="3000" dirty="0"/>
            </a:br>
            <a:r>
              <a:rPr lang="en-US" sz="3000" dirty="0"/>
              <a:t>{% if </a:t>
            </a:r>
            <a:r>
              <a:rPr lang="en-US" sz="3000" dirty="0" err="1"/>
              <a:t>user_role</a:t>
            </a:r>
            <a:r>
              <a:rPr lang="en-US" sz="3000" dirty="0"/>
              <a:t> == ‘owner’ and active %} …</a:t>
            </a:r>
            <a:br>
              <a:rPr lang="en-US" sz="3000" dirty="0"/>
            </a:br>
            <a:r>
              <a:rPr lang="en-US" sz="3000" dirty="0"/>
              <a:t>{% if </a:t>
            </a:r>
            <a:r>
              <a:rPr lang="en-US" sz="3000" dirty="0" err="1"/>
              <a:t>vehicle.type</a:t>
            </a:r>
            <a:r>
              <a:rPr lang="en-US" sz="3000" dirty="0"/>
              <a:t> in </a:t>
            </a:r>
            <a:r>
              <a:rPr lang="en-US" sz="3000" dirty="0" err="1"/>
              <a:t>vehicle_types</a:t>
            </a:r>
            <a:r>
              <a:rPr lang="en-US" sz="3000" dirty="0"/>
              <a:t> %} …</a:t>
            </a:r>
            <a:br>
              <a:rPr lang="en-US" sz="3000" dirty="0"/>
            </a:br>
            <a:r>
              <a:rPr lang="en-US" sz="3000" dirty="0"/>
              <a:t>{% if </a:t>
            </a:r>
            <a:r>
              <a:rPr lang="en-US" sz="3000" dirty="0" err="1"/>
              <a:t>passenger_count</a:t>
            </a:r>
            <a:r>
              <a:rPr lang="en-US" sz="3000" dirty="0"/>
              <a:t> == 1 %} …</a:t>
            </a:r>
          </a:p>
        </p:txBody>
      </p:sp>
    </p:spTree>
    <p:extLst>
      <p:ext uri="{BB962C8B-B14F-4D97-AF65-F5344CB8AC3E}">
        <p14:creationId xmlns:p14="http://schemas.microsoft.com/office/powerpoint/2010/main" val="171677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Common Tags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Tags are used to create Dynamic content in templates. Most common tags we interact with are: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Comment: ignore between {% comment %} and {% </a:t>
            </a:r>
            <a:r>
              <a:rPr lang="en-US" sz="3000" dirty="0" err="1"/>
              <a:t>endcomment</a:t>
            </a:r>
            <a:r>
              <a:rPr lang="en-US" sz="3000" dirty="0"/>
              <a:t> %}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{% comment “Caution! " %}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&lt;p&gt;Commented out text with {{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expiry_date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}}&lt;/p&gt;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{%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endcomment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%}</a:t>
            </a:r>
          </a:p>
        </p:txBody>
      </p:sp>
    </p:spTree>
    <p:extLst>
      <p:ext uri="{BB962C8B-B14F-4D97-AF65-F5344CB8AC3E}">
        <p14:creationId xmlns:p14="http://schemas.microsoft.com/office/powerpoint/2010/main" val="170506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Common Tags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Tags are used to create Dynamic content in templates. Most common tags we interact with are: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Loop/Cycle: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{% for passenger in </a:t>
            </a:r>
            <a:r>
              <a:rPr lang="en-US" sz="3000" dirty="0" err="1"/>
              <a:t>vehicle_passengers</a:t>
            </a:r>
            <a:r>
              <a:rPr lang="en-US" sz="3000" dirty="0"/>
              <a:t> %}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    &lt;li&gt;{{</a:t>
            </a:r>
            <a:r>
              <a:rPr lang="en-US" sz="3000" dirty="0" err="1"/>
              <a:t>passenger.first_name</a:t>
            </a:r>
            <a:r>
              <a:rPr lang="en-US" sz="3000" dirty="0"/>
              <a:t>}}&lt;/li&gt;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{% empty %}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    &lt;li&gt;No passengers for this Vehicle!&lt;/li&gt;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{% </a:t>
            </a:r>
            <a:r>
              <a:rPr lang="en-US" sz="3000" dirty="0" err="1"/>
              <a:t>endfor</a:t>
            </a:r>
            <a:r>
              <a:rPr lang="en-US" sz="3000" dirty="0"/>
              <a:t> %}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{% for vehicle, passenger in passengers %}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    {{</a:t>
            </a:r>
            <a:r>
              <a:rPr lang="en-US" sz="3000" dirty="0" err="1"/>
              <a:t>vehicle.registration_number</a:t>
            </a:r>
            <a:r>
              <a:rPr lang="en-US" sz="3000" dirty="0"/>
              <a:t> }}: {{ </a:t>
            </a:r>
            <a:r>
              <a:rPr lang="en-US" sz="3000" dirty="0" err="1"/>
              <a:t>passenger.first_name</a:t>
            </a:r>
            <a:r>
              <a:rPr lang="en-US" sz="3000" dirty="0"/>
              <a:t> }}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{% </a:t>
            </a:r>
            <a:r>
              <a:rPr lang="en-US" sz="3000" dirty="0" err="1"/>
              <a:t>endfor</a:t>
            </a:r>
            <a:r>
              <a:rPr lang="en-US" sz="3000" dirty="0"/>
              <a:t> %}</a:t>
            </a:r>
          </a:p>
        </p:txBody>
      </p:sp>
    </p:spTree>
    <p:extLst>
      <p:ext uri="{BB962C8B-B14F-4D97-AF65-F5344CB8AC3E}">
        <p14:creationId xmlns:p14="http://schemas.microsoft.com/office/powerpoint/2010/main" val="425237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Common Tags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Tags are used to create Dynamic content in templates. Most common tags we interact with are: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URL: get absolute URL against given mapped name</a:t>
            </a:r>
            <a:br>
              <a:rPr lang="en-US" sz="3000" dirty="0"/>
            </a:br>
            <a:r>
              <a:rPr lang="en-US" sz="3000" dirty="0"/>
              <a:t>{% </a:t>
            </a:r>
            <a:r>
              <a:rPr lang="en-US" sz="3000" dirty="0" err="1"/>
              <a:t>url</a:t>
            </a:r>
            <a:r>
              <a:rPr lang="en-US" sz="3000" dirty="0"/>
              <a:t> ‘signup’ %}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Include: import an existing template</a:t>
            </a:r>
            <a:br>
              <a:rPr lang="en-US" sz="3000" dirty="0"/>
            </a:br>
            <a:r>
              <a:rPr lang="en-US" sz="3000" dirty="0"/>
              <a:t>{% include ‘header.html’ %}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Visit: </a:t>
            </a:r>
            <a:r>
              <a:rPr lang="en-US" sz="2800" u="sng" dirty="0">
                <a:hlinkClick r:id="rId3"/>
              </a:rPr>
              <a:t>https://docs.djangoproject.com/en/4.2/ref/templates/builtins</a:t>
            </a:r>
            <a:r>
              <a:rPr lang="en-US" sz="2800" dirty="0"/>
              <a:t> for complete list of tags </a:t>
            </a:r>
            <a:r>
              <a:rPr lang="en-US" sz="2800"/>
              <a:t>with examples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6695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3005</TotalTime>
  <Words>749</Words>
  <Application>Microsoft Office PowerPoint</Application>
  <PresentationFormat>Widescreen</PresentationFormat>
  <Paragraphs>86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Cascadia Code</vt:lpstr>
      <vt:lpstr>Consolas</vt:lpstr>
      <vt:lpstr>Wingdings</vt:lpstr>
      <vt:lpstr>Office Theme</vt:lpstr>
      <vt:lpstr>Web APPLICATION Development (111834)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323</cp:revision>
  <dcterms:created xsi:type="dcterms:W3CDTF">2022-11-22T20:08:03Z</dcterms:created>
  <dcterms:modified xsi:type="dcterms:W3CDTF">2023-04-18T04:38:21Z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