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448" r:id="rId5"/>
    <p:sldId id="2462" r:id="rId6"/>
    <p:sldId id="256" r:id="rId7"/>
    <p:sldId id="2463" r:id="rId8"/>
    <p:sldId id="2470" r:id="rId9"/>
    <p:sldId id="2465" r:id="rId10"/>
    <p:sldId id="2467" r:id="rId11"/>
    <p:sldId id="2466" r:id="rId12"/>
    <p:sldId id="2468" r:id="rId13"/>
    <p:sldId id="2469" r:id="rId14"/>
    <p:sldId id="2472" r:id="rId15"/>
    <p:sldId id="2471" r:id="rId16"/>
    <p:sldId id="243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42103-18F1-477E-B1A3-2758C3E1EAA4}" v="3416" dt="2023-03-06T19:04:27.7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2288" autoAdjust="0"/>
  </p:normalViewPr>
  <p:slideViewPr>
    <p:cSldViewPr snapToGrid="0">
      <p:cViewPr varScale="1">
        <p:scale>
          <a:sx n="76" d="100"/>
          <a:sy n="76" d="100"/>
        </p:scale>
        <p:origin x="898"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6542103-18F1-477E-B1A3-2758C3E1EAA4}"/>
    <pc:docChg chg="undo redo custSel addSld delSld modSld">
      <pc:chgData name="Owais Ahmed" userId="6abc7d4556b3b071" providerId="LiveId" clId="{36542103-18F1-477E-B1A3-2758C3E1EAA4}" dt="2023-03-06T19:04:27.778" v="3815" actId="255"/>
      <pc:docMkLst>
        <pc:docMk/>
      </pc:docMkLst>
      <pc:sldChg chg="modSp">
        <pc:chgData name="Owais Ahmed" userId="6abc7d4556b3b071" providerId="LiveId" clId="{36542103-18F1-477E-B1A3-2758C3E1EAA4}" dt="2023-03-01T09:06:22.474" v="3412" actId="403"/>
        <pc:sldMkLst>
          <pc:docMk/>
          <pc:sldMk cId="4226644250" sldId="256"/>
        </pc:sldMkLst>
        <pc:spChg chg="mod">
          <ac:chgData name="Owais Ahmed" userId="6abc7d4556b3b071" providerId="LiveId" clId="{36542103-18F1-477E-B1A3-2758C3E1EAA4}" dt="2023-03-01T09:06:22.474" v="3412" actId="403"/>
          <ac:spMkLst>
            <pc:docMk/>
            <pc:sldMk cId="4226644250" sldId="256"/>
            <ac:spMk id="5" creationId="{D6B5DCB6-4358-037D-2AAC-2F1B1119C128}"/>
          </ac:spMkLst>
        </pc:spChg>
      </pc:sldChg>
      <pc:sldChg chg="modSp del mod">
        <pc:chgData name="Owais Ahmed" userId="6abc7d4556b3b071" providerId="LiveId" clId="{36542103-18F1-477E-B1A3-2758C3E1EAA4}" dt="2023-03-01T09:06:41.202" v="3416" actId="47"/>
        <pc:sldMkLst>
          <pc:docMk/>
          <pc:sldMk cId="505738359" sldId="2464"/>
        </pc:sldMkLst>
        <pc:spChg chg="mod">
          <ac:chgData name="Owais Ahmed" userId="6abc7d4556b3b071" providerId="LiveId" clId="{36542103-18F1-477E-B1A3-2758C3E1EAA4}" dt="2023-03-01T09:06:37.784" v="3414" actId="21"/>
          <ac:spMkLst>
            <pc:docMk/>
            <pc:sldMk cId="505738359" sldId="2464"/>
            <ac:spMk id="5" creationId="{D6B5DCB6-4358-037D-2AAC-2F1B1119C128}"/>
          </ac:spMkLst>
        </pc:spChg>
      </pc:sldChg>
      <pc:sldChg chg="modSp modAnim modNotesTx">
        <pc:chgData name="Owais Ahmed" userId="6abc7d4556b3b071" providerId="LiveId" clId="{36542103-18F1-477E-B1A3-2758C3E1EAA4}" dt="2023-03-01T08:18:05.251" v="1705" actId="20577"/>
        <pc:sldMkLst>
          <pc:docMk/>
          <pc:sldMk cId="2797597492" sldId="2465"/>
        </pc:sldMkLst>
        <pc:spChg chg="mod">
          <ac:chgData name="Owais Ahmed" userId="6abc7d4556b3b071" providerId="LiveId" clId="{36542103-18F1-477E-B1A3-2758C3E1EAA4}" dt="2023-03-01T08:18:05.251" v="1705" actId="20577"/>
          <ac:spMkLst>
            <pc:docMk/>
            <pc:sldMk cId="2797597492" sldId="2465"/>
            <ac:spMk id="5" creationId="{D6B5DCB6-4358-037D-2AAC-2F1B1119C128}"/>
          </ac:spMkLst>
        </pc:spChg>
      </pc:sldChg>
      <pc:sldChg chg="delSp modSp mod modAnim modNotesTx">
        <pc:chgData name="Owais Ahmed" userId="6abc7d4556b3b071" providerId="LiveId" clId="{36542103-18F1-477E-B1A3-2758C3E1EAA4}" dt="2023-03-01T08:23:58.781" v="2119" actId="20577"/>
        <pc:sldMkLst>
          <pc:docMk/>
          <pc:sldMk cId="1288171314" sldId="2466"/>
        </pc:sldMkLst>
        <pc:spChg chg="del">
          <ac:chgData name="Owais Ahmed" userId="6abc7d4556b3b071" providerId="LiveId" clId="{36542103-18F1-477E-B1A3-2758C3E1EAA4}" dt="2023-03-01T08:09:03.047" v="811" actId="478"/>
          <ac:spMkLst>
            <pc:docMk/>
            <pc:sldMk cId="1288171314" sldId="2466"/>
            <ac:spMk id="3" creationId="{D176E863-9DE0-14DD-7A0F-7D505E61BFEC}"/>
          </ac:spMkLst>
        </pc:spChg>
        <pc:spChg chg="mod">
          <ac:chgData name="Owais Ahmed" userId="6abc7d4556b3b071" providerId="LiveId" clId="{36542103-18F1-477E-B1A3-2758C3E1EAA4}" dt="2023-03-01T08:23:58.781" v="2119" actId="20577"/>
          <ac:spMkLst>
            <pc:docMk/>
            <pc:sldMk cId="1288171314" sldId="2466"/>
            <ac:spMk id="5" creationId="{D6B5DCB6-4358-037D-2AAC-2F1B1119C128}"/>
          </ac:spMkLst>
        </pc:spChg>
        <pc:spChg chg="mod">
          <ac:chgData name="Owais Ahmed" userId="6abc7d4556b3b071" providerId="LiveId" clId="{36542103-18F1-477E-B1A3-2758C3E1EAA4}" dt="2023-03-01T07:48:22.561" v="6" actId="20577"/>
          <ac:spMkLst>
            <pc:docMk/>
            <pc:sldMk cId="1288171314" sldId="2466"/>
            <ac:spMk id="9" creationId="{27EE95FA-7E6C-9450-66FD-4F118356AE19}"/>
          </ac:spMkLst>
        </pc:spChg>
      </pc:sldChg>
      <pc:sldChg chg="modSp add mod modAnim">
        <pc:chgData name="Owais Ahmed" userId="6abc7d4556b3b071" providerId="LiveId" clId="{36542103-18F1-477E-B1A3-2758C3E1EAA4}" dt="2023-03-01T08:07:43.604" v="809" actId="20577"/>
        <pc:sldMkLst>
          <pc:docMk/>
          <pc:sldMk cId="2835548672" sldId="2467"/>
        </pc:sldMkLst>
        <pc:spChg chg="mod">
          <ac:chgData name="Owais Ahmed" userId="6abc7d4556b3b071" providerId="LiveId" clId="{36542103-18F1-477E-B1A3-2758C3E1EAA4}" dt="2023-03-01T08:07:43.604" v="809" actId="20577"/>
          <ac:spMkLst>
            <pc:docMk/>
            <pc:sldMk cId="2835548672" sldId="2467"/>
            <ac:spMk id="5" creationId="{D6B5DCB6-4358-037D-2AAC-2F1B1119C128}"/>
          </ac:spMkLst>
        </pc:spChg>
        <pc:spChg chg="mod">
          <ac:chgData name="Owais Ahmed" userId="6abc7d4556b3b071" providerId="LiveId" clId="{36542103-18F1-477E-B1A3-2758C3E1EAA4}" dt="2023-03-01T07:48:46.694" v="35" actId="20577"/>
          <ac:spMkLst>
            <pc:docMk/>
            <pc:sldMk cId="2835548672" sldId="2467"/>
            <ac:spMk id="9" creationId="{27EE95FA-7E6C-9450-66FD-4F118356AE19}"/>
          </ac:spMkLst>
        </pc:spChg>
      </pc:sldChg>
      <pc:sldChg chg="addSp delSp modSp add mod modAnim modNotesTx">
        <pc:chgData name="Owais Ahmed" userId="6abc7d4556b3b071" providerId="LiveId" clId="{36542103-18F1-477E-B1A3-2758C3E1EAA4}" dt="2023-03-06T05:13:10.271" v="3813"/>
        <pc:sldMkLst>
          <pc:docMk/>
          <pc:sldMk cId="2564172473" sldId="2468"/>
        </pc:sldMkLst>
        <pc:spChg chg="del mod">
          <ac:chgData name="Owais Ahmed" userId="6abc7d4556b3b071" providerId="LiveId" clId="{36542103-18F1-477E-B1A3-2758C3E1EAA4}" dt="2023-03-01T08:27:29.732" v="2235"/>
          <ac:spMkLst>
            <pc:docMk/>
            <pc:sldMk cId="2564172473" sldId="2468"/>
            <ac:spMk id="3" creationId="{D176E863-9DE0-14DD-7A0F-7D505E61BFEC}"/>
          </ac:spMkLst>
        </pc:spChg>
        <pc:spChg chg="add del">
          <ac:chgData name="Owais Ahmed" userId="6abc7d4556b3b071" providerId="LiveId" clId="{36542103-18F1-477E-B1A3-2758C3E1EAA4}" dt="2023-03-01T08:31:34.587" v="2302" actId="22"/>
          <ac:spMkLst>
            <pc:docMk/>
            <pc:sldMk cId="2564172473" sldId="2468"/>
            <ac:spMk id="4" creationId="{8A891969-3D80-CC18-9A58-4D1ACB4889A1}"/>
          </ac:spMkLst>
        </pc:spChg>
        <pc:spChg chg="mod">
          <ac:chgData name="Owais Ahmed" userId="6abc7d4556b3b071" providerId="LiveId" clId="{36542103-18F1-477E-B1A3-2758C3E1EAA4}" dt="2023-03-01T08:54:36.206" v="2653" actId="20577"/>
          <ac:spMkLst>
            <pc:docMk/>
            <pc:sldMk cId="2564172473" sldId="2468"/>
            <ac:spMk id="5" creationId="{D6B5DCB6-4358-037D-2AAC-2F1B1119C128}"/>
          </ac:spMkLst>
        </pc:spChg>
        <pc:spChg chg="mod">
          <ac:chgData name="Owais Ahmed" userId="6abc7d4556b3b071" providerId="LiveId" clId="{36542103-18F1-477E-B1A3-2758C3E1EAA4}" dt="2023-03-01T08:24:22.184" v="2156" actId="20577"/>
          <ac:spMkLst>
            <pc:docMk/>
            <pc:sldMk cId="2564172473" sldId="2468"/>
            <ac:spMk id="9" creationId="{27EE95FA-7E6C-9450-66FD-4F118356AE19}"/>
          </ac:spMkLst>
        </pc:spChg>
        <pc:picChg chg="add mod">
          <ac:chgData name="Owais Ahmed" userId="6abc7d4556b3b071" providerId="LiveId" clId="{36542103-18F1-477E-B1A3-2758C3E1EAA4}" dt="2023-03-01T08:28:16.253" v="2240" actId="1076"/>
          <ac:picMkLst>
            <pc:docMk/>
            <pc:sldMk cId="2564172473" sldId="2468"/>
            <ac:picMk id="1026" creationId="{B52B6349-72B8-80CF-DA1C-C5486174747D}"/>
          </ac:picMkLst>
        </pc:picChg>
        <pc:picChg chg="add del mod">
          <ac:chgData name="Owais Ahmed" userId="6abc7d4556b3b071" providerId="LiveId" clId="{36542103-18F1-477E-B1A3-2758C3E1EAA4}" dt="2023-03-01T08:28:17.476" v="2241"/>
          <ac:picMkLst>
            <pc:docMk/>
            <pc:sldMk cId="2564172473" sldId="2468"/>
            <ac:picMk id="1028" creationId="{2A67EFA5-7B75-527F-8245-7A648D1CBD3A}"/>
          </ac:picMkLst>
        </pc:picChg>
        <pc:picChg chg="add mod">
          <ac:chgData name="Owais Ahmed" userId="6abc7d4556b3b071" providerId="LiveId" clId="{36542103-18F1-477E-B1A3-2758C3E1EAA4}" dt="2023-03-01T08:28:28.253" v="2245" actId="1076"/>
          <ac:picMkLst>
            <pc:docMk/>
            <pc:sldMk cId="2564172473" sldId="2468"/>
            <ac:picMk id="1030" creationId="{937909F9-9B17-7819-16D9-0A5467D24F10}"/>
          </ac:picMkLst>
        </pc:picChg>
        <pc:picChg chg="add mod">
          <ac:chgData name="Owais Ahmed" userId="6abc7d4556b3b071" providerId="LiveId" clId="{36542103-18F1-477E-B1A3-2758C3E1EAA4}" dt="2023-03-01T08:29:01.821" v="2248" actId="1076"/>
          <ac:picMkLst>
            <pc:docMk/>
            <pc:sldMk cId="2564172473" sldId="2468"/>
            <ac:picMk id="1032" creationId="{7CBE8AC6-1EBF-7FB2-D6EB-F9BB600F73C3}"/>
          </ac:picMkLst>
        </pc:picChg>
        <pc:picChg chg="add mod">
          <ac:chgData name="Owais Ahmed" userId="6abc7d4556b3b071" providerId="LiveId" clId="{36542103-18F1-477E-B1A3-2758C3E1EAA4}" dt="2023-03-01T08:30:28.741" v="2296" actId="1076"/>
          <ac:picMkLst>
            <pc:docMk/>
            <pc:sldMk cId="2564172473" sldId="2468"/>
            <ac:picMk id="1034" creationId="{C1426860-0002-4F9C-A184-C2CEC2C2EE80}"/>
          </ac:picMkLst>
        </pc:picChg>
        <pc:picChg chg="add mod">
          <ac:chgData name="Owais Ahmed" userId="6abc7d4556b3b071" providerId="LiveId" clId="{36542103-18F1-477E-B1A3-2758C3E1EAA4}" dt="2023-03-01T08:31:47.817" v="2305" actId="1076"/>
          <ac:picMkLst>
            <pc:docMk/>
            <pc:sldMk cId="2564172473" sldId="2468"/>
            <ac:picMk id="1036" creationId="{75D01A3D-4670-7C8F-147C-FB516418D76A}"/>
          </ac:picMkLst>
        </pc:picChg>
        <pc:picChg chg="add mod">
          <ac:chgData name="Owais Ahmed" userId="6abc7d4556b3b071" providerId="LiveId" clId="{36542103-18F1-477E-B1A3-2758C3E1EAA4}" dt="2023-03-01T08:33:03.104" v="2317" actId="1076"/>
          <ac:picMkLst>
            <pc:docMk/>
            <pc:sldMk cId="2564172473" sldId="2468"/>
            <ac:picMk id="1038" creationId="{C88242AB-2EAA-BA69-5988-EDB7E50964EB}"/>
          </ac:picMkLst>
        </pc:picChg>
        <pc:picChg chg="add mod">
          <ac:chgData name="Owais Ahmed" userId="6abc7d4556b3b071" providerId="LiveId" clId="{36542103-18F1-477E-B1A3-2758C3E1EAA4}" dt="2023-03-01T08:34:43.048" v="2333" actId="1076"/>
          <ac:picMkLst>
            <pc:docMk/>
            <pc:sldMk cId="2564172473" sldId="2468"/>
            <ac:picMk id="1040" creationId="{5A8D6D8F-C097-A63B-FC87-5AAA61887AD8}"/>
          </ac:picMkLst>
        </pc:picChg>
        <pc:picChg chg="add mod">
          <ac:chgData name="Owais Ahmed" userId="6abc7d4556b3b071" providerId="LiveId" clId="{36542103-18F1-477E-B1A3-2758C3E1EAA4}" dt="2023-03-01T08:55:14.070" v="2656" actId="1076"/>
          <ac:picMkLst>
            <pc:docMk/>
            <pc:sldMk cId="2564172473" sldId="2468"/>
            <ac:picMk id="1042" creationId="{46AA148E-1148-E8E6-4A54-C7C189AFCED4}"/>
          </ac:picMkLst>
        </pc:picChg>
        <pc:picChg chg="add mod">
          <ac:chgData name="Owais Ahmed" userId="6abc7d4556b3b071" providerId="LiveId" clId="{36542103-18F1-477E-B1A3-2758C3E1EAA4}" dt="2023-03-01T08:37:51.965" v="2364" actId="1076"/>
          <ac:picMkLst>
            <pc:docMk/>
            <pc:sldMk cId="2564172473" sldId="2468"/>
            <ac:picMk id="1044" creationId="{1095811A-A7C8-B8F6-7CF5-11472B45F658}"/>
          </ac:picMkLst>
        </pc:picChg>
        <pc:picChg chg="add mod">
          <ac:chgData name="Owais Ahmed" userId="6abc7d4556b3b071" providerId="LiveId" clId="{36542103-18F1-477E-B1A3-2758C3E1EAA4}" dt="2023-03-06T05:12:13.279" v="3805" actId="1076"/>
          <ac:picMkLst>
            <pc:docMk/>
            <pc:sldMk cId="2564172473" sldId="2468"/>
            <ac:picMk id="1046" creationId="{4D5EC02C-232A-E9E5-EC01-B58D1804CA7D}"/>
          </ac:picMkLst>
        </pc:picChg>
        <pc:picChg chg="add mod">
          <ac:chgData name="Owais Ahmed" userId="6abc7d4556b3b071" providerId="LiveId" clId="{36542103-18F1-477E-B1A3-2758C3E1EAA4}" dt="2023-03-01T08:54:52.038" v="2654" actId="1076"/>
          <ac:picMkLst>
            <pc:docMk/>
            <pc:sldMk cId="2564172473" sldId="2468"/>
            <ac:picMk id="1048" creationId="{D468CF6D-A89A-19B5-3AE9-B6948626587B}"/>
          </ac:picMkLst>
        </pc:picChg>
        <pc:picChg chg="add mod">
          <ac:chgData name="Owais Ahmed" userId="6abc7d4556b3b071" providerId="LiveId" clId="{36542103-18F1-477E-B1A3-2758C3E1EAA4}" dt="2023-03-01T08:54:52.038" v="2654" actId="1076"/>
          <ac:picMkLst>
            <pc:docMk/>
            <pc:sldMk cId="2564172473" sldId="2468"/>
            <ac:picMk id="1050" creationId="{35738118-63CC-CB61-5B20-3C94196E8DF1}"/>
          </ac:picMkLst>
        </pc:picChg>
        <pc:picChg chg="add mod">
          <ac:chgData name="Owais Ahmed" userId="6abc7d4556b3b071" providerId="LiveId" clId="{36542103-18F1-477E-B1A3-2758C3E1EAA4}" dt="2023-03-01T08:54:52.038" v="2654" actId="1076"/>
          <ac:picMkLst>
            <pc:docMk/>
            <pc:sldMk cId="2564172473" sldId="2468"/>
            <ac:picMk id="1052" creationId="{BF7E1FFF-0CFA-27D4-9300-9C801C052FAA}"/>
          </ac:picMkLst>
        </pc:picChg>
        <pc:picChg chg="add mod">
          <ac:chgData name="Owais Ahmed" userId="6abc7d4556b3b071" providerId="LiveId" clId="{36542103-18F1-477E-B1A3-2758C3E1EAA4}" dt="2023-03-01T08:54:52.038" v="2654" actId="1076"/>
          <ac:picMkLst>
            <pc:docMk/>
            <pc:sldMk cId="2564172473" sldId="2468"/>
            <ac:picMk id="1054" creationId="{7FCC54F9-0056-984F-40DE-18E6FCB11BEC}"/>
          </ac:picMkLst>
        </pc:picChg>
        <pc:picChg chg="add mod">
          <ac:chgData name="Owais Ahmed" userId="6abc7d4556b3b071" providerId="LiveId" clId="{36542103-18F1-477E-B1A3-2758C3E1EAA4}" dt="2023-03-01T08:54:52.038" v="2654" actId="1076"/>
          <ac:picMkLst>
            <pc:docMk/>
            <pc:sldMk cId="2564172473" sldId="2468"/>
            <ac:picMk id="1056" creationId="{ED1C7EDF-74CC-FC33-285C-59A51EC93A90}"/>
          </ac:picMkLst>
        </pc:picChg>
        <pc:picChg chg="add del">
          <ac:chgData name="Owais Ahmed" userId="6abc7d4556b3b071" providerId="LiveId" clId="{36542103-18F1-477E-B1A3-2758C3E1EAA4}" dt="2023-03-01T08:51:51.165" v="2629" actId="478"/>
          <ac:picMkLst>
            <pc:docMk/>
            <pc:sldMk cId="2564172473" sldId="2468"/>
            <ac:picMk id="1058" creationId="{1F35332A-00C8-AF0E-F1B6-69B5DE71861E}"/>
          </ac:picMkLst>
        </pc:picChg>
        <pc:picChg chg="add mod">
          <ac:chgData name="Owais Ahmed" userId="6abc7d4556b3b071" providerId="LiveId" clId="{36542103-18F1-477E-B1A3-2758C3E1EAA4}" dt="2023-03-01T08:54:52.038" v="2654" actId="1076"/>
          <ac:picMkLst>
            <pc:docMk/>
            <pc:sldMk cId="2564172473" sldId="2468"/>
            <ac:picMk id="1060" creationId="{1CCE3F63-D372-42A0-B788-182E353BE074}"/>
          </ac:picMkLst>
        </pc:picChg>
        <pc:picChg chg="add del">
          <ac:chgData name="Owais Ahmed" userId="6abc7d4556b3b071" providerId="LiveId" clId="{36542103-18F1-477E-B1A3-2758C3E1EAA4}" dt="2023-03-01T08:52:59.251" v="2638"/>
          <ac:picMkLst>
            <pc:docMk/>
            <pc:sldMk cId="2564172473" sldId="2468"/>
            <ac:picMk id="1062" creationId="{4149B8C2-8A21-D6DE-97A4-30B459F15977}"/>
          </ac:picMkLst>
        </pc:picChg>
        <pc:picChg chg="add mod">
          <ac:chgData name="Owais Ahmed" userId="6abc7d4556b3b071" providerId="LiveId" clId="{36542103-18F1-477E-B1A3-2758C3E1EAA4}" dt="2023-03-01T08:54:52.038" v="2654" actId="1076"/>
          <ac:picMkLst>
            <pc:docMk/>
            <pc:sldMk cId="2564172473" sldId="2468"/>
            <ac:picMk id="1064" creationId="{0EFF1FD0-A435-B34D-C9E5-2A09341DAA14}"/>
          </ac:picMkLst>
        </pc:picChg>
        <pc:picChg chg="add mod">
          <ac:chgData name="Owais Ahmed" userId="6abc7d4556b3b071" providerId="LiveId" clId="{36542103-18F1-477E-B1A3-2758C3E1EAA4}" dt="2023-03-06T05:13:06.035" v="3812" actId="1076"/>
          <ac:picMkLst>
            <pc:docMk/>
            <pc:sldMk cId="2564172473" sldId="2468"/>
            <ac:picMk id="1066" creationId="{9F58BC05-1927-7EA6-94BF-C04942B2E1B3}"/>
          </ac:picMkLst>
        </pc:picChg>
        <pc:picChg chg="add del mod">
          <ac:chgData name="Owais Ahmed" userId="6abc7d4556b3b071" providerId="LiveId" clId="{36542103-18F1-477E-B1A3-2758C3E1EAA4}" dt="2023-03-01T08:54:33.706" v="2650" actId="478"/>
          <ac:picMkLst>
            <pc:docMk/>
            <pc:sldMk cId="2564172473" sldId="2468"/>
            <ac:picMk id="1068" creationId="{885917AC-0558-2F54-1E23-5FD0C2D83E0E}"/>
          </ac:picMkLst>
        </pc:picChg>
      </pc:sldChg>
      <pc:sldChg chg="addSp delSp modSp add mod modClrScheme modAnim chgLayout">
        <pc:chgData name="Owais Ahmed" userId="6abc7d4556b3b071" providerId="LiveId" clId="{36542103-18F1-477E-B1A3-2758C3E1EAA4}" dt="2023-03-06T19:04:27.778" v="3815" actId="255"/>
        <pc:sldMkLst>
          <pc:docMk/>
          <pc:sldMk cId="1870517188" sldId="2469"/>
        </pc:sldMkLst>
        <pc:spChg chg="add del mod">
          <ac:chgData name="Owais Ahmed" userId="6abc7d4556b3b071" providerId="LiveId" clId="{36542103-18F1-477E-B1A3-2758C3E1EAA4}" dt="2023-03-01T09:00:26.499" v="2771" actId="478"/>
          <ac:spMkLst>
            <pc:docMk/>
            <pc:sldMk cId="1870517188" sldId="2469"/>
            <ac:spMk id="2" creationId="{CFF223DC-3CA3-FFF1-5576-45716986B769}"/>
          </ac:spMkLst>
        </pc:spChg>
        <pc:spChg chg="add del mod ord">
          <ac:chgData name="Owais Ahmed" userId="6abc7d4556b3b071" providerId="LiveId" clId="{36542103-18F1-477E-B1A3-2758C3E1EAA4}" dt="2023-03-01T08:56:32.354" v="2729" actId="700"/>
          <ac:spMkLst>
            <pc:docMk/>
            <pc:sldMk cId="1870517188" sldId="2469"/>
            <ac:spMk id="3" creationId="{CABAE5EC-F67A-5744-393C-1F289C372DD4}"/>
          </ac:spMkLst>
        </pc:spChg>
        <pc:spChg chg="add del mod ord">
          <ac:chgData name="Owais Ahmed" userId="6abc7d4556b3b071" providerId="LiveId" clId="{36542103-18F1-477E-B1A3-2758C3E1EAA4}" dt="2023-03-01T08:56:32.354" v="2729" actId="700"/>
          <ac:spMkLst>
            <pc:docMk/>
            <pc:sldMk cId="1870517188" sldId="2469"/>
            <ac:spMk id="4" creationId="{C5E72A6B-1CB4-081E-4D8D-6B4B558B9790}"/>
          </ac:spMkLst>
        </pc:spChg>
        <pc:spChg chg="mod ord">
          <ac:chgData name="Owais Ahmed" userId="6abc7d4556b3b071" providerId="LiveId" clId="{36542103-18F1-477E-B1A3-2758C3E1EAA4}" dt="2023-03-06T19:04:27.778" v="3815" actId="255"/>
          <ac:spMkLst>
            <pc:docMk/>
            <pc:sldMk cId="1870517188" sldId="2469"/>
            <ac:spMk id="5" creationId="{D6B5DCB6-4358-037D-2AAC-2F1B1119C128}"/>
          </ac:spMkLst>
        </pc:spChg>
        <pc:spChg chg="add del mod ord">
          <ac:chgData name="Owais Ahmed" userId="6abc7d4556b3b071" providerId="LiveId" clId="{36542103-18F1-477E-B1A3-2758C3E1EAA4}" dt="2023-03-01T09:00:22.937" v="2766" actId="700"/>
          <ac:spMkLst>
            <pc:docMk/>
            <pc:sldMk cId="1870517188" sldId="2469"/>
            <ac:spMk id="6" creationId="{EE38476D-0BB4-3A9F-DC79-D3570EFF0273}"/>
          </ac:spMkLst>
        </pc:spChg>
        <pc:spChg chg="add del mod ord">
          <ac:chgData name="Owais Ahmed" userId="6abc7d4556b3b071" providerId="LiveId" clId="{36542103-18F1-477E-B1A3-2758C3E1EAA4}" dt="2023-03-01T09:00:22.937" v="2766" actId="700"/>
          <ac:spMkLst>
            <pc:docMk/>
            <pc:sldMk cId="1870517188" sldId="2469"/>
            <ac:spMk id="7" creationId="{7C450C07-660A-B2BE-8115-42CC21C5CC73}"/>
          </ac:spMkLst>
        </pc:spChg>
        <pc:spChg chg="mod">
          <ac:chgData name="Owais Ahmed" userId="6abc7d4556b3b071" providerId="LiveId" clId="{36542103-18F1-477E-B1A3-2758C3E1EAA4}" dt="2023-03-01T08:56:51.712" v="2733" actId="14100"/>
          <ac:spMkLst>
            <pc:docMk/>
            <pc:sldMk cId="1870517188" sldId="2469"/>
            <ac:spMk id="8" creationId="{FF8DF268-CC40-9C40-2D1C-E83401534CE9}"/>
          </ac:spMkLst>
        </pc:spChg>
        <pc:spChg chg="mod">
          <ac:chgData name="Owais Ahmed" userId="6abc7d4556b3b071" providerId="LiveId" clId="{36542103-18F1-477E-B1A3-2758C3E1EAA4}" dt="2023-03-01T09:06:11.459" v="3411" actId="20577"/>
          <ac:spMkLst>
            <pc:docMk/>
            <pc:sldMk cId="1870517188" sldId="2469"/>
            <ac:spMk id="9" creationId="{27EE95FA-7E6C-9450-66FD-4F118356AE19}"/>
          </ac:spMkLst>
        </pc:spChg>
        <pc:spChg chg="add del">
          <ac:chgData name="Owais Ahmed" userId="6abc7d4556b3b071" providerId="LiveId" clId="{36542103-18F1-477E-B1A3-2758C3E1EAA4}" dt="2023-03-01T09:00:21.672" v="2759" actId="478"/>
          <ac:spMkLst>
            <pc:docMk/>
            <pc:sldMk cId="1870517188" sldId="2469"/>
            <ac:spMk id="11" creationId="{7B1ABC8C-8F12-48B3-9A07-8DF4518AA283}"/>
          </ac:spMkLst>
        </pc:spChg>
        <pc:spChg chg="add del mod ord">
          <ac:chgData name="Owais Ahmed" userId="6abc7d4556b3b071" providerId="LiveId" clId="{36542103-18F1-477E-B1A3-2758C3E1EAA4}" dt="2023-03-01T09:00:22.937" v="2766" actId="700"/>
          <ac:spMkLst>
            <pc:docMk/>
            <pc:sldMk cId="1870517188" sldId="2469"/>
            <ac:spMk id="12" creationId="{63842672-E58E-4703-D71C-40B913AB2591}"/>
          </ac:spMkLst>
        </pc:spChg>
        <pc:spChg chg="add del mod ord">
          <ac:chgData name="Owais Ahmed" userId="6abc7d4556b3b071" providerId="LiveId" clId="{36542103-18F1-477E-B1A3-2758C3E1EAA4}" dt="2023-03-01T09:00:22.937" v="2766" actId="700"/>
          <ac:spMkLst>
            <pc:docMk/>
            <pc:sldMk cId="1870517188" sldId="2469"/>
            <ac:spMk id="13" creationId="{B380B516-64A4-B580-705A-1823F0486898}"/>
          </ac:spMkLst>
        </pc:spChg>
        <pc:spChg chg="add del mod ord">
          <ac:chgData name="Owais Ahmed" userId="6abc7d4556b3b071" providerId="LiveId" clId="{36542103-18F1-477E-B1A3-2758C3E1EAA4}" dt="2023-03-01T09:00:22.937" v="2766" actId="700"/>
          <ac:spMkLst>
            <pc:docMk/>
            <pc:sldMk cId="1870517188" sldId="2469"/>
            <ac:spMk id="14" creationId="{6831A05B-F344-060C-9501-A13DBCD9D296}"/>
          </ac:spMkLst>
        </pc:spChg>
        <pc:spChg chg="add del mod ord">
          <ac:chgData name="Owais Ahmed" userId="6abc7d4556b3b071" providerId="LiveId" clId="{36542103-18F1-477E-B1A3-2758C3E1EAA4}" dt="2023-03-01T09:00:22.937" v="2766" actId="700"/>
          <ac:spMkLst>
            <pc:docMk/>
            <pc:sldMk cId="1870517188" sldId="2469"/>
            <ac:spMk id="15" creationId="{022E519C-6F64-34FA-749B-258C28A2A145}"/>
          </ac:spMkLst>
        </pc:spChg>
        <pc:spChg chg="add del mod ord">
          <ac:chgData name="Owais Ahmed" userId="6abc7d4556b3b071" providerId="LiveId" clId="{36542103-18F1-477E-B1A3-2758C3E1EAA4}" dt="2023-03-01T09:00:22.937" v="2766" actId="700"/>
          <ac:spMkLst>
            <pc:docMk/>
            <pc:sldMk cId="1870517188" sldId="2469"/>
            <ac:spMk id="16" creationId="{4FCE375B-3296-F6D2-7C33-C17B227667B4}"/>
          </ac:spMkLst>
        </pc:spChg>
        <pc:spChg chg="add del mod">
          <ac:chgData name="Owais Ahmed" userId="6abc7d4556b3b071" providerId="LiveId" clId="{36542103-18F1-477E-B1A3-2758C3E1EAA4}" dt="2023-03-01T08:59:34.203" v="2749" actId="931"/>
          <ac:spMkLst>
            <pc:docMk/>
            <pc:sldMk cId="1870517188" sldId="2469"/>
            <ac:spMk id="19" creationId="{6ACB0E0D-1937-1BB7-4F07-CDF3D84F6802}"/>
          </ac:spMkLst>
        </pc:spChg>
        <pc:spChg chg="add del mod">
          <ac:chgData name="Owais Ahmed" userId="6abc7d4556b3b071" providerId="LiveId" clId="{36542103-18F1-477E-B1A3-2758C3E1EAA4}" dt="2023-03-01T08:59:33.840" v="2747" actId="931"/>
          <ac:spMkLst>
            <pc:docMk/>
            <pc:sldMk cId="1870517188" sldId="2469"/>
            <ac:spMk id="22" creationId="{F6EEB7DC-73FF-8889-788D-D5B9A985ACB1}"/>
          </ac:spMkLst>
        </pc:spChg>
        <pc:picChg chg="add del mod">
          <ac:chgData name="Owais Ahmed" userId="6abc7d4556b3b071" providerId="LiveId" clId="{36542103-18F1-477E-B1A3-2758C3E1EAA4}" dt="2023-03-01T08:59:34.203" v="2749" actId="931"/>
          <ac:picMkLst>
            <pc:docMk/>
            <pc:sldMk cId="1870517188" sldId="2469"/>
            <ac:picMk id="18" creationId="{65109187-29E0-0B88-4E4C-FA6D382572FE}"/>
          </ac:picMkLst>
        </pc:picChg>
        <pc:picChg chg="add del mod">
          <ac:chgData name="Owais Ahmed" userId="6abc7d4556b3b071" providerId="LiveId" clId="{36542103-18F1-477E-B1A3-2758C3E1EAA4}" dt="2023-03-01T08:59:33.840" v="2747" actId="931"/>
          <ac:picMkLst>
            <pc:docMk/>
            <pc:sldMk cId="1870517188" sldId="2469"/>
            <ac:picMk id="21" creationId="{9538D330-65EF-5591-62B2-C76901DED2B0}"/>
          </ac:picMkLst>
        </pc:picChg>
        <pc:picChg chg="add del">
          <ac:chgData name="Owais Ahmed" userId="6abc7d4556b3b071" providerId="LiveId" clId="{36542103-18F1-477E-B1A3-2758C3E1EAA4}" dt="2023-03-01T09:00:26.285" v="2770" actId="478"/>
          <ac:picMkLst>
            <pc:docMk/>
            <pc:sldMk cId="1870517188" sldId="2469"/>
            <ac:picMk id="1026" creationId="{B52B6349-72B8-80CF-DA1C-C5486174747D}"/>
          </ac:picMkLst>
        </pc:picChg>
        <pc:picChg chg="add del">
          <ac:chgData name="Owais Ahmed" userId="6abc7d4556b3b071" providerId="LiveId" clId="{36542103-18F1-477E-B1A3-2758C3E1EAA4}" dt="2023-03-01T09:00:26.285" v="2770" actId="478"/>
          <ac:picMkLst>
            <pc:docMk/>
            <pc:sldMk cId="1870517188" sldId="2469"/>
            <ac:picMk id="1030" creationId="{937909F9-9B17-7819-16D9-0A5467D24F10}"/>
          </ac:picMkLst>
        </pc:picChg>
        <pc:picChg chg="add del">
          <ac:chgData name="Owais Ahmed" userId="6abc7d4556b3b071" providerId="LiveId" clId="{36542103-18F1-477E-B1A3-2758C3E1EAA4}" dt="2023-03-01T09:00:26.285" v="2770" actId="478"/>
          <ac:picMkLst>
            <pc:docMk/>
            <pc:sldMk cId="1870517188" sldId="2469"/>
            <ac:picMk id="1032" creationId="{7CBE8AC6-1EBF-7FB2-D6EB-F9BB600F73C3}"/>
          </ac:picMkLst>
        </pc:picChg>
        <pc:picChg chg="add del">
          <ac:chgData name="Owais Ahmed" userId="6abc7d4556b3b071" providerId="LiveId" clId="{36542103-18F1-477E-B1A3-2758C3E1EAA4}" dt="2023-03-01T09:00:26.285" v="2770" actId="478"/>
          <ac:picMkLst>
            <pc:docMk/>
            <pc:sldMk cId="1870517188" sldId="2469"/>
            <ac:picMk id="1034" creationId="{C1426860-0002-4F9C-A184-C2CEC2C2EE80}"/>
          </ac:picMkLst>
        </pc:picChg>
        <pc:picChg chg="add del">
          <ac:chgData name="Owais Ahmed" userId="6abc7d4556b3b071" providerId="LiveId" clId="{36542103-18F1-477E-B1A3-2758C3E1EAA4}" dt="2023-03-01T09:00:26.285" v="2770" actId="478"/>
          <ac:picMkLst>
            <pc:docMk/>
            <pc:sldMk cId="1870517188" sldId="2469"/>
            <ac:picMk id="1036" creationId="{75D01A3D-4670-7C8F-147C-FB516418D76A}"/>
          </ac:picMkLst>
        </pc:picChg>
        <pc:picChg chg="add del">
          <ac:chgData name="Owais Ahmed" userId="6abc7d4556b3b071" providerId="LiveId" clId="{36542103-18F1-477E-B1A3-2758C3E1EAA4}" dt="2023-03-01T09:00:26.285" v="2770" actId="478"/>
          <ac:picMkLst>
            <pc:docMk/>
            <pc:sldMk cId="1870517188" sldId="2469"/>
            <ac:picMk id="1038" creationId="{C88242AB-2EAA-BA69-5988-EDB7E50964EB}"/>
          </ac:picMkLst>
        </pc:picChg>
        <pc:picChg chg="add del">
          <ac:chgData name="Owais Ahmed" userId="6abc7d4556b3b071" providerId="LiveId" clId="{36542103-18F1-477E-B1A3-2758C3E1EAA4}" dt="2023-03-01T09:00:26.285" v="2770" actId="478"/>
          <ac:picMkLst>
            <pc:docMk/>
            <pc:sldMk cId="1870517188" sldId="2469"/>
            <ac:picMk id="1040" creationId="{5A8D6D8F-C097-A63B-FC87-5AAA61887AD8}"/>
          </ac:picMkLst>
        </pc:picChg>
        <pc:picChg chg="add del">
          <ac:chgData name="Owais Ahmed" userId="6abc7d4556b3b071" providerId="LiveId" clId="{36542103-18F1-477E-B1A3-2758C3E1EAA4}" dt="2023-03-01T09:00:26.285" v="2770" actId="478"/>
          <ac:picMkLst>
            <pc:docMk/>
            <pc:sldMk cId="1870517188" sldId="2469"/>
            <ac:picMk id="1042" creationId="{46AA148E-1148-E8E6-4A54-C7C189AFCED4}"/>
          </ac:picMkLst>
        </pc:picChg>
        <pc:picChg chg="add del">
          <ac:chgData name="Owais Ahmed" userId="6abc7d4556b3b071" providerId="LiveId" clId="{36542103-18F1-477E-B1A3-2758C3E1EAA4}" dt="2023-03-01T09:00:26.285" v="2770" actId="478"/>
          <ac:picMkLst>
            <pc:docMk/>
            <pc:sldMk cId="1870517188" sldId="2469"/>
            <ac:picMk id="1044" creationId="{1095811A-A7C8-B8F6-7CF5-11472B45F658}"/>
          </ac:picMkLst>
        </pc:picChg>
        <pc:picChg chg="add del">
          <ac:chgData name="Owais Ahmed" userId="6abc7d4556b3b071" providerId="LiveId" clId="{36542103-18F1-477E-B1A3-2758C3E1EAA4}" dt="2023-03-01T09:00:26.285" v="2770" actId="478"/>
          <ac:picMkLst>
            <pc:docMk/>
            <pc:sldMk cId="1870517188" sldId="2469"/>
            <ac:picMk id="1046" creationId="{4D5EC02C-232A-E9E5-EC01-B58D1804CA7D}"/>
          </ac:picMkLst>
        </pc:picChg>
        <pc:picChg chg="add del">
          <ac:chgData name="Owais Ahmed" userId="6abc7d4556b3b071" providerId="LiveId" clId="{36542103-18F1-477E-B1A3-2758C3E1EAA4}" dt="2023-03-01T09:00:26.285" v="2770" actId="478"/>
          <ac:picMkLst>
            <pc:docMk/>
            <pc:sldMk cId="1870517188" sldId="2469"/>
            <ac:picMk id="1048" creationId="{D468CF6D-A89A-19B5-3AE9-B6948626587B}"/>
          </ac:picMkLst>
        </pc:picChg>
        <pc:picChg chg="add del">
          <ac:chgData name="Owais Ahmed" userId="6abc7d4556b3b071" providerId="LiveId" clId="{36542103-18F1-477E-B1A3-2758C3E1EAA4}" dt="2023-03-01T09:00:26.285" v="2770" actId="478"/>
          <ac:picMkLst>
            <pc:docMk/>
            <pc:sldMk cId="1870517188" sldId="2469"/>
            <ac:picMk id="1050" creationId="{35738118-63CC-CB61-5B20-3C94196E8DF1}"/>
          </ac:picMkLst>
        </pc:picChg>
        <pc:picChg chg="add del">
          <ac:chgData name="Owais Ahmed" userId="6abc7d4556b3b071" providerId="LiveId" clId="{36542103-18F1-477E-B1A3-2758C3E1EAA4}" dt="2023-03-01T09:00:26.285" v="2770" actId="478"/>
          <ac:picMkLst>
            <pc:docMk/>
            <pc:sldMk cId="1870517188" sldId="2469"/>
            <ac:picMk id="1052" creationId="{BF7E1FFF-0CFA-27D4-9300-9C801C052FAA}"/>
          </ac:picMkLst>
        </pc:picChg>
        <pc:picChg chg="add del">
          <ac:chgData name="Owais Ahmed" userId="6abc7d4556b3b071" providerId="LiveId" clId="{36542103-18F1-477E-B1A3-2758C3E1EAA4}" dt="2023-03-01T09:00:26.285" v="2770" actId="478"/>
          <ac:picMkLst>
            <pc:docMk/>
            <pc:sldMk cId="1870517188" sldId="2469"/>
            <ac:picMk id="1054" creationId="{7FCC54F9-0056-984F-40DE-18E6FCB11BEC}"/>
          </ac:picMkLst>
        </pc:picChg>
        <pc:picChg chg="add del">
          <ac:chgData name="Owais Ahmed" userId="6abc7d4556b3b071" providerId="LiveId" clId="{36542103-18F1-477E-B1A3-2758C3E1EAA4}" dt="2023-03-01T09:00:26.285" v="2770" actId="478"/>
          <ac:picMkLst>
            <pc:docMk/>
            <pc:sldMk cId="1870517188" sldId="2469"/>
            <ac:picMk id="1056" creationId="{ED1C7EDF-74CC-FC33-285C-59A51EC93A90}"/>
          </ac:picMkLst>
        </pc:picChg>
        <pc:picChg chg="add del">
          <ac:chgData name="Owais Ahmed" userId="6abc7d4556b3b071" providerId="LiveId" clId="{36542103-18F1-477E-B1A3-2758C3E1EAA4}" dt="2023-03-01T09:00:26.285" v="2770" actId="478"/>
          <ac:picMkLst>
            <pc:docMk/>
            <pc:sldMk cId="1870517188" sldId="2469"/>
            <ac:picMk id="1060" creationId="{1CCE3F63-D372-42A0-B788-182E353BE074}"/>
          </ac:picMkLst>
        </pc:picChg>
        <pc:picChg chg="add del">
          <ac:chgData name="Owais Ahmed" userId="6abc7d4556b3b071" providerId="LiveId" clId="{36542103-18F1-477E-B1A3-2758C3E1EAA4}" dt="2023-03-01T09:00:26.285" v="2770" actId="478"/>
          <ac:picMkLst>
            <pc:docMk/>
            <pc:sldMk cId="1870517188" sldId="2469"/>
            <ac:picMk id="1064" creationId="{0EFF1FD0-A435-B34D-C9E5-2A09341DAA14}"/>
          </ac:picMkLst>
        </pc:picChg>
        <pc:picChg chg="add del">
          <ac:chgData name="Owais Ahmed" userId="6abc7d4556b3b071" providerId="LiveId" clId="{36542103-18F1-477E-B1A3-2758C3E1EAA4}" dt="2023-03-01T09:00:26.285" v="2770" actId="478"/>
          <ac:picMkLst>
            <pc:docMk/>
            <pc:sldMk cId="1870517188" sldId="2469"/>
            <ac:picMk id="1066" creationId="{9F58BC05-1927-7EA6-94BF-C04942B2E1B3}"/>
          </ac:picMkLst>
        </pc:picChg>
        <pc:picChg chg="add del mod">
          <ac:chgData name="Owais Ahmed" userId="6abc7d4556b3b071" providerId="LiveId" clId="{36542103-18F1-477E-B1A3-2758C3E1EAA4}" dt="2023-03-01T08:59:54.463" v="2753"/>
          <ac:picMkLst>
            <pc:docMk/>
            <pc:sldMk cId="1870517188" sldId="2469"/>
            <ac:picMk id="2050" creationId="{4AC6709D-0F5B-C721-8AFC-E0D67534FCA7}"/>
          </ac:picMkLst>
        </pc:picChg>
        <pc:picChg chg="add del mod">
          <ac:chgData name="Owais Ahmed" userId="6abc7d4556b3b071" providerId="LiveId" clId="{36542103-18F1-477E-B1A3-2758C3E1EAA4}" dt="2023-03-01T09:00:08.733" v="2755"/>
          <ac:picMkLst>
            <pc:docMk/>
            <pc:sldMk cId="1870517188" sldId="2469"/>
            <ac:picMk id="2052" creationId="{75ADEFA1-127A-A8D5-EDD2-560B13BFAF5E}"/>
          </ac:picMkLst>
        </pc:picChg>
        <pc:picChg chg="add del mod">
          <ac:chgData name="Owais Ahmed" userId="6abc7d4556b3b071" providerId="LiveId" clId="{36542103-18F1-477E-B1A3-2758C3E1EAA4}" dt="2023-03-01T09:00:18.137" v="2757"/>
          <ac:picMkLst>
            <pc:docMk/>
            <pc:sldMk cId="1870517188" sldId="2469"/>
            <ac:picMk id="2054" creationId="{85063C02-B830-F61C-A629-E105AA3CA561}"/>
          </ac:picMkLst>
        </pc:picChg>
      </pc:sldChg>
      <pc:sldChg chg="modSp add modAnim">
        <pc:chgData name="Owais Ahmed" userId="6abc7d4556b3b071" providerId="LiveId" clId="{36542103-18F1-477E-B1A3-2758C3E1EAA4}" dt="2023-03-01T09:06:39.417" v="3415"/>
        <pc:sldMkLst>
          <pc:docMk/>
          <pc:sldMk cId="773770613" sldId="2470"/>
        </pc:sldMkLst>
        <pc:spChg chg="mod">
          <ac:chgData name="Owais Ahmed" userId="6abc7d4556b3b071" providerId="LiveId" clId="{36542103-18F1-477E-B1A3-2758C3E1EAA4}" dt="2023-03-01T09:06:39.417" v="3415"/>
          <ac:spMkLst>
            <pc:docMk/>
            <pc:sldMk cId="773770613" sldId="2470"/>
            <ac:spMk id="5" creationId="{D6B5DCB6-4358-037D-2AAC-2F1B1119C128}"/>
          </ac:spMkLst>
        </pc:spChg>
      </pc:sldChg>
      <pc:sldChg chg="modSp add mod modAnim">
        <pc:chgData name="Owais Ahmed" userId="6abc7d4556b3b071" providerId="LiveId" clId="{36542103-18F1-477E-B1A3-2758C3E1EAA4}" dt="2023-03-01T09:11:37.101" v="3780" actId="20577"/>
        <pc:sldMkLst>
          <pc:docMk/>
          <pc:sldMk cId="246082422" sldId="2471"/>
        </pc:sldMkLst>
        <pc:spChg chg="mod">
          <ac:chgData name="Owais Ahmed" userId="6abc7d4556b3b071" providerId="LiveId" clId="{36542103-18F1-477E-B1A3-2758C3E1EAA4}" dt="2023-03-01T09:11:36.476" v="3779" actId="20577"/>
          <ac:spMkLst>
            <pc:docMk/>
            <pc:sldMk cId="246082422" sldId="2471"/>
            <ac:spMk id="5" creationId="{D6B5DCB6-4358-037D-2AAC-2F1B1119C128}"/>
          </ac:spMkLst>
        </pc:spChg>
        <pc:spChg chg="mod">
          <ac:chgData name="Owais Ahmed" userId="6abc7d4556b3b071" providerId="LiveId" clId="{36542103-18F1-477E-B1A3-2758C3E1EAA4}" dt="2023-03-01T09:08:09.846" v="3439" actId="20577"/>
          <ac:spMkLst>
            <pc:docMk/>
            <pc:sldMk cId="246082422" sldId="2471"/>
            <ac:spMk id="9" creationId="{27EE95FA-7E6C-9450-66FD-4F118356AE19}"/>
          </ac:spMkLst>
        </pc:spChg>
      </pc:sldChg>
      <pc:sldChg chg="modSp add mod modAnim">
        <pc:chgData name="Owais Ahmed" userId="6abc7d4556b3b071" providerId="LiveId" clId="{36542103-18F1-477E-B1A3-2758C3E1EAA4}" dt="2023-03-01T09:12:54.212" v="3802" actId="20577"/>
        <pc:sldMkLst>
          <pc:docMk/>
          <pc:sldMk cId="104746486" sldId="2472"/>
        </pc:sldMkLst>
        <pc:spChg chg="mod">
          <ac:chgData name="Owais Ahmed" userId="6abc7d4556b3b071" providerId="LiveId" clId="{36542103-18F1-477E-B1A3-2758C3E1EAA4}" dt="2023-03-01T09:12:54.212" v="3802" actId="20577"/>
          <ac:spMkLst>
            <pc:docMk/>
            <pc:sldMk cId="104746486" sldId="2472"/>
            <ac:spMk id="5" creationId="{D6B5DCB6-4358-037D-2AAC-2F1B1119C128}"/>
          </ac:spMkLst>
        </pc:spChg>
        <pc:spChg chg="mod">
          <ac:chgData name="Owais Ahmed" userId="6abc7d4556b3b071" providerId="LiveId" clId="{36542103-18F1-477E-B1A3-2758C3E1EAA4}" dt="2023-03-01T09:12:06.290" v="3789" actId="20577"/>
          <ac:spMkLst>
            <pc:docMk/>
            <pc:sldMk cId="104746486" sldId="2472"/>
            <ac:spMk id="9" creationId="{27EE95FA-7E6C-9450-66FD-4F118356AE19}"/>
          </ac:spMkLst>
        </pc:spChg>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3/7/2023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3/6/2023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21eFwbb48sE"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21eFwbb48s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21eFwbb48sE"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Who Invented the Internet? And Why? - YouTube</a:t>
            </a:r>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3</a:t>
            </a:fld>
            <a:endParaRPr lang="en-US" dirty="0"/>
          </a:p>
        </p:txBody>
      </p:sp>
    </p:spTree>
    <p:extLst>
      <p:ext uri="{BB962C8B-B14F-4D97-AF65-F5344CB8AC3E}">
        <p14:creationId xmlns:p14="http://schemas.microsoft.com/office/powerpoint/2010/main" val="4248863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Who Invented the Internet? And Why? - YouTube</a:t>
            </a:r>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4</a:t>
            </a:fld>
            <a:endParaRPr lang="en-US" dirty="0"/>
          </a:p>
        </p:txBody>
      </p:sp>
    </p:spTree>
    <p:extLst>
      <p:ext uri="{BB962C8B-B14F-4D97-AF65-F5344CB8AC3E}">
        <p14:creationId xmlns:p14="http://schemas.microsoft.com/office/powerpoint/2010/main" val="886170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Who Invented the Internet? And Why? - YouTube</a:t>
            </a:r>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5</a:t>
            </a:fld>
            <a:endParaRPr lang="en-US" dirty="0"/>
          </a:p>
        </p:txBody>
      </p:sp>
    </p:spTree>
    <p:extLst>
      <p:ext uri="{BB962C8B-B14F-4D97-AF65-F5344CB8AC3E}">
        <p14:creationId xmlns:p14="http://schemas.microsoft.com/office/powerpoint/2010/main" val="1447816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browser is the only software needed by the client (user) to access the web content</a:t>
            </a:r>
          </a:p>
          <a:p>
            <a:r>
              <a:rPr lang="en-US" dirty="0"/>
              <a:t>Gopher was a protocol before World Wide Web. It made searching and distributing content possible over Internet Protocol</a:t>
            </a:r>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6</a:t>
            </a:fld>
            <a:endParaRPr lang="en-US" dirty="0"/>
          </a:p>
        </p:txBody>
      </p:sp>
    </p:spTree>
    <p:extLst>
      <p:ext uri="{BB962C8B-B14F-4D97-AF65-F5344CB8AC3E}">
        <p14:creationId xmlns:p14="http://schemas.microsoft.com/office/powerpoint/2010/main" val="3852609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7</a:t>
            </a:fld>
            <a:endParaRPr lang="en-US" dirty="0"/>
          </a:p>
        </p:txBody>
      </p:sp>
    </p:spTree>
    <p:extLst>
      <p:ext uri="{BB962C8B-B14F-4D97-AF65-F5344CB8AC3E}">
        <p14:creationId xmlns:p14="http://schemas.microsoft.com/office/powerpoint/2010/main" val="76440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8</a:t>
            </a:fld>
            <a:endParaRPr lang="en-US" dirty="0"/>
          </a:p>
        </p:txBody>
      </p:sp>
    </p:spTree>
    <p:extLst>
      <p:ext uri="{BB962C8B-B14F-4D97-AF65-F5344CB8AC3E}">
        <p14:creationId xmlns:p14="http://schemas.microsoft.com/office/powerpoint/2010/main" val="100254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9</a:t>
            </a:fld>
            <a:endParaRPr lang="en-US" dirty="0"/>
          </a:p>
        </p:txBody>
      </p:sp>
    </p:spTree>
    <p:extLst>
      <p:ext uri="{BB962C8B-B14F-4D97-AF65-F5344CB8AC3E}">
        <p14:creationId xmlns:p14="http://schemas.microsoft.com/office/powerpoint/2010/main" val="31385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10</a:t>
            </a:fld>
            <a:endParaRPr lang="en-US" dirty="0"/>
          </a:p>
        </p:txBody>
      </p:sp>
    </p:spTree>
    <p:extLst>
      <p:ext uri="{BB962C8B-B14F-4D97-AF65-F5344CB8AC3E}">
        <p14:creationId xmlns:p14="http://schemas.microsoft.com/office/powerpoint/2010/main" val="3291487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11</a:t>
            </a:fld>
            <a:endParaRPr lang="en-US" dirty="0"/>
          </a:p>
        </p:txBody>
      </p:sp>
    </p:spTree>
    <p:extLst>
      <p:ext uri="{BB962C8B-B14F-4D97-AF65-F5344CB8AC3E}">
        <p14:creationId xmlns:p14="http://schemas.microsoft.com/office/powerpoint/2010/main" val="802975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12</a:t>
            </a:fld>
            <a:endParaRPr lang="en-US" dirty="0"/>
          </a:p>
        </p:txBody>
      </p:sp>
    </p:spTree>
    <p:extLst>
      <p:ext uri="{BB962C8B-B14F-4D97-AF65-F5344CB8AC3E}">
        <p14:creationId xmlns:p14="http://schemas.microsoft.com/office/powerpoint/2010/main" val="1946457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7CFE-323D-F6B5-AFCF-14EA5F2F094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81D9E795-7F81-21E8-A19B-B3538BC599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F789B049-BD2D-2332-0DE1-946B29807E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6BFBAF59-A04C-9AC7-C0B0-CF8B1F98EF45}"/>
              </a:ext>
            </a:extLst>
          </p:cNvPr>
          <p:cNvSpPr>
            <a:spLocks noGrp="1"/>
          </p:cNvSpPr>
          <p:nvPr>
            <p:ph type="dt" sz="half" idx="10"/>
          </p:nvPr>
        </p:nvSpPr>
        <p:spPr/>
        <p:txBody>
          <a:bodyPr/>
          <a:lstStyle/>
          <a:p>
            <a:fld id="{BB4C60CE-EA75-4883-A795-1AD34334FFB0}" type="datetimeFigureOut">
              <a:rPr lang="en-PK" smtClean="0"/>
              <a:t>06/03/2023</a:t>
            </a:fld>
            <a:endParaRPr lang="en-PK"/>
          </a:p>
        </p:txBody>
      </p:sp>
      <p:sp>
        <p:nvSpPr>
          <p:cNvPr id="6" name="Footer Placeholder 5">
            <a:extLst>
              <a:ext uri="{FF2B5EF4-FFF2-40B4-BE49-F238E27FC236}">
                <a16:creationId xmlns:a16="http://schemas.microsoft.com/office/drawing/2014/main" id="{486E5675-C061-41B3-2132-54BAE856CAE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216584B7-71E7-99FE-92EF-4B2A9ECF7F38}"/>
              </a:ext>
            </a:extLst>
          </p:cNvPr>
          <p:cNvSpPr>
            <a:spLocks noGrp="1"/>
          </p:cNvSpPr>
          <p:nvPr>
            <p:ph type="sldNum" sz="quarter" idx="12"/>
          </p:nvPr>
        </p:nvSpPr>
        <p:spPr/>
        <p:txBody>
          <a:bodyPr/>
          <a:lstStyle/>
          <a:p>
            <a:fld id="{4D60F85B-41B8-426E-9A25-E81C46481104}" type="slidenum">
              <a:rPr lang="en-PK" smtClean="0"/>
              <a:t>‹#›</a:t>
            </a:fld>
            <a:endParaRPr lang="en-PK"/>
          </a:p>
        </p:txBody>
      </p:sp>
    </p:spTree>
    <p:extLst>
      <p:ext uri="{BB962C8B-B14F-4D97-AF65-F5344CB8AC3E}">
        <p14:creationId xmlns:p14="http://schemas.microsoft.com/office/powerpoint/2010/main" val="105451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2"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18" Type="http://schemas.openxmlformats.org/officeDocument/2006/relationships/image" Target="../media/image19.jpeg"/><Relationship Id="rId3" Type="http://schemas.openxmlformats.org/officeDocument/2006/relationships/image" Target="../media/image4.jpeg"/><Relationship Id="rId7" Type="http://schemas.openxmlformats.org/officeDocument/2006/relationships/image" Target="../media/image8.jpeg"/><Relationship Id="rId12" Type="http://schemas.openxmlformats.org/officeDocument/2006/relationships/image" Target="../media/image13.jpeg"/><Relationship Id="rId17" Type="http://schemas.openxmlformats.org/officeDocument/2006/relationships/image" Target="../media/image18.jpeg"/><Relationship Id="rId2" Type="http://schemas.openxmlformats.org/officeDocument/2006/relationships/notesSlide" Target="../notesSlides/notesSlide7.xml"/><Relationship Id="rId16" Type="http://schemas.openxmlformats.org/officeDocument/2006/relationships/image" Target="../media/image17.jpeg"/><Relationship Id="rId20" Type="http://schemas.openxmlformats.org/officeDocument/2006/relationships/image" Target="../media/image21.jpeg"/><Relationship Id="rId1" Type="http://schemas.openxmlformats.org/officeDocument/2006/relationships/slideLayout" Target="../slideLayouts/slideLayout12.xml"/><Relationship Id="rId6" Type="http://schemas.openxmlformats.org/officeDocument/2006/relationships/image" Target="../media/image7.jpeg"/><Relationship Id="rId11" Type="http://schemas.openxmlformats.org/officeDocument/2006/relationships/image" Target="../media/image12.jpeg"/><Relationship Id="rId5" Type="http://schemas.openxmlformats.org/officeDocument/2006/relationships/image" Target="../media/image6.png"/><Relationship Id="rId15" Type="http://schemas.openxmlformats.org/officeDocument/2006/relationships/image" Target="../media/image16.jpeg"/><Relationship Id="rId10" Type="http://schemas.openxmlformats.org/officeDocument/2006/relationships/image" Target="../media/image11.jpeg"/><Relationship Id="rId19" Type="http://schemas.openxmlformats.org/officeDocument/2006/relationships/image" Target="../media/image20.jpeg"/><Relationship Id="rId4" Type="http://schemas.openxmlformats.org/officeDocument/2006/relationships/image" Target="../media/image5.jpeg"/><Relationship Id="rId9" Type="http://schemas.openxmlformats.org/officeDocument/2006/relationships/image" Target="../media/image10.jpeg"/><Relationship Id="rId14" Type="http://schemas.openxmlformats.org/officeDocument/2006/relationships/image" Target="../media/image1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07/relationships/hdphoto" Target="../media/hdphoto1.wdp"/><Relationship Id="rId7" Type="http://schemas.openxmlformats.org/officeDocument/2006/relationships/image" Target="../media/image25.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Web APPLICATION Development (111834)</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p:txBody>
          <a:bodyPr/>
          <a:lstStyle/>
          <a:p>
            <a:r>
              <a:rPr lang="en-US" dirty="0"/>
              <a:t>History</a:t>
            </a:r>
          </a:p>
          <a:p>
            <a:r>
              <a:rPr lang="en-US" dirty="0"/>
              <a:t>Overview of the Client-side</a:t>
            </a:r>
          </a:p>
          <a:p>
            <a:r>
              <a:rPr lang="en-US" dirty="0"/>
              <a:t>Content, Styling, Interaction</a:t>
            </a:r>
          </a:p>
          <a:p>
            <a:r>
              <a:rPr lang="en-US" dirty="0"/>
              <a:t>Overview of the Server-side</a:t>
            </a:r>
          </a:p>
          <a:p>
            <a:r>
              <a:rPr lang="en-US" dirty="0"/>
              <a:t>Modern Platforms, Languages and Tools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F17E7B0-D43C-4BED-6452-C909BD91D1F2}"/>
              </a:ext>
            </a:extLst>
          </p:cNvPr>
          <p:cNvPicPr>
            <a:picLocks noGrp="1" noChangeAspect="1"/>
          </p:cNvPicPr>
          <p:nvPr>
            <p:ph sz="half" idx="2"/>
          </p:nvPr>
        </p:nvPicPr>
        <p:blipFill>
          <a:blip r:embed="rId3">
            <a:alphaModFix amt="20000"/>
          </a:blip>
          <a:stretch>
            <a:fillRect/>
          </a:stretch>
        </p:blipFill>
        <p:spPr>
          <a:xfrm>
            <a:off x="-17860" y="1007260"/>
            <a:ext cx="12209860" cy="5850740"/>
          </a:xfrm>
        </p:spPr>
      </p:pic>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400" dirty="0"/>
              <a:t>So… who invented the internet?</a:t>
            </a:r>
          </a:p>
          <a:p>
            <a:pPr>
              <a:lnSpc>
                <a:spcPct val="100000"/>
              </a:lnSpc>
              <a:buFont typeface="Wingdings" panose="05000000000000000000" pitchFamily="2" charset="2"/>
              <a:buChar char="§"/>
            </a:pPr>
            <a:r>
              <a:rPr lang="en-US" sz="2400" dirty="0"/>
              <a:t>By a British engineer in an underground lab of Switzerland.</a:t>
            </a:r>
          </a:p>
          <a:p>
            <a:pPr>
              <a:lnSpc>
                <a:spcPct val="100000"/>
              </a:lnSpc>
              <a:buFont typeface="Wingdings" panose="05000000000000000000" pitchFamily="2" charset="2"/>
              <a:buChar char="§"/>
            </a:pPr>
            <a:r>
              <a:rPr lang="en-US" sz="2400" dirty="0"/>
              <a:t>By USA’s DoD to create a network with ability to sustain a nuclear war.</a:t>
            </a:r>
          </a:p>
          <a:p>
            <a:pPr>
              <a:lnSpc>
                <a:spcPct val="100000"/>
              </a:lnSpc>
              <a:buFont typeface="Wingdings" panose="05000000000000000000" pitchFamily="2" charset="2"/>
              <a:buChar char="§"/>
            </a:pPr>
            <a:r>
              <a:rPr lang="en-US" sz="2400" dirty="0"/>
              <a:t>By a French scientist who coined the term “Le Internet”</a:t>
            </a:r>
          </a:p>
          <a:p>
            <a:pPr>
              <a:lnSpc>
                <a:spcPct val="100000"/>
              </a:lnSpc>
              <a:buFont typeface="Wingdings" panose="05000000000000000000" pitchFamily="2" charset="2"/>
              <a:buChar char="§"/>
            </a:pPr>
            <a:r>
              <a:rPr lang="en-US" sz="2400" dirty="0"/>
              <a:t>Or was it an unorganized, joint venture, pieced together in 40 years?</a:t>
            </a:r>
          </a:p>
          <a:p>
            <a:pPr>
              <a:lnSpc>
                <a:spcPct val="100000"/>
              </a:lnSpc>
              <a:buFont typeface="Wingdings" panose="05000000000000000000" pitchFamily="2" charset="2"/>
              <a:buChar char="§"/>
            </a:pPr>
            <a:r>
              <a:rPr lang="en-US" sz="2400" dirty="0"/>
              <a:t>The internet is a bunch of connected computers; WWW is a way to share the content on these computers.</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Brief history of the web</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4226644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F17E7B0-D43C-4BED-6452-C909BD91D1F2}"/>
              </a:ext>
            </a:extLst>
          </p:cNvPr>
          <p:cNvPicPr>
            <a:picLocks noGrp="1" noChangeAspect="1"/>
          </p:cNvPicPr>
          <p:nvPr>
            <p:ph sz="half" idx="2"/>
          </p:nvPr>
        </p:nvPicPr>
        <p:blipFill>
          <a:blip r:embed="rId3">
            <a:alphaModFix amt="20000"/>
          </a:blip>
          <a:stretch>
            <a:fillRect/>
          </a:stretch>
        </p:blipFill>
        <p:spPr>
          <a:xfrm>
            <a:off x="-17860" y="1007260"/>
            <a:ext cx="12209860" cy="5850740"/>
          </a:xfrm>
        </p:spPr>
      </p:pic>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200" dirty="0"/>
              <a:t>1960’s: ARPANET created first network for scientists to share mainframes.</a:t>
            </a:r>
          </a:p>
          <a:p>
            <a:pPr>
              <a:lnSpc>
                <a:spcPct val="100000"/>
              </a:lnSpc>
              <a:buFont typeface="Wingdings" panose="05000000000000000000" pitchFamily="2" charset="2"/>
              <a:buChar char="§"/>
            </a:pPr>
            <a:r>
              <a:rPr lang="en-US" sz="2200" dirty="0"/>
              <a:t>1965: National Physics Lab at UK invents packet switching to cut up data in packets.</a:t>
            </a:r>
          </a:p>
          <a:p>
            <a:pPr>
              <a:lnSpc>
                <a:spcPct val="100000"/>
              </a:lnSpc>
              <a:buFont typeface="Wingdings" panose="05000000000000000000" pitchFamily="2" charset="2"/>
              <a:buChar char="§"/>
            </a:pPr>
            <a:r>
              <a:rPr lang="en-US" sz="2200" dirty="0"/>
              <a:t>1970: CYCLADES, a French network connected computers directly. They coined the term “Inter. Net”</a:t>
            </a:r>
          </a:p>
          <a:p>
            <a:pPr>
              <a:lnSpc>
                <a:spcPct val="100000"/>
              </a:lnSpc>
              <a:buFont typeface="Wingdings" panose="05000000000000000000" pitchFamily="2" charset="2"/>
              <a:buChar char="§"/>
            </a:pPr>
            <a:r>
              <a:rPr lang="en-US" sz="2200" dirty="0"/>
              <a:t>1972: ARPANET invents Electronic Mail.</a:t>
            </a:r>
          </a:p>
          <a:p>
            <a:pPr>
              <a:lnSpc>
                <a:spcPct val="100000"/>
              </a:lnSpc>
              <a:buFont typeface="Wingdings" panose="05000000000000000000" pitchFamily="2" charset="2"/>
              <a:buChar char="§"/>
            </a:pPr>
            <a:r>
              <a:rPr lang="en-US" sz="2200" dirty="0"/>
              <a:t>1975: TCP/IP protocol is created to ensure packets arrive at the right destinations.</a:t>
            </a:r>
          </a:p>
          <a:p>
            <a:pPr>
              <a:lnSpc>
                <a:spcPct val="100000"/>
              </a:lnSpc>
              <a:buFont typeface="Wingdings" panose="05000000000000000000" pitchFamily="2" charset="2"/>
              <a:buChar char="§"/>
            </a:pPr>
            <a:r>
              <a:rPr lang="en-US" sz="2200" dirty="0"/>
              <a:t>1980’s: Timothy Lee, a British scientist working for European Nuclear Organization, CERN, created first interface using HTML, HTTP, and URL’s for scientists to share information easily. He called it WWW.</a:t>
            </a:r>
          </a:p>
          <a:p>
            <a:pPr>
              <a:lnSpc>
                <a:spcPct val="100000"/>
              </a:lnSpc>
              <a:buFont typeface="Wingdings" panose="05000000000000000000" pitchFamily="2" charset="2"/>
              <a:buChar char="§"/>
            </a:pPr>
            <a:r>
              <a:rPr lang="en-US" sz="2200" dirty="0"/>
              <a:t>1991: the first Website is created by CERN in France.</a:t>
            </a:r>
          </a:p>
          <a:p>
            <a:pPr>
              <a:lnSpc>
                <a:spcPct val="100000"/>
              </a:lnSpc>
              <a:buFont typeface="Wingdings" panose="05000000000000000000" pitchFamily="2" charset="2"/>
              <a:buChar char="§"/>
            </a:pPr>
            <a:r>
              <a:rPr lang="en-US" sz="2200" dirty="0"/>
              <a:t>1990’s: telecom companies join the bandwagon. Web browsers start spreading.</a:t>
            </a:r>
          </a:p>
          <a:p>
            <a:pPr>
              <a:lnSpc>
                <a:spcPct val="100000"/>
              </a:lnSpc>
              <a:buFont typeface="Wingdings" panose="05000000000000000000" pitchFamily="2" charset="2"/>
              <a:buChar char="§"/>
            </a:pPr>
            <a:r>
              <a:rPr lang="en-US" sz="2200" dirty="0"/>
              <a:t>1995: the internet is ready for mass adoption.</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Brief history of the web</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360397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F17E7B0-D43C-4BED-6452-C909BD91D1F2}"/>
              </a:ext>
            </a:extLst>
          </p:cNvPr>
          <p:cNvPicPr>
            <a:picLocks noGrp="1" noChangeAspect="1"/>
          </p:cNvPicPr>
          <p:nvPr>
            <p:ph sz="half" idx="2"/>
          </p:nvPr>
        </p:nvPicPr>
        <p:blipFill>
          <a:blip r:embed="rId3">
            <a:alphaModFix amt="20000"/>
          </a:blip>
          <a:stretch>
            <a:fillRect/>
          </a:stretch>
        </p:blipFill>
        <p:spPr>
          <a:xfrm>
            <a:off x="-17860" y="1007260"/>
            <a:ext cx="12209860" cy="5850740"/>
          </a:xfrm>
        </p:spPr>
      </p:pic>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200" dirty="0"/>
              <a:t>1995: JavaScript is </a:t>
            </a:r>
            <a:r>
              <a:rPr lang="en-US" sz="2200" dirty="0" err="1"/>
              <a:t>invanted</a:t>
            </a:r>
            <a:r>
              <a:rPr lang="en-US" sz="2200" dirty="0"/>
              <a:t> by Brenden </a:t>
            </a:r>
            <a:r>
              <a:rPr lang="en-US" sz="2200" dirty="0" err="1"/>
              <a:t>Eich</a:t>
            </a:r>
            <a:r>
              <a:rPr lang="en-US" sz="2200" dirty="0"/>
              <a:t> for Netscape 2.</a:t>
            </a:r>
          </a:p>
          <a:p>
            <a:pPr>
              <a:lnSpc>
                <a:spcPct val="100000"/>
              </a:lnSpc>
              <a:buFont typeface="Wingdings" panose="05000000000000000000" pitchFamily="2" charset="2"/>
              <a:buChar char="§"/>
            </a:pPr>
            <a:r>
              <a:rPr lang="en-US" sz="2200" dirty="0"/>
              <a:t>1996: CSS is released by W3C (WWW Consortium).</a:t>
            </a:r>
          </a:p>
          <a:p>
            <a:pPr>
              <a:lnSpc>
                <a:spcPct val="100000"/>
              </a:lnSpc>
              <a:buFont typeface="Wingdings" panose="05000000000000000000" pitchFamily="2" charset="2"/>
              <a:buChar char="§"/>
            </a:pPr>
            <a:r>
              <a:rPr lang="en-US" sz="2200" dirty="0"/>
              <a:t>1998: HTML 4.0 is materialized, and Microsoft is the fastest to adopt.</a:t>
            </a:r>
          </a:p>
          <a:p>
            <a:pPr>
              <a:lnSpc>
                <a:spcPct val="100000"/>
              </a:lnSpc>
              <a:buFont typeface="Wingdings" panose="05000000000000000000" pitchFamily="2" charset="2"/>
              <a:buChar char="§"/>
            </a:pPr>
            <a:r>
              <a:rPr lang="en-US" sz="2200" dirty="0"/>
              <a:t>2004: Internet Explorer has a peak market of 92%.</a:t>
            </a:r>
          </a:p>
          <a:p>
            <a:pPr>
              <a:lnSpc>
                <a:spcPct val="100000"/>
              </a:lnSpc>
              <a:buFont typeface="Wingdings" panose="05000000000000000000" pitchFamily="2" charset="2"/>
              <a:buChar char="§"/>
            </a:pPr>
            <a:r>
              <a:rPr lang="en-US" sz="2200" dirty="0"/>
              <a:t>2010: Google Chrome, Mozilla Firefox, Apple Safari, Opera, are all competing for browser market.</a:t>
            </a:r>
          </a:p>
          <a:p>
            <a:pPr>
              <a:lnSpc>
                <a:spcPct val="100000"/>
              </a:lnSpc>
              <a:buFont typeface="Wingdings" panose="05000000000000000000" pitchFamily="2" charset="2"/>
              <a:buChar char="§"/>
            </a:pPr>
            <a:r>
              <a:rPr lang="en-US" sz="2200" dirty="0"/>
              <a:t>2011: Twitter releases Bootstrap, the most popular responsive CSS library.</a:t>
            </a:r>
          </a:p>
          <a:p>
            <a:pPr>
              <a:lnSpc>
                <a:spcPct val="100000"/>
              </a:lnSpc>
              <a:buFont typeface="Wingdings" panose="05000000000000000000" pitchFamily="2" charset="2"/>
              <a:buChar char="§"/>
            </a:pPr>
            <a:r>
              <a:rPr lang="en-US" sz="2200" dirty="0"/>
              <a:t>2013: Facebook releases ReactJS, a fully JavaScript based library for web development</a:t>
            </a:r>
          </a:p>
          <a:p>
            <a:pPr>
              <a:lnSpc>
                <a:spcPct val="100000"/>
              </a:lnSpc>
              <a:buFont typeface="Wingdings" panose="05000000000000000000" pitchFamily="2" charset="2"/>
              <a:buChar char="§"/>
            </a:pPr>
            <a:r>
              <a:rPr lang="en-US" sz="2200" dirty="0"/>
              <a:t>2014: W3C completes the HTML-5 standard specifications.</a:t>
            </a:r>
          </a:p>
          <a:p>
            <a:pPr>
              <a:lnSpc>
                <a:spcPct val="100000"/>
              </a:lnSpc>
              <a:buFont typeface="Wingdings" panose="05000000000000000000" pitchFamily="2" charset="2"/>
              <a:buChar char="§"/>
            </a:pPr>
            <a:r>
              <a:rPr lang="en-US" sz="2200" dirty="0"/>
              <a:t>2015: ECMAScript – 6 (ES6) for JavaScript is released, which was fully incorporated by major browsers by 2018.</a:t>
            </a:r>
          </a:p>
          <a:p>
            <a:pPr>
              <a:lnSpc>
                <a:spcPct val="100000"/>
              </a:lnSpc>
              <a:buFont typeface="Wingdings" panose="05000000000000000000" pitchFamily="2" charset="2"/>
              <a:buChar char="§"/>
            </a:pPr>
            <a:r>
              <a:rPr lang="en-US" sz="2200" dirty="0"/>
              <a:t>Current: SPAs, JS frameworks, 5G, Edge computing, Web Assembly, Web3, NFT, Crypto, AI, …………….</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Brief history of the web</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77377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600" dirty="0"/>
              <a:t>Web Browser as the go-to software</a:t>
            </a:r>
          </a:p>
          <a:p>
            <a:pPr>
              <a:lnSpc>
                <a:spcPct val="100000"/>
              </a:lnSpc>
              <a:buFont typeface="Wingdings" panose="05000000000000000000" pitchFamily="2" charset="2"/>
              <a:buChar char="§"/>
            </a:pPr>
            <a:r>
              <a:rPr lang="en-US" sz="2600" dirty="0"/>
              <a:t>Any OS; any Hardware; any type of Network</a:t>
            </a:r>
          </a:p>
          <a:p>
            <a:pPr>
              <a:lnSpc>
                <a:spcPct val="100000"/>
              </a:lnSpc>
              <a:buFont typeface="Wingdings" panose="05000000000000000000" pitchFamily="2" charset="2"/>
              <a:buChar char="§"/>
            </a:pPr>
            <a:r>
              <a:rPr lang="en-US" sz="2600" dirty="0"/>
              <a:t>Protocols are fixed:</a:t>
            </a:r>
          </a:p>
          <a:p>
            <a:pPr lvl="1">
              <a:lnSpc>
                <a:spcPct val="100000"/>
              </a:lnSpc>
              <a:buFont typeface="Wingdings" panose="05000000000000000000" pitchFamily="2" charset="2"/>
              <a:buChar char="§"/>
            </a:pPr>
            <a:r>
              <a:rPr lang="en-US" sz="2600" dirty="0"/>
              <a:t>HTTP/HTTPS: Hypertext Transfer Protocol</a:t>
            </a:r>
          </a:p>
          <a:p>
            <a:pPr lvl="1">
              <a:lnSpc>
                <a:spcPct val="100000"/>
              </a:lnSpc>
              <a:buFont typeface="Wingdings" panose="05000000000000000000" pitchFamily="2" charset="2"/>
              <a:buChar char="§"/>
            </a:pPr>
            <a:r>
              <a:rPr lang="en-US" sz="2600" strike="sngStrike" dirty="0"/>
              <a:t>Gopher</a:t>
            </a:r>
            <a:r>
              <a:rPr lang="en-US" sz="2600" dirty="0"/>
              <a:t>: Protocol for content delivery over IP, before WWW</a:t>
            </a:r>
          </a:p>
          <a:p>
            <a:pPr lvl="1">
              <a:lnSpc>
                <a:spcPct val="100000"/>
              </a:lnSpc>
              <a:buFont typeface="Wingdings" panose="05000000000000000000" pitchFamily="2" charset="2"/>
              <a:buChar char="§"/>
            </a:pPr>
            <a:r>
              <a:rPr lang="en-US" sz="2600" dirty="0"/>
              <a:t>FTP: File Transfer Protocol</a:t>
            </a:r>
          </a:p>
          <a:p>
            <a:pPr>
              <a:lnSpc>
                <a:spcPct val="100000"/>
              </a:lnSpc>
              <a:buFont typeface="Wingdings" panose="05000000000000000000" pitchFamily="2" charset="2"/>
              <a:buChar char="§"/>
            </a:pPr>
            <a:r>
              <a:rPr lang="en-US" sz="2600" dirty="0"/>
              <a:t>Once the Server delivers the content, everything happens on client’s computer</a:t>
            </a:r>
          </a:p>
          <a:p>
            <a:pPr>
              <a:lnSpc>
                <a:spcPct val="100000"/>
              </a:lnSpc>
              <a:buFont typeface="Wingdings" panose="05000000000000000000" pitchFamily="2" charset="2"/>
              <a:buChar char="§"/>
            </a:pPr>
            <a:r>
              <a:rPr lang="en-US" sz="2600" dirty="0"/>
              <a:t>Some corners can be cut in code quality, documentation, resource optimization</a:t>
            </a:r>
          </a:p>
          <a:p>
            <a:pPr>
              <a:lnSpc>
                <a:spcPct val="100000"/>
              </a:lnSpc>
              <a:buFont typeface="Wingdings" panose="05000000000000000000" pitchFamily="2" charset="2"/>
              <a:buChar char="§"/>
            </a:pPr>
            <a:r>
              <a:rPr lang="en-US" sz="2600" dirty="0"/>
              <a:t>Zero compromises on UI/UX</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Overview of the Client-Side</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279759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buFont typeface="Wingdings" panose="05000000000000000000" pitchFamily="2" charset="2"/>
              <a:buChar char="§"/>
            </a:pPr>
            <a:r>
              <a:rPr lang="en-US" sz="3200" dirty="0"/>
              <a:t>Web Browser: one software for all</a:t>
            </a:r>
          </a:p>
          <a:p>
            <a:pPr>
              <a:buFont typeface="Wingdings" panose="05000000000000000000" pitchFamily="2" charset="2"/>
              <a:buChar char="§"/>
            </a:pPr>
            <a:r>
              <a:rPr lang="en-US" sz="3200" dirty="0"/>
              <a:t>HTML: the content carrier in XML format</a:t>
            </a:r>
          </a:p>
          <a:p>
            <a:pPr>
              <a:buFont typeface="Wingdings" panose="05000000000000000000" pitchFamily="2" charset="2"/>
              <a:buChar char="§"/>
            </a:pPr>
            <a:r>
              <a:rPr lang="en-US" sz="3200" dirty="0"/>
              <a:t>CSS: presenting it all in </a:t>
            </a:r>
            <a:r>
              <a:rPr lang="en-US" sz="3200" i="1" dirty="0">
                <a:latin typeface="Lucida Handwriting" panose="03010101010101010101" pitchFamily="66" charset="0"/>
              </a:rPr>
              <a:t>style</a:t>
            </a:r>
            <a:r>
              <a:rPr lang="en-US" sz="3200" dirty="0"/>
              <a:t>.</a:t>
            </a:r>
          </a:p>
          <a:p>
            <a:pPr>
              <a:buFont typeface="Wingdings" panose="05000000000000000000" pitchFamily="2" charset="2"/>
              <a:buChar char="§"/>
            </a:pPr>
            <a:r>
              <a:rPr lang="en-US" sz="3200" dirty="0"/>
              <a:t>JavaScript: making interaction possible</a:t>
            </a:r>
          </a:p>
          <a:p>
            <a:pPr marL="0" indent="0">
              <a:buNone/>
            </a:pPr>
            <a:r>
              <a:rPr lang="en-US" sz="3200" i="1" dirty="0"/>
              <a:t>Disclaimer:  JavaScript and Java are totally different languages</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Content, Styling, Interaction</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283554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500" dirty="0"/>
              <a:t>Server: A computer; Web Server: software service hosted on that computer</a:t>
            </a:r>
          </a:p>
          <a:p>
            <a:pPr>
              <a:lnSpc>
                <a:spcPct val="100000"/>
              </a:lnSpc>
              <a:buFont typeface="Wingdings" panose="05000000000000000000" pitchFamily="2" charset="2"/>
              <a:buChar char="§"/>
            </a:pPr>
            <a:r>
              <a:rPr lang="en-US" sz="2500" dirty="0"/>
              <a:t>NOT an OS</a:t>
            </a:r>
          </a:p>
          <a:p>
            <a:pPr>
              <a:lnSpc>
                <a:spcPct val="100000"/>
              </a:lnSpc>
              <a:buFont typeface="Wingdings" panose="05000000000000000000" pitchFamily="2" charset="2"/>
              <a:buChar char="§"/>
            </a:pPr>
            <a:r>
              <a:rPr lang="en-US" sz="2500" dirty="0"/>
              <a:t>Assume the Web to be a Restaurant:</a:t>
            </a:r>
          </a:p>
          <a:p>
            <a:pPr marL="0" indent="0" algn="ctr">
              <a:lnSpc>
                <a:spcPct val="100000"/>
              </a:lnSpc>
              <a:buNone/>
            </a:pPr>
            <a:r>
              <a:rPr lang="en-US" sz="2500" b="1" dirty="0"/>
              <a:t>Server serves the Menu (a Website). Client orders food (HTTP Request). Server receives the order (GET/POST). Understands it and tells the Chef to Cook (Content). Chef cooks the food requested (Database and Service operations). Chef tells the Server to pick up the food when ready. Server serves the food to client (HTTP Response). Client uses the utensils (Web Browser) to consume the food.</a:t>
            </a:r>
          </a:p>
          <a:p>
            <a:pPr>
              <a:lnSpc>
                <a:spcPct val="100000"/>
              </a:lnSpc>
              <a:buFont typeface="Wingdings" panose="05000000000000000000" pitchFamily="2" charset="2"/>
              <a:buChar char="§"/>
            </a:pPr>
            <a:r>
              <a:rPr lang="en-US" sz="2500" dirty="0"/>
              <a:t>Laser focus on resource optimization</a:t>
            </a:r>
          </a:p>
          <a:p>
            <a:pPr>
              <a:lnSpc>
                <a:spcPct val="100000"/>
              </a:lnSpc>
              <a:buFont typeface="Wingdings" panose="05000000000000000000" pitchFamily="2" charset="2"/>
              <a:buChar char="§"/>
            </a:pPr>
            <a:r>
              <a:rPr lang="en-US" sz="2500" dirty="0"/>
              <a:t>Isolation of Business Logic</a:t>
            </a:r>
          </a:p>
          <a:p>
            <a:pPr>
              <a:lnSpc>
                <a:spcPct val="100000"/>
              </a:lnSpc>
              <a:buFont typeface="Wingdings" panose="05000000000000000000" pitchFamily="2" charset="2"/>
              <a:buChar char="§"/>
            </a:pPr>
            <a:r>
              <a:rPr lang="en-US" sz="2500" dirty="0"/>
              <a:t>Apache Tomcat, NGINX, IIS</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Overview of the Server-Side</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288171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5875616" cy="4964007"/>
          </a:xfrm>
        </p:spPr>
        <p:txBody>
          <a:bodyPr/>
          <a:lstStyle/>
          <a:p>
            <a:pPr>
              <a:lnSpc>
                <a:spcPct val="100000"/>
              </a:lnSpc>
              <a:buFont typeface="Wingdings" panose="05000000000000000000" pitchFamily="2" charset="2"/>
              <a:buChar char="§"/>
            </a:pPr>
            <a:r>
              <a:rPr lang="en-US" sz="2800" dirty="0"/>
              <a:t>Microsoft world</a:t>
            </a:r>
          </a:p>
          <a:p>
            <a:pPr lvl="1">
              <a:lnSpc>
                <a:spcPct val="100000"/>
              </a:lnSpc>
              <a:buFont typeface="Wingdings" panose="05000000000000000000" pitchFamily="2" charset="2"/>
              <a:buChar char="§"/>
            </a:pPr>
            <a:r>
              <a:rPr lang="en-US" sz="2400" dirty="0"/>
              <a:t>Typescript, C#, VS-Code, ASP.NET, Azure</a:t>
            </a:r>
          </a:p>
          <a:p>
            <a:pPr>
              <a:lnSpc>
                <a:spcPct val="100000"/>
              </a:lnSpc>
              <a:buFont typeface="Wingdings" panose="05000000000000000000" pitchFamily="2" charset="2"/>
              <a:buChar char="§"/>
            </a:pPr>
            <a:r>
              <a:rPr lang="en-US" sz="2800" dirty="0"/>
              <a:t>Google world</a:t>
            </a:r>
          </a:p>
          <a:p>
            <a:pPr lvl="1">
              <a:lnSpc>
                <a:spcPct val="100000"/>
              </a:lnSpc>
              <a:buFont typeface="Wingdings" panose="05000000000000000000" pitchFamily="2" charset="2"/>
              <a:buChar char="§"/>
            </a:pPr>
            <a:r>
              <a:rPr lang="en-US" sz="2400" dirty="0"/>
              <a:t>AngularJS, Chromium/</a:t>
            </a:r>
            <a:r>
              <a:rPr lang="en-US" sz="2400" dirty="0" err="1"/>
              <a:t>DevTools</a:t>
            </a:r>
            <a:r>
              <a:rPr lang="en-US" sz="2400" dirty="0"/>
              <a:t>, Material UI, Flutter, Google Cloud</a:t>
            </a:r>
          </a:p>
          <a:p>
            <a:pPr>
              <a:lnSpc>
                <a:spcPct val="100000"/>
              </a:lnSpc>
              <a:buFont typeface="Wingdings" panose="05000000000000000000" pitchFamily="2" charset="2"/>
              <a:buChar char="§"/>
            </a:pPr>
            <a:r>
              <a:rPr lang="en-US" sz="2800" dirty="0"/>
              <a:t>Java world</a:t>
            </a:r>
          </a:p>
          <a:p>
            <a:pPr lvl="1">
              <a:lnSpc>
                <a:spcPct val="100000"/>
              </a:lnSpc>
              <a:buFont typeface="Wingdings" panose="05000000000000000000" pitchFamily="2" charset="2"/>
              <a:buChar char="§"/>
            </a:pPr>
            <a:r>
              <a:rPr lang="en-US" sz="2400" dirty="0"/>
              <a:t>Spring, Hibernate, JSP, </a:t>
            </a:r>
            <a:r>
              <a:rPr lang="en-US" sz="2400" dirty="0" err="1"/>
              <a:t>Vaadin</a:t>
            </a:r>
            <a:endParaRPr lang="en-US" sz="2400" dirty="0"/>
          </a:p>
          <a:p>
            <a:pPr>
              <a:lnSpc>
                <a:spcPct val="100000"/>
              </a:lnSpc>
              <a:buFont typeface="Wingdings" panose="05000000000000000000" pitchFamily="2" charset="2"/>
              <a:buChar char="§"/>
            </a:pPr>
            <a:r>
              <a:rPr lang="en-US" sz="2800" dirty="0"/>
              <a:t>PHP world</a:t>
            </a:r>
          </a:p>
          <a:p>
            <a:pPr lvl="1">
              <a:lnSpc>
                <a:spcPct val="100000"/>
              </a:lnSpc>
              <a:buFont typeface="Wingdings" panose="05000000000000000000" pitchFamily="2" charset="2"/>
              <a:buChar char="§"/>
            </a:pPr>
            <a:r>
              <a:rPr lang="en-US" sz="2400" dirty="0" err="1"/>
              <a:t>Xampp</a:t>
            </a:r>
            <a:r>
              <a:rPr lang="en-US" sz="2400" dirty="0"/>
              <a:t>, Laravel, </a:t>
            </a:r>
            <a:r>
              <a:rPr lang="en-US" sz="2400" dirty="0" err="1"/>
              <a:t>Codeigniter</a:t>
            </a:r>
            <a:endParaRPr lang="en-US" sz="2400" dirty="0"/>
          </a:p>
          <a:p>
            <a:pPr>
              <a:lnSpc>
                <a:spcPct val="100000"/>
              </a:lnSpc>
              <a:buFont typeface="Wingdings" panose="05000000000000000000" pitchFamily="2" charset="2"/>
              <a:buChar char="§"/>
            </a:pPr>
            <a:r>
              <a:rPr lang="en-US" sz="2800" dirty="0"/>
              <a:t>The rest of the world?</a:t>
            </a:r>
            <a:endParaRPr lang="en-US" sz="2400" dirty="0"/>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Modern Platforms, Languages and Tools</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1026" name="Picture 2" descr="Most commonly Used Typescript Pattern in Node JS – @tkssharma | Tarun ...">
            <a:extLst>
              <a:ext uri="{FF2B5EF4-FFF2-40B4-BE49-F238E27FC236}">
                <a16:creationId xmlns:a16="http://schemas.microsoft.com/office/drawing/2014/main" id="{B52B6349-72B8-80CF-DA1C-C5486174747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096000" y="1511408"/>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e the source image">
            <a:extLst>
              <a:ext uri="{FF2B5EF4-FFF2-40B4-BE49-F238E27FC236}">
                <a16:creationId xmlns:a16="http://schemas.microsoft.com/office/drawing/2014/main" id="{937909F9-9B17-7819-16D9-0A5467D24F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617" y="1511408"/>
            <a:ext cx="1125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ee the source image">
            <a:extLst>
              <a:ext uri="{FF2B5EF4-FFF2-40B4-BE49-F238E27FC236}">
                <a16:creationId xmlns:a16="http://schemas.microsoft.com/office/drawing/2014/main" id="{7CBE8AC6-1EBF-7FB2-D6EB-F9BB600F73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8234" y="1511408"/>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asp.net icon">
            <a:extLst>
              <a:ext uri="{FF2B5EF4-FFF2-40B4-BE49-F238E27FC236}">
                <a16:creationId xmlns:a16="http://schemas.microsoft.com/office/drawing/2014/main" id="{C1426860-0002-4F9C-A184-C2CEC2C2EE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62091" y="1511408"/>
            <a:ext cx="1073494"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azure icon">
            <a:extLst>
              <a:ext uri="{FF2B5EF4-FFF2-40B4-BE49-F238E27FC236}">
                <a16:creationId xmlns:a16="http://schemas.microsoft.com/office/drawing/2014/main" id="{75D01A3D-4670-7C8F-147C-FB516418D7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99442" y="1511408"/>
            <a:ext cx="988916"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mage result for angularjs icon">
            <a:extLst>
              <a:ext uri="{FF2B5EF4-FFF2-40B4-BE49-F238E27FC236}">
                <a16:creationId xmlns:a16="http://schemas.microsoft.com/office/drawing/2014/main" id="{C88242AB-2EAA-BA69-5988-EDB7E50964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2669193"/>
            <a:ext cx="981818"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mage result for chromium icon">
            <a:extLst>
              <a:ext uri="{FF2B5EF4-FFF2-40B4-BE49-F238E27FC236}">
                <a16:creationId xmlns:a16="http://schemas.microsoft.com/office/drawing/2014/main" id="{5A8D6D8F-C097-A63B-FC87-5AAA61887AD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57117" y="2669193"/>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mage result for material design">
            <a:extLst>
              <a:ext uri="{FF2B5EF4-FFF2-40B4-BE49-F238E27FC236}">
                <a16:creationId xmlns:a16="http://schemas.microsoft.com/office/drawing/2014/main" id="{46AA148E-1148-E8E6-4A54-C7C189AFCE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93559" y="2794898"/>
            <a:ext cx="1080000" cy="82859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Image result for flutter icon">
            <a:extLst>
              <a:ext uri="{FF2B5EF4-FFF2-40B4-BE49-F238E27FC236}">
                <a16:creationId xmlns:a16="http://schemas.microsoft.com/office/drawing/2014/main" id="{1095811A-A7C8-B8F6-7CF5-11472B45F65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10970" y="2645428"/>
            <a:ext cx="1024615"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Image result for google cloud icon">
            <a:extLst>
              <a:ext uri="{FF2B5EF4-FFF2-40B4-BE49-F238E27FC236}">
                <a16:creationId xmlns:a16="http://schemas.microsoft.com/office/drawing/2014/main" id="{4D5EC02C-232A-E9E5-EC01-B58D1804CA7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54512" y="2645428"/>
            <a:ext cx="1033846"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Image result for spring icon">
            <a:extLst>
              <a:ext uri="{FF2B5EF4-FFF2-40B4-BE49-F238E27FC236}">
                <a16:creationId xmlns:a16="http://schemas.microsoft.com/office/drawing/2014/main" id="{D468CF6D-A89A-19B5-3AE9-B6948626587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02300" y="3939065"/>
            <a:ext cx="10224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Image result for hibernate icon">
            <a:extLst>
              <a:ext uri="{FF2B5EF4-FFF2-40B4-BE49-F238E27FC236}">
                <a16:creationId xmlns:a16="http://schemas.microsoft.com/office/drawing/2014/main" id="{35738118-63CC-CB61-5B20-3C94196E8D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34617" y="3861280"/>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Image result for JSP icon">
            <a:extLst>
              <a:ext uri="{FF2B5EF4-FFF2-40B4-BE49-F238E27FC236}">
                <a16:creationId xmlns:a16="http://schemas.microsoft.com/office/drawing/2014/main" id="{BF7E1FFF-0CFA-27D4-9300-9C801C052FA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593559" y="3937580"/>
            <a:ext cx="1063125"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Image result for vaadin icon">
            <a:extLst>
              <a:ext uri="{FF2B5EF4-FFF2-40B4-BE49-F238E27FC236}">
                <a16:creationId xmlns:a16="http://schemas.microsoft.com/office/drawing/2014/main" id="{7FCC54F9-0056-984F-40DE-18E6FCB11BE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943854" y="3937580"/>
            <a:ext cx="913846"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Image result for php icon">
            <a:extLst>
              <a:ext uri="{FF2B5EF4-FFF2-40B4-BE49-F238E27FC236}">
                <a16:creationId xmlns:a16="http://schemas.microsoft.com/office/drawing/2014/main" id="{ED1C7EDF-74CC-FC33-285C-59A51EC93A9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38110" y="5096850"/>
            <a:ext cx="886154"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Image result for Xampp Icon">
            <a:extLst>
              <a:ext uri="{FF2B5EF4-FFF2-40B4-BE49-F238E27FC236}">
                <a16:creationId xmlns:a16="http://schemas.microsoft.com/office/drawing/2014/main" id="{1CCE3F63-D372-42A0-B788-182E353BE07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53078" y="5097106"/>
            <a:ext cx="1043077"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descr="Image result for laravel Icon">
            <a:extLst>
              <a:ext uri="{FF2B5EF4-FFF2-40B4-BE49-F238E27FC236}">
                <a16:creationId xmlns:a16="http://schemas.microsoft.com/office/drawing/2014/main" id="{0EFF1FD0-A435-B34D-C9E5-2A09341DAA1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08140" y="5092721"/>
            <a:ext cx="1048544"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descr="Image result for codeigniter Icon">
            <a:extLst>
              <a:ext uri="{FF2B5EF4-FFF2-40B4-BE49-F238E27FC236}">
                <a16:creationId xmlns:a16="http://schemas.microsoft.com/office/drawing/2014/main" id="{9F58BC05-1927-7EA6-94BF-C04942B2E1B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868669" y="5092721"/>
            <a:ext cx="1080000" cy="1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417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4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4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4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5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5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5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05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6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6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800" dirty="0"/>
              <a:t>Python: Language of the Data; easy to learn; plenty of support</a:t>
            </a:r>
          </a:p>
          <a:p>
            <a:pPr>
              <a:lnSpc>
                <a:spcPct val="100000"/>
              </a:lnSpc>
              <a:buFont typeface="Wingdings" panose="05000000000000000000" pitchFamily="2" charset="2"/>
              <a:buChar char="§"/>
            </a:pPr>
            <a:r>
              <a:rPr lang="en-US" sz="2800" dirty="0"/>
              <a:t>Django: Complete framework; stable; minimal boilerplate code</a:t>
            </a:r>
          </a:p>
          <a:p>
            <a:pPr>
              <a:lnSpc>
                <a:spcPct val="100000"/>
              </a:lnSpc>
              <a:buFont typeface="Wingdings" panose="05000000000000000000" pitchFamily="2" charset="2"/>
              <a:buChar char="§"/>
            </a:pPr>
            <a:r>
              <a:rPr lang="en-US" sz="2800" dirty="0"/>
              <a:t>JavaScript: Language of the web; variety of tools/libraries; &gt;&gt;fast (</a:t>
            </a:r>
            <a:r>
              <a:rPr lang="en-US" sz="2800" dirty="0" err="1"/>
              <a:t>wanna</a:t>
            </a:r>
            <a:r>
              <a:rPr lang="en-US" sz="2800" dirty="0"/>
              <a:t> debate?!)</a:t>
            </a:r>
          </a:p>
          <a:p>
            <a:pPr>
              <a:lnSpc>
                <a:spcPct val="100000"/>
              </a:lnSpc>
              <a:buFont typeface="Wingdings" panose="05000000000000000000" pitchFamily="2" charset="2"/>
              <a:buChar char="§"/>
            </a:pPr>
            <a:r>
              <a:rPr lang="en-US" sz="2800" dirty="0"/>
              <a:t>Bootstrap: Top CSS library by Twitter</a:t>
            </a:r>
          </a:p>
          <a:p>
            <a:pPr>
              <a:lnSpc>
                <a:spcPct val="100000"/>
              </a:lnSpc>
              <a:buFont typeface="Wingdings" panose="05000000000000000000" pitchFamily="2" charset="2"/>
              <a:buChar char="§"/>
            </a:pPr>
            <a:r>
              <a:rPr lang="en-US" sz="2800" dirty="0"/>
              <a:t>PostgreSQL: High-performance; Scalable; RDBMS; Supports Document types</a:t>
            </a:r>
          </a:p>
          <a:p>
            <a:pPr>
              <a:lnSpc>
                <a:spcPct val="100000"/>
              </a:lnSpc>
              <a:buFont typeface="Wingdings" panose="05000000000000000000" pitchFamily="2" charset="2"/>
              <a:buChar char="§"/>
            </a:pPr>
            <a:r>
              <a:rPr lang="en-US" sz="2800" dirty="0"/>
              <a:t>Postman: REST API testing (and even documentation)</a:t>
            </a:r>
          </a:p>
          <a:p>
            <a:pPr>
              <a:lnSpc>
                <a:spcPct val="100000"/>
              </a:lnSpc>
              <a:buFont typeface="Wingdings" panose="05000000000000000000" pitchFamily="2" charset="2"/>
              <a:buChar char="§"/>
            </a:pPr>
            <a:r>
              <a:rPr lang="en-US" sz="2800" dirty="0"/>
              <a:t>Visual Studio Code: Overall the most feature-rich IDE; highly integrated; Light-weight; many platforms</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Modern Platforms, Languages and Tools we will use</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87051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marL="0" indent="0" algn="ctr">
              <a:lnSpc>
                <a:spcPct val="100000"/>
              </a:lnSpc>
              <a:buNone/>
            </a:pPr>
            <a:r>
              <a:rPr lang="en-US" sz="3600" dirty="0"/>
              <a:t>Initiate a project called “</a:t>
            </a:r>
            <a:r>
              <a:rPr lang="en-US" sz="3600" dirty="0" err="1"/>
              <a:t>Dareecha</a:t>
            </a:r>
            <a:r>
              <a:rPr lang="en-US" sz="3600" dirty="0"/>
              <a:t>” (gateway/portal), which will provide several applications to students of </a:t>
            </a:r>
            <a:r>
              <a:rPr lang="en-US" sz="3600"/>
              <a:t>KIET.</a:t>
            </a:r>
          </a:p>
          <a:p>
            <a:pPr marL="0" indent="0" algn="ctr">
              <a:lnSpc>
                <a:spcPct val="100000"/>
              </a:lnSpc>
              <a:buNone/>
            </a:pPr>
            <a:r>
              <a:rPr lang="en-US" sz="3600"/>
              <a:t>We </a:t>
            </a:r>
            <a:r>
              <a:rPr lang="en-US" sz="3600" dirty="0"/>
              <a:t>will be designing the first app “</a:t>
            </a:r>
            <a:r>
              <a:rPr lang="en-US" sz="3600" dirty="0" err="1"/>
              <a:t>baham</a:t>
            </a:r>
            <a:r>
              <a:rPr lang="en-US" sz="3600" dirty="0"/>
              <a:t>” (together) for this portal.</a:t>
            </a:r>
          </a:p>
          <a:p>
            <a:pPr marL="0" indent="0" algn="ctr">
              <a:lnSpc>
                <a:spcPct val="100000"/>
              </a:lnSpc>
              <a:buNone/>
            </a:pPr>
            <a:r>
              <a:rPr lang="en-US" sz="3600" dirty="0"/>
              <a:t>This app will be ride sharing service to facilitate students, staff and faculty commuting from distant areas, by allowing them to share their ride.</a:t>
            </a:r>
            <a:endParaRPr lang="en-US" sz="4400" dirty="0"/>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Use Case</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0474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marL="514350" indent="-514350">
              <a:lnSpc>
                <a:spcPct val="100000"/>
              </a:lnSpc>
              <a:buFont typeface="+mj-lt"/>
              <a:buAutoNum type="arabicPeriod"/>
            </a:pPr>
            <a:r>
              <a:rPr lang="en-US" sz="3200" dirty="0"/>
              <a:t>Make sure all the tools are installed</a:t>
            </a:r>
          </a:p>
          <a:p>
            <a:pPr marL="514350" indent="-514350">
              <a:lnSpc>
                <a:spcPct val="100000"/>
              </a:lnSpc>
              <a:buFont typeface="+mj-lt"/>
              <a:buAutoNum type="arabicPeriod"/>
            </a:pPr>
            <a:r>
              <a:rPr lang="en-US" sz="3200" dirty="0"/>
              <a:t>Create groups based on Merit and choose a leader</a:t>
            </a:r>
          </a:p>
          <a:p>
            <a:pPr marL="514350" indent="-514350">
              <a:lnSpc>
                <a:spcPct val="100000"/>
              </a:lnSpc>
              <a:buFont typeface="+mj-lt"/>
              <a:buAutoNum type="arabicPeriod"/>
            </a:pPr>
            <a:r>
              <a:rPr lang="en-US" sz="3200" dirty="0"/>
              <a:t>Group leaders to create a repository on </a:t>
            </a:r>
            <a:r>
              <a:rPr lang="en-US" sz="3200" dirty="0" err="1"/>
              <a:t>Github</a:t>
            </a:r>
            <a:r>
              <a:rPr lang="en-US" sz="3200" dirty="0"/>
              <a:t> called “</a:t>
            </a:r>
            <a:r>
              <a:rPr lang="en-US" sz="3200" dirty="0" err="1"/>
              <a:t>Dareecha</a:t>
            </a:r>
            <a:r>
              <a:rPr lang="en-US" sz="3200" dirty="0"/>
              <a:t>”</a:t>
            </a:r>
          </a:p>
          <a:p>
            <a:pPr marL="514350" indent="-514350">
              <a:lnSpc>
                <a:spcPct val="100000"/>
              </a:lnSpc>
              <a:buFont typeface="+mj-lt"/>
              <a:buAutoNum type="arabicPeriod"/>
            </a:pPr>
            <a:r>
              <a:rPr lang="en-US" sz="3200" dirty="0"/>
              <a:t>Create a Scrum board on Jira or Trello</a:t>
            </a:r>
          </a:p>
          <a:p>
            <a:pPr marL="514350" indent="-514350">
              <a:lnSpc>
                <a:spcPct val="100000"/>
              </a:lnSpc>
              <a:buFont typeface="+mj-lt"/>
              <a:buAutoNum type="arabicPeriod"/>
            </a:pPr>
            <a:r>
              <a:rPr lang="en-US" sz="3200" dirty="0"/>
              <a:t>Sign-up on Slack</a:t>
            </a:r>
          </a:p>
          <a:p>
            <a:pPr marL="514350" indent="-514350">
              <a:lnSpc>
                <a:spcPct val="100000"/>
              </a:lnSpc>
              <a:buFont typeface="+mj-lt"/>
              <a:buAutoNum type="arabicPeriod"/>
            </a:pPr>
            <a:endParaRPr lang="en-US" sz="3200" dirty="0"/>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Let’s set things up</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24608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1662</TotalTime>
  <Words>1039</Words>
  <Application>Microsoft Office PowerPoint</Application>
  <PresentationFormat>Widescreen</PresentationFormat>
  <Paragraphs>109</Paragraphs>
  <Slides>13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Lucida Handwriting</vt:lpstr>
      <vt:lpstr>Wingdings</vt:lpstr>
      <vt:lpstr>Office Theme</vt:lpstr>
      <vt:lpstr>Web APPLICATION Development (111834)</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165</cp:revision>
  <dcterms:created xsi:type="dcterms:W3CDTF">2022-11-22T20:08:03Z</dcterms:created>
  <dcterms:modified xsi:type="dcterms:W3CDTF">2023-03-06T19:04:28Z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