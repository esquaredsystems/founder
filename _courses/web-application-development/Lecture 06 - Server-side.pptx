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448" r:id="rId5"/>
    <p:sldId id="2462" r:id="rId6"/>
    <p:sldId id="2509" r:id="rId7"/>
    <p:sldId id="2510" r:id="rId8"/>
    <p:sldId id="2511" r:id="rId9"/>
    <p:sldId id="2499" r:id="rId10"/>
    <p:sldId id="2500" r:id="rId11"/>
    <p:sldId id="2501" r:id="rId12"/>
    <p:sldId id="2502" r:id="rId13"/>
    <p:sldId id="2503" r:id="rId14"/>
    <p:sldId id="2504" r:id="rId15"/>
    <p:sldId id="2505" r:id="rId16"/>
    <p:sldId id="243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34E53E-BBBE-4BA7-991E-434376AE7195}" v="2" dt="2023-03-18T16:05:47.703"/>
    <p1510:client id="{F7D2E12A-CC47-45F8-B963-B58408823847}" v="1" dt="2023-03-18T12:51:24.2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1242" autoAdjust="0"/>
  </p:normalViewPr>
  <p:slideViewPr>
    <p:cSldViewPr snapToGrid="0">
      <p:cViewPr varScale="1">
        <p:scale>
          <a:sx n="75" d="100"/>
          <a:sy n="75" d="100"/>
        </p:scale>
        <p:origin x="931"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D973DB92-2E30-4D3E-AA38-B172040B75C2}"/>
    <pc:docChg chg="undo custSel addSld delSld modSld sldOrd">
      <pc:chgData name="Owais Ahmed" userId="6abc7d4556b3b071" providerId="LiveId" clId="{D973DB92-2E30-4D3E-AA38-B172040B75C2}" dt="2023-03-15T10:55:32.627" v="7077" actId="20577"/>
      <pc:docMkLst>
        <pc:docMk/>
      </pc:docMkLst>
      <pc:sldChg chg="modSp mod">
        <pc:chgData name="Owais Ahmed" userId="6abc7d4556b3b071" providerId="LiveId" clId="{D973DB92-2E30-4D3E-AA38-B172040B75C2}" dt="2023-03-15T10:33:51.942" v="6015" actId="20577"/>
        <pc:sldMkLst>
          <pc:docMk/>
          <pc:sldMk cId="1649098948" sldId="2462"/>
        </pc:sldMkLst>
        <pc:spChg chg="mod">
          <ac:chgData name="Owais Ahmed" userId="6abc7d4556b3b071" providerId="LiveId" clId="{D973DB92-2E30-4D3E-AA38-B172040B75C2}" dt="2023-03-15T10:33:51.942" v="6015" actId="20577"/>
          <ac:spMkLst>
            <pc:docMk/>
            <pc:sldMk cId="1649098948" sldId="2462"/>
            <ac:spMk id="6" creationId="{F3C89A40-EEAA-43AB-9A3A-B2CFDE450F1B}"/>
          </ac:spMkLst>
        </pc:spChg>
      </pc:sldChg>
      <pc:sldChg chg="modSp mod modAnim modNotesTx">
        <pc:chgData name="Owais Ahmed" userId="6abc7d4556b3b071" providerId="LiveId" clId="{D973DB92-2E30-4D3E-AA38-B172040B75C2}" dt="2023-03-15T09:42:40.453" v="2672"/>
        <pc:sldMkLst>
          <pc:docMk/>
          <pc:sldMk cId="2392008630" sldId="2486"/>
        </pc:sldMkLst>
        <pc:spChg chg="mod">
          <ac:chgData name="Owais Ahmed" userId="6abc7d4556b3b071" providerId="LiveId" clId="{D973DB92-2E30-4D3E-AA38-B172040B75C2}" dt="2023-03-15T08:29:43.892" v="1504" actId="20577"/>
          <ac:spMkLst>
            <pc:docMk/>
            <pc:sldMk cId="2392008630" sldId="2486"/>
            <ac:spMk id="3" creationId="{4A1C0383-58FE-E486-295E-B33B8683B938}"/>
          </ac:spMkLst>
        </pc:spChg>
        <pc:spChg chg="mod">
          <ac:chgData name="Owais Ahmed" userId="6abc7d4556b3b071" providerId="LiveId" clId="{D973DB92-2E30-4D3E-AA38-B172040B75C2}" dt="2023-03-15T07:45:16.429" v="1038" actId="20577"/>
          <ac:spMkLst>
            <pc:docMk/>
            <pc:sldMk cId="2392008630" sldId="2486"/>
            <ac:spMk id="215" creationId="{00000000-0000-0000-0000-000000000000}"/>
          </ac:spMkLst>
        </pc:spChg>
      </pc:sldChg>
      <pc:sldChg chg="addSp delSp modSp add mod ord modAnim">
        <pc:chgData name="Owais Ahmed" userId="6abc7d4556b3b071" providerId="LiveId" clId="{D973DB92-2E30-4D3E-AA38-B172040B75C2}" dt="2023-03-15T07:21:06.289" v="653"/>
        <pc:sldMkLst>
          <pc:docMk/>
          <pc:sldMk cId="1924801277" sldId="2487"/>
        </pc:sldMkLst>
        <pc:spChg chg="mod">
          <ac:chgData name="Owais Ahmed" userId="6abc7d4556b3b071" providerId="LiveId" clId="{D973DB92-2E30-4D3E-AA38-B172040B75C2}" dt="2023-03-15T07:20:53.812" v="650" actId="20577"/>
          <ac:spMkLst>
            <pc:docMk/>
            <pc:sldMk cId="1924801277" sldId="2487"/>
            <ac:spMk id="3" creationId="{4A1C0383-58FE-E486-295E-B33B8683B938}"/>
          </ac:spMkLst>
        </pc:spChg>
        <pc:picChg chg="add del">
          <ac:chgData name="Owais Ahmed" userId="6abc7d4556b3b071" providerId="LiveId" clId="{D973DB92-2E30-4D3E-AA38-B172040B75C2}" dt="2023-03-15T07:20:01.078" v="615" actId="22"/>
          <ac:picMkLst>
            <pc:docMk/>
            <pc:sldMk cId="1924801277" sldId="2487"/>
            <ac:picMk id="5" creationId="{BA83ABEA-7B82-91C4-BA9B-F0A8F132110E}"/>
          </ac:picMkLst>
        </pc:picChg>
        <pc:picChg chg="add mod">
          <ac:chgData name="Owais Ahmed" userId="6abc7d4556b3b071" providerId="LiveId" clId="{D973DB92-2E30-4D3E-AA38-B172040B75C2}" dt="2023-03-15T07:20:17.671" v="618" actId="1076"/>
          <ac:picMkLst>
            <pc:docMk/>
            <pc:sldMk cId="1924801277" sldId="2487"/>
            <ac:picMk id="7" creationId="{6F4A1CFE-123E-08F2-2F5A-7F109E06DEED}"/>
          </ac:picMkLst>
        </pc:picChg>
      </pc:sldChg>
      <pc:sldChg chg="modSp add mod modAnim modNotesTx">
        <pc:chgData name="Owais Ahmed" userId="6abc7d4556b3b071" providerId="LiveId" clId="{D973DB92-2E30-4D3E-AA38-B172040B75C2}" dt="2023-03-15T09:43:46.676" v="2725" actId="6549"/>
        <pc:sldMkLst>
          <pc:docMk/>
          <pc:sldMk cId="2438268924" sldId="2488"/>
        </pc:sldMkLst>
        <pc:spChg chg="mod">
          <ac:chgData name="Owais Ahmed" userId="6abc7d4556b3b071" providerId="LiveId" clId="{D973DB92-2E30-4D3E-AA38-B172040B75C2}" dt="2023-03-15T08:49:13.869" v="2304" actId="114"/>
          <ac:spMkLst>
            <pc:docMk/>
            <pc:sldMk cId="2438268924" sldId="2488"/>
            <ac:spMk id="3" creationId="{4A1C0383-58FE-E486-295E-B33B8683B938}"/>
          </ac:spMkLst>
        </pc:spChg>
        <pc:spChg chg="mod">
          <ac:chgData name="Owais Ahmed" userId="6abc7d4556b3b071" providerId="LiveId" clId="{D973DB92-2E30-4D3E-AA38-B172040B75C2}" dt="2023-03-15T08:30:19.037" v="1545" actId="20577"/>
          <ac:spMkLst>
            <pc:docMk/>
            <pc:sldMk cId="2438268924" sldId="2488"/>
            <ac:spMk id="215" creationId="{00000000-0000-0000-0000-000000000000}"/>
          </ac:spMkLst>
        </pc:spChg>
      </pc:sldChg>
      <pc:sldChg chg="add del ord">
        <pc:chgData name="Owais Ahmed" userId="6abc7d4556b3b071" providerId="LiveId" clId="{D973DB92-2E30-4D3E-AA38-B172040B75C2}" dt="2023-03-15T08:30:10.093" v="1509" actId="2890"/>
        <pc:sldMkLst>
          <pc:docMk/>
          <pc:sldMk cId="3078871595" sldId="2488"/>
        </pc:sldMkLst>
      </pc:sldChg>
      <pc:sldChg chg="addSp modSp add mod modAnim modNotesTx">
        <pc:chgData name="Owais Ahmed" userId="6abc7d4556b3b071" providerId="LiveId" clId="{D973DB92-2E30-4D3E-AA38-B172040B75C2}" dt="2023-03-15T09:49:40.029" v="3303" actId="404"/>
        <pc:sldMkLst>
          <pc:docMk/>
          <pc:sldMk cId="2535675126" sldId="2489"/>
        </pc:sldMkLst>
        <pc:spChg chg="mod">
          <ac:chgData name="Owais Ahmed" userId="6abc7d4556b3b071" providerId="LiveId" clId="{D973DB92-2E30-4D3E-AA38-B172040B75C2}" dt="2023-03-15T09:49:40.029" v="3303" actId="404"/>
          <ac:spMkLst>
            <pc:docMk/>
            <pc:sldMk cId="2535675126" sldId="2489"/>
            <ac:spMk id="3" creationId="{4A1C0383-58FE-E486-295E-B33B8683B938}"/>
          </ac:spMkLst>
        </pc:spChg>
        <pc:spChg chg="mod">
          <ac:chgData name="Owais Ahmed" userId="6abc7d4556b3b071" providerId="LiveId" clId="{D973DB92-2E30-4D3E-AA38-B172040B75C2}" dt="2023-03-15T09:34:18.438" v="2333" actId="20577"/>
          <ac:spMkLst>
            <pc:docMk/>
            <pc:sldMk cId="2535675126" sldId="2489"/>
            <ac:spMk id="215" creationId="{00000000-0000-0000-0000-000000000000}"/>
          </ac:spMkLst>
        </pc:spChg>
        <pc:picChg chg="add mod">
          <ac:chgData name="Owais Ahmed" userId="6abc7d4556b3b071" providerId="LiveId" clId="{D973DB92-2E30-4D3E-AA38-B172040B75C2}" dt="2023-03-15T09:38:36.369" v="2557" actId="1076"/>
          <ac:picMkLst>
            <pc:docMk/>
            <pc:sldMk cId="2535675126" sldId="2489"/>
            <ac:picMk id="5" creationId="{B6483E92-7B4D-CAB2-EB45-25F539FE10E0}"/>
          </ac:picMkLst>
        </pc:picChg>
      </pc:sldChg>
      <pc:sldChg chg="delSp modSp add mod modAnim modNotesTx">
        <pc:chgData name="Owais Ahmed" userId="6abc7d4556b3b071" providerId="LiveId" clId="{D973DB92-2E30-4D3E-AA38-B172040B75C2}" dt="2023-03-15T09:54:22.453" v="3613" actId="20577"/>
        <pc:sldMkLst>
          <pc:docMk/>
          <pc:sldMk cId="1482311959" sldId="2490"/>
        </pc:sldMkLst>
        <pc:spChg chg="mod">
          <ac:chgData name="Owais Ahmed" userId="6abc7d4556b3b071" providerId="LiveId" clId="{D973DB92-2E30-4D3E-AA38-B172040B75C2}" dt="2023-03-15T09:53:12.375" v="3587" actId="27636"/>
          <ac:spMkLst>
            <pc:docMk/>
            <pc:sldMk cId="1482311959" sldId="2490"/>
            <ac:spMk id="3" creationId="{4A1C0383-58FE-E486-295E-B33B8683B938}"/>
          </ac:spMkLst>
        </pc:spChg>
        <pc:spChg chg="mod">
          <ac:chgData name="Owais Ahmed" userId="6abc7d4556b3b071" providerId="LiveId" clId="{D973DB92-2E30-4D3E-AA38-B172040B75C2}" dt="2023-03-15T09:54:22.453" v="3613" actId="20577"/>
          <ac:spMkLst>
            <pc:docMk/>
            <pc:sldMk cId="1482311959" sldId="2490"/>
            <ac:spMk id="215" creationId="{00000000-0000-0000-0000-000000000000}"/>
          </ac:spMkLst>
        </pc:spChg>
        <pc:picChg chg="del">
          <ac:chgData name="Owais Ahmed" userId="6abc7d4556b3b071" providerId="LiveId" clId="{D973DB92-2E30-4D3E-AA38-B172040B75C2}" dt="2023-03-15T09:41:13.498" v="2661" actId="478"/>
          <ac:picMkLst>
            <pc:docMk/>
            <pc:sldMk cId="1482311959" sldId="2490"/>
            <ac:picMk id="5" creationId="{B6483E92-7B4D-CAB2-EB45-25F539FE10E0}"/>
          </ac:picMkLst>
        </pc:picChg>
      </pc:sldChg>
      <pc:sldChg chg="addSp modSp add mod modAnim modNotesTx">
        <pc:chgData name="Owais Ahmed" userId="6abc7d4556b3b071" providerId="LiveId" clId="{D973DB92-2E30-4D3E-AA38-B172040B75C2}" dt="2023-03-15T09:58:48.443" v="4077" actId="20577"/>
        <pc:sldMkLst>
          <pc:docMk/>
          <pc:sldMk cId="2034277488" sldId="2491"/>
        </pc:sldMkLst>
        <pc:spChg chg="mod">
          <ac:chgData name="Owais Ahmed" userId="6abc7d4556b3b071" providerId="LiveId" clId="{D973DB92-2E30-4D3E-AA38-B172040B75C2}" dt="2023-03-15T09:58:03.870" v="3958" actId="20577"/>
          <ac:spMkLst>
            <pc:docMk/>
            <pc:sldMk cId="2034277488" sldId="2491"/>
            <ac:spMk id="3" creationId="{4A1C0383-58FE-E486-295E-B33B8683B938}"/>
          </ac:spMkLst>
        </pc:spChg>
        <pc:spChg chg="mod">
          <ac:chgData name="Owais Ahmed" userId="6abc7d4556b3b071" providerId="LiveId" clId="{D973DB92-2E30-4D3E-AA38-B172040B75C2}" dt="2023-03-15T09:54:27.185" v="3623" actId="20577"/>
          <ac:spMkLst>
            <pc:docMk/>
            <pc:sldMk cId="2034277488" sldId="2491"/>
            <ac:spMk id="215" creationId="{00000000-0000-0000-0000-000000000000}"/>
          </ac:spMkLst>
        </pc:spChg>
        <pc:picChg chg="add mod">
          <ac:chgData name="Owais Ahmed" userId="6abc7d4556b3b071" providerId="LiveId" clId="{D973DB92-2E30-4D3E-AA38-B172040B75C2}" dt="2023-03-15T09:57:25.242" v="3865" actId="1076"/>
          <ac:picMkLst>
            <pc:docMk/>
            <pc:sldMk cId="2034277488" sldId="2491"/>
            <ac:picMk id="5" creationId="{7971DD92-7C9C-B54D-D889-021773C9126D}"/>
          </ac:picMkLst>
        </pc:picChg>
      </pc:sldChg>
      <pc:sldChg chg="modSp add mod ord modAnim modNotesTx">
        <pc:chgData name="Owais Ahmed" userId="6abc7d4556b3b071" providerId="LiveId" clId="{D973DB92-2E30-4D3E-AA38-B172040B75C2}" dt="2023-03-15T10:11:15.085" v="4860" actId="20577"/>
        <pc:sldMkLst>
          <pc:docMk/>
          <pc:sldMk cId="1475048650" sldId="2492"/>
        </pc:sldMkLst>
        <pc:spChg chg="mod">
          <ac:chgData name="Owais Ahmed" userId="6abc7d4556b3b071" providerId="LiveId" clId="{D973DB92-2E30-4D3E-AA38-B172040B75C2}" dt="2023-03-15T10:11:15.085" v="4860" actId="20577"/>
          <ac:spMkLst>
            <pc:docMk/>
            <pc:sldMk cId="1475048650" sldId="2492"/>
            <ac:spMk id="3" creationId="{4A1C0383-58FE-E486-295E-B33B8683B938}"/>
          </ac:spMkLst>
        </pc:spChg>
        <pc:spChg chg="mod">
          <ac:chgData name="Owais Ahmed" userId="6abc7d4556b3b071" providerId="LiveId" clId="{D973DB92-2E30-4D3E-AA38-B172040B75C2}" dt="2023-03-15T10:00:16.598" v="4087" actId="20577"/>
          <ac:spMkLst>
            <pc:docMk/>
            <pc:sldMk cId="1475048650" sldId="2492"/>
            <ac:spMk id="215" creationId="{00000000-0000-0000-0000-000000000000}"/>
          </ac:spMkLst>
        </pc:spChg>
      </pc:sldChg>
      <pc:sldChg chg="addSp modSp add mod modAnim">
        <pc:chgData name="Owais Ahmed" userId="6abc7d4556b3b071" providerId="LiveId" clId="{D973DB92-2E30-4D3E-AA38-B172040B75C2}" dt="2023-03-15T10:15:30.553" v="5268" actId="115"/>
        <pc:sldMkLst>
          <pc:docMk/>
          <pc:sldMk cId="2816993553" sldId="2493"/>
        </pc:sldMkLst>
        <pc:spChg chg="mod">
          <ac:chgData name="Owais Ahmed" userId="6abc7d4556b3b071" providerId="LiveId" clId="{D973DB92-2E30-4D3E-AA38-B172040B75C2}" dt="2023-03-15T10:15:30.553" v="5268" actId="115"/>
          <ac:spMkLst>
            <pc:docMk/>
            <pc:sldMk cId="2816993553" sldId="2493"/>
            <ac:spMk id="3" creationId="{4A1C0383-58FE-E486-295E-B33B8683B938}"/>
          </ac:spMkLst>
        </pc:spChg>
        <pc:spChg chg="mod">
          <ac:chgData name="Owais Ahmed" userId="6abc7d4556b3b071" providerId="LiveId" clId="{D973DB92-2E30-4D3E-AA38-B172040B75C2}" dt="2023-03-15T10:11:42.437" v="4866" actId="20577"/>
          <ac:spMkLst>
            <pc:docMk/>
            <pc:sldMk cId="2816993553" sldId="2493"/>
            <ac:spMk id="215" creationId="{00000000-0000-0000-0000-000000000000}"/>
          </ac:spMkLst>
        </pc:spChg>
        <pc:graphicFrameChg chg="add mod">
          <ac:chgData name="Owais Ahmed" userId="6abc7d4556b3b071" providerId="LiveId" clId="{D973DB92-2E30-4D3E-AA38-B172040B75C2}" dt="2023-03-15T10:14:39.173" v="5221" actId="1076"/>
          <ac:graphicFrameMkLst>
            <pc:docMk/>
            <pc:sldMk cId="2816993553" sldId="2493"/>
            <ac:graphicFrameMk id="4" creationId="{F5D698A0-8888-51FA-F2F3-3514DA25FD2B}"/>
          </ac:graphicFrameMkLst>
        </pc:graphicFrameChg>
      </pc:sldChg>
      <pc:sldChg chg="modSp add del mod">
        <pc:chgData name="Owais Ahmed" userId="6abc7d4556b3b071" providerId="LiveId" clId="{D973DB92-2E30-4D3E-AA38-B172040B75C2}" dt="2023-03-15T10:16:04.309" v="5273" actId="2890"/>
        <pc:sldMkLst>
          <pc:docMk/>
          <pc:sldMk cId="1274123899" sldId="2494"/>
        </pc:sldMkLst>
        <pc:spChg chg="mod">
          <ac:chgData name="Owais Ahmed" userId="6abc7d4556b3b071" providerId="LiveId" clId="{D973DB92-2E30-4D3E-AA38-B172040B75C2}" dt="2023-03-15T10:16:02.214" v="5272" actId="20577"/>
          <ac:spMkLst>
            <pc:docMk/>
            <pc:sldMk cId="1274123899" sldId="2494"/>
            <ac:spMk id="215" creationId="{00000000-0000-0000-0000-000000000000}"/>
          </ac:spMkLst>
        </pc:spChg>
      </pc:sldChg>
      <pc:sldChg chg="modSp add del mod ord modAnim">
        <pc:chgData name="Owais Ahmed" userId="6abc7d4556b3b071" providerId="LiveId" clId="{D973DB92-2E30-4D3E-AA38-B172040B75C2}" dt="2023-03-15T10:16:33.941" v="5284" actId="47"/>
        <pc:sldMkLst>
          <pc:docMk/>
          <pc:sldMk cId="3443479169" sldId="2494"/>
        </pc:sldMkLst>
        <pc:spChg chg="mod">
          <ac:chgData name="Owais Ahmed" userId="6abc7d4556b3b071" providerId="LiveId" clId="{D973DB92-2E30-4D3E-AA38-B172040B75C2}" dt="2023-03-15T10:16:29.591" v="5283" actId="20577"/>
          <ac:spMkLst>
            <pc:docMk/>
            <pc:sldMk cId="3443479169" sldId="2494"/>
            <ac:spMk id="3" creationId="{4A1C0383-58FE-E486-295E-B33B8683B938}"/>
          </ac:spMkLst>
        </pc:spChg>
        <pc:spChg chg="mod">
          <ac:chgData name="Owais Ahmed" userId="6abc7d4556b3b071" providerId="LiveId" clId="{D973DB92-2E30-4D3E-AA38-B172040B75C2}" dt="2023-03-15T10:16:20.335" v="5280" actId="20577"/>
          <ac:spMkLst>
            <pc:docMk/>
            <pc:sldMk cId="3443479169" sldId="2494"/>
            <ac:spMk id="215" creationId="{00000000-0000-0000-0000-000000000000}"/>
          </ac:spMkLst>
        </pc:spChg>
      </pc:sldChg>
      <pc:sldChg chg="addSp delSp modSp add mod modAnim modNotesTx">
        <pc:chgData name="Owais Ahmed" userId="6abc7d4556b3b071" providerId="LiveId" clId="{D973DB92-2E30-4D3E-AA38-B172040B75C2}" dt="2023-03-15T10:42:30.547" v="6232" actId="20577"/>
        <pc:sldMkLst>
          <pc:docMk/>
          <pc:sldMk cId="3909228132" sldId="2494"/>
        </pc:sldMkLst>
        <pc:spChg chg="mod">
          <ac:chgData name="Owais Ahmed" userId="6abc7d4556b3b071" providerId="LiveId" clId="{D973DB92-2E30-4D3E-AA38-B172040B75C2}" dt="2023-03-15T10:25:48.914" v="5989" actId="20577"/>
          <ac:spMkLst>
            <pc:docMk/>
            <pc:sldMk cId="3909228132" sldId="2494"/>
            <ac:spMk id="3" creationId="{4A1C0383-58FE-E486-295E-B33B8683B938}"/>
          </ac:spMkLst>
        </pc:spChg>
        <pc:spChg chg="add del">
          <ac:chgData name="Owais Ahmed" userId="6abc7d4556b3b071" providerId="LiveId" clId="{D973DB92-2E30-4D3E-AA38-B172040B75C2}" dt="2023-03-15T10:18:11.399" v="5450"/>
          <ac:spMkLst>
            <pc:docMk/>
            <pc:sldMk cId="3909228132" sldId="2494"/>
            <ac:spMk id="4" creationId="{0605BF9C-D85C-A188-A468-D08D46107176}"/>
          </ac:spMkLst>
        </pc:spChg>
        <pc:spChg chg="add del">
          <ac:chgData name="Owais Ahmed" userId="6abc7d4556b3b071" providerId="LiveId" clId="{D973DB92-2E30-4D3E-AA38-B172040B75C2}" dt="2023-03-15T10:18:13.063" v="5453"/>
          <ac:spMkLst>
            <pc:docMk/>
            <pc:sldMk cId="3909228132" sldId="2494"/>
            <ac:spMk id="5" creationId="{ADDB1547-B36A-A687-97C3-524174F955DC}"/>
          </ac:spMkLst>
        </pc:spChg>
        <pc:spChg chg="mod">
          <ac:chgData name="Owais Ahmed" userId="6abc7d4556b3b071" providerId="LiveId" clId="{D973DB92-2E30-4D3E-AA38-B172040B75C2}" dt="2023-03-15T10:21:20.153" v="5466" actId="20577"/>
          <ac:spMkLst>
            <pc:docMk/>
            <pc:sldMk cId="3909228132" sldId="2494"/>
            <ac:spMk id="215" creationId="{00000000-0000-0000-0000-000000000000}"/>
          </ac:spMkLst>
        </pc:spChg>
      </pc:sldChg>
      <pc:sldChg chg="addSp delSp modSp add mod modAnim modNotesTx">
        <pc:chgData name="Owais Ahmed" userId="6abc7d4556b3b071" providerId="LiveId" clId="{D973DB92-2E30-4D3E-AA38-B172040B75C2}" dt="2023-03-15T10:52:01.289" v="6920" actId="20577"/>
        <pc:sldMkLst>
          <pc:docMk/>
          <pc:sldMk cId="2416465802" sldId="2495"/>
        </pc:sldMkLst>
        <pc:spChg chg="mod">
          <ac:chgData name="Owais Ahmed" userId="6abc7d4556b3b071" providerId="LiveId" clId="{D973DB92-2E30-4D3E-AA38-B172040B75C2}" dt="2023-03-15T10:52:01.289" v="6920" actId="20577"/>
          <ac:spMkLst>
            <pc:docMk/>
            <pc:sldMk cId="2416465802" sldId="2495"/>
            <ac:spMk id="3" creationId="{4A1C0383-58FE-E486-295E-B33B8683B938}"/>
          </ac:spMkLst>
        </pc:spChg>
        <pc:spChg chg="mod">
          <ac:chgData name="Owais Ahmed" userId="6abc7d4556b3b071" providerId="LiveId" clId="{D973DB92-2E30-4D3E-AA38-B172040B75C2}" dt="2023-03-15T10:33:45.240" v="6002" actId="20577"/>
          <ac:spMkLst>
            <pc:docMk/>
            <pc:sldMk cId="2416465802" sldId="2495"/>
            <ac:spMk id="215" creationId="{00000000-0000-0000-0000-000000000000}"/>
          </ac:spMkLst>
        </pc:spChg>
        <pc:picChg chg="add del mod">
          <ac:chgData name="Owais Ahmed" userId="6abc7d4556b3b071" providerId="LiveId" clId="{D973DB92-2E30-4D3E-AA38-B172040B75C2}" dt="2023-03-15T10:41:31.212" v="6116" actId="478"/>
          <ac:picMkLst>
            <pc:docMk/>
            <pc:sldMk cId="2416465802" sldId="2495"/>
            <ac:picMk id="5" creationId="{27CF46D5-F899-231F-6B35-69873C1F96D9}"/>
          </ac:picMkLst>
        </pc:picChg>
      </pc:sldChg>
      <pc:sldChg chg="modSp add mod modNotesTx">
        <pc:chgData name="Owais Ahmed" userId="6abc7d4556b3b071" providerId="LiveId" clId="{D973DB92-2E30-4D3E-AA38-B172040B75C2}" dt="2023-03-15T10:52:34.121" v="6926" actId="20577"/>
        <pc:sldMkLst>
          <pc:docMk/>
          <pc:sldMk cId="2362747596" sldId="2496"/>
        </pc:sldMkLst>
        <pc:spChg chg="mod">
          <ac:chgData name="Owais Ahmed" userId="6abc7d4556b3b071" providerId="LiveId" clId="{D973DB92-2E30-4D3E-AA38-B172040B75C2}" dt="2023-03-15T10:50:51.459" v="6853" actId="27636"/>
          <ac:spMkLst>
            <pc:docMk/>
            <pc:sldMk cId="2362747596" sldId="2496"/>
            <ac:spMk id="3" creationId="{4A1C0383-58FE-E486-295E-B33B8683B938}"/>
          </ac:spMkLst>
        </pc:spChg>
        <pc:spChg chg="mod">
          <ac:chgData name="Owais Ahmed" userId="6abc7d4556b3b071" providerId="LiveId" clId="{D973DB92-2E30-4D3E-AA38-B172040B75C2}" dt="2023-03-15T10:52:34.121" v="6926" actId="20577"/>
          <ac:spMkLst>
            <pc:docMk/>
            <pc:sldMk cId="2362747596" sldId="2496"/>
            <ac:spMk id="215" creationId="{00000000-0000-0000-0000-000000000000}"/>
          </ac:spMkLst>
        </pc:spChg>
      </pc:sldChg>
      <pc:sldChg chg="modSp add mod ord modNotesTx">
        <pc:chgData name="Owais Ahmed" userId="6abc7d4556b3b071" providerId="LiveId" clId="{D973DB92-2E30-4D3E-AA38-B172040B75C2}" dt="2023-03-15T10:54:59.492" v="7063" actId="27636"/>
        <pc:sldMkLst>
          <pc:docMk/>
          <pc:sldMk cId="3096876490" sldId="2497"/>
        </pc:sldMkLst>
        <pc:spChg chg="mod">
          <ac:chgData name="Owais Ahmed" userId="6abc7d4556b3b071" providerId="LiveId" clId="{D973DB92-2E30-4D3E-AA38-B172040B75C2}" dt="2023-03-15T10:54:59.492" v="7063" actId="27636"/>
          <ac:spMkLst>
            <pc:docMk/>
            <pc:sldMk cId="3096876490" sldId="2497"/>
            <ac:spMk id="3" creationId="{4A1C0383-58FE-E486-295E-B33B8683B938}"/>
          </ac:spMkLst>
        </pc:spChg>
        <pc:spChg chg="mod">
          <ac:chgData name="Owais Ahmed" userId="6abc7d4556b3b071" providerId="LiveId" clId="{D973DB92-2E30-4D3E-AA38-B172040B75C2}" dt="2023-03-15T10:52:45.819" v="6938" actId="20577"/>
          <ac:spMkLst>
            <pc:docMk/>
            <pc:sldMk cId="3096876490" sldId="2497"/>
            <ac:spMk id="215" creationId="{00000000-0000-0000-0000-000000000000}"/>
          </ac:spMkLst>
        </pc:spChg>
      </pc:sldChg>
      <pc:sldChg chg="modSp add mod">
        <pc:chgData name="Owais Ahmed" userId="6abc7d4556b3b071" providerId="LiveId" clId="{D973DB92-2E30-4D3E-AA38-B172040B75C2}" dt="2023-03-15T10:55:32.627" v="7077" actId="20577"/>
        <pc:sldMkLst>
          <pc:docMk/>
          <pc:sldMk cId="1401833206" sldId="2498"/>
        </pc:sldMkLst>
        <pc:spChg chg="mod">
          <ac:chgData name="Owais Ahmed" userId="6abc7d4556b3b071" providerId="LiveId" clId="{D973DB92-2E30-4D3E-AA38-B172040B75C2}" dt="2023-03-15T10:55:32.627" v="7077" actId="20577"/>
          <ac:spMkLst>
            <pc:docMk/>
            <pc:sldMk cId="1401833206" sldId="2498"/>
            <ac:spMk id="215" creationId="{00000000-0000-0000-0000-000000000000}"/>
          </ac:spMkLst>
        </pc:spChg>
      </pc:sldChg>
      <pc:sldChg chg="del">
        <pc:chgData name="Owais Ahmed" userId="6abc7d4556b3b071" providerId="LiveId" clId="{D973DB92-2E30-4D3E-AA38-B172040B75C2}" dt="2023-03-15T07:15:46.613" v="165" actId="47"/>
        <pc:sldMkLst>
          <pc:docMk/>
          <pc:sldMk cId="2461819977" sldId="2499"/>
        </pc:sldMkLst>
      </pc:sldChg>
      <pc:sldChg chg="del">
        <pc:chgData name="Owais Ahmed" userId="6abc7d4556b3b071" providerId="LiveId" clId="{D973DB92-2E30-4D3E-AA38-B172040B75C2}" dt="2023-03-15T07:15:45.903" v="161" actId="47"/>
        <pc:sldMkLst>
          <pc:docMk/>
          <pc:sldMk cId="1569340604" sldId="2500"/>
        </pc:sldMkLst>
      </pc:sldChg>
      <pc:sldChg chg="del">
        <pc:chgData name="Owais Ahmed" userId="6abc7d4556b3b071" providerId="LiveId" clId="{D973DB92-2E30-4D3E-AA38-B172040B75C2}" dt="2023-03-15T07:15:46.080" v="162" actId="47"/>
        <pc:sldMkLst>
          <pc:docMk/>
          <pc:sldMk cId="4096403042" sldId="2501"/>
        </pc:sldMkLst>
      </pc:sldChg>
      <pc:sldChg chg="del">
        <pc:chgData name="Owais Ahmed" userId="6abc7d4556b3b071" providerId="LiveId" clId="{D973DB92-2E30-4D3E-AA38-B172040B75C2}" dt="2023-03-15T07:15:46.247" v="163" actId="47"/>
        <pc:sldMkLst>
          <pc:docMk/>
          <pc:sldMk cId="194166090" sldId="2502"/>
        </pc:sldMkLst>
      </pc:sldChg>
      <pc:sldChg chg="del">
        <pc:chgData name="Owais Ahmed" userId="6abc7d4556b3b071" providerId="LiveId" clId="{D973DB92-2E30-4D3E-AA38-B172040B75C2}" dt="2023-03-15T07:15:46.432" v="164" actId="47"/>
        <pc:sldMkLst>
          <pc:docMk/>
          <pc:sldMk cId="1020505974" sldId="2503"/>
        </pc:sldMkLst>
      </pc:sldChg>
      <pc:sldChg chg="del">
        <pc:chgData name="Owais Ahmed" userId="6abc7d4556b3b071" providerId="LiveId" clId="{D973DB92-2E30-4D3E-AA38-B172040B75C2}" dt="2023-03-15T07:15:46.814" v="166" actId="47"/>
        <pc:sldMkLst>
          <pc:docMk/>
          <pc:sldMk cId="3525142213" sldId="2504"/>
        </pc:sldMkLst>
      </pc:sldChg>
      <pc:sldChg chg="del">
        <pc:chgData name="Owais Ahmed" userId="6abc7d4556b3b071" providerId="LiveId" clId="{D973DB92-2E30-4D3E-AA38-B172040B75C2}" dt="2023-03-15T07:15:47.857" v="167" actId="47"/>
        <pc:sldMkLst>
          <pc:docMk/>
          <pc:sldMk cId="3110229929" sldId="2505"/>
        </pc:sldMkLst>
      </pc:sldChg>
      <pc:sldChg chg="del">
        <pc:chgData name="Owais Ahmed" userId="6abc7d4556b3b071" providerId="LiveId" clId="{D973DB92-2E30-4D3E-AA38-B172040B75C2}" dt="2023-03-15T07:15:48.038" v="168" actId="47"/>
        <pc:sldMkLst>
          <pc:docMk/>
          <pc:sldMk cId="3557178733" sldId="2508"/>
        </pc:sldMkLst>
      </pc:sldChg>
      <pc:sldChg chg="del">
        <pc:chgData name="Owais Ahmed" userId="6abc7d4556b3b071" providerId="LiveId" clId="{D973DB92-2E30-4D3E-AA38-B172040B75C2}" dt="2023-03-15T07:15:49.231" v="169" actId="47"/>
        <pc:sldMkLst>
          <pc:docMk/>
          <pc:sldMk cId="1473069472" sldId="2509"/>
        </pc:sldMkLst>
      </pc:sldChg>
      <pc:sldChg chg="del">
        <pc:chgData name="Owais Ahmed" userId="6abc7d4556b3b071" providerId="LiveId" clId="{D973DB92-2E30-4D3E-AA38-B172040B75C2}" dt="2023-03-15T07:15:49.439" v="170" actId="47"/>
        <pc:sldMkLst>
          <pc:docMk/>
          <pc:sldMk cId="1492833906" sldId="2510"/>
        </pc:sldMkLst>
      </pc:sldChg>
      <pc:sldChg chg="del">
        <pc:chgData name="Owais Ahmed" userId="6abc7d4556b3b071" providerId="LiveId" clId="{D973DB92-2E30-4D3E-AA38-B172040B75C2}" dt="2023-03-15T07:15:50.522" v="171" actId="47"/>
        <pc:sldMkLst>
          <pc:docMk/>
          <pc:sldMk cId="2941033464" sldId="2511"/>
        </pc:sldMkLst>
      </pc:sldChg>
      <pc:sldChg chg="modSp del modAnim">
        <pc:chgData name="Owais Ahmed" userId="6abc7d4556b3b071" providerId="LiveId" clId="{D973DB92-2E30-4D3E-AA38-B172040B75C2}" dt="2023-03-15T07:15:58.639" v="173" actId="47"/>
        <pc:sldMkLst>
          <pc:docMk/>
          <pc:sldMk cId="3081681808" sldId="2512"/>
        </pc:sldMkLst>
        <pc:spChg chg="mod">
          <ac:chgData name="Owais Ahmed" userId="6abc7d4556b3b071" providerId="LiveId" clId="{D973DB92-2E30-4D3E-AA38-B172040B75C2}" dt="2023-03-15T07:15:54.694" v="172" actId="20577"/>
          <ac:spMkLst>
            <pc:docMk/>
            <pc:sldMk cId="3081681808" sldId="2512"/>
            <ac:spMk id="3" creationId="{4A1C0383-58FE-E486-295E-B33B8683B938}"/>
          </ac:spMkLst>
        </pc:spChg>
      </pc:sldChg>
      <pc:sldMasterChg chg="delSldLayout">
        <pc:chgData name="Owais Ahmed" userId="6abc7d4556b3b071" providerId="LiveId" clId="{D973DB92-2E30-4D3E-AA38-B172040B75C2}" dt="2023-03-15T07:15:46.613" v="165" actId="47"/>
        <pc:sldMasterMkLst>
          <pc:docMk/>
          <pc:sldMasterMk cId="692820" sldId="2147483648"/>
        </pc:sldMasterMkLst>
        <pc:sldLayoutChg chg="del">
          <pc:chgData name="Owais Ahmed" userId="6abc7d4556b3b071" providerId="LiveId" clId="{D973DB92-2E30-4D3E-AA38-B172040B75C2}" dt="2023-03-15T07:15:46.613" v="165" actId="47"/>
          <pc:sldLayoutMkLst>
            <pc:docMk/>
            <pc:sldMasterMk cId="692820" sldId="2147483648"/>
            <pc:sldLayoutMk cId="105451964" sldId="2147483682"/>
          </pc:sldLayoutMkLst>
        </pc:sldLayoutChg>
      </pc:sldMasterChg>
    </pc:docChg>
  </pc:docChgLst>
  <pc:docChgLst>
    <pc:chgData name="Owais Ahmed" userId="6abc7d4556b3b071" providerId="LiveId" clId="{6864A3F8-DEDE-46FB-9A37-33BD97B65025}"/>
    <pc:docChg chg="undo custSel addSld delSld modSld sldOrd">
      <pc:chgData name="Owais Ahmed" userId="6abc7d4556b3b071" providerId="LiveId" clId="{6864A3F8-DEDE-46FB-9A37-33BD97B65025}" dt="2023-03-06T18:37:13.356" v="6932" actId="47"/>
      <pc:docMkLst>
        <pc:docMk/>
      </pc:docMkLst>
      <pc:sldChg chg="modSp mod">
        <pc:chgData name="Owais Ahmed" userId="6abc7d4556b3b071" providerId="LiveId" clId="{6864A3F8-DEDE-46FB-9A37-33BD97B65025}" dt="2023-03-06T11:28:43.963" v="2847" actId="6549"/>
        <pc:sldMkLst>
          <pc:docMk/>
          <pc:sldMk cId="1649098948" sldId="2462"/>
        </pc:sldMkLst>
        <pc:spChg chg="mod">
          <ac:chgData name="Owais Ahmed" userId="6abc7d4556b3b071" providerId="LiveId" clId="{6864A3F8-DEDE-46FB-9A37-33BD97B65025}" dt="2023-03-06T11:28:43.963" v="2847" actId="6549"/>
          <ac:spMkLst>
            <pc:docMk/>
            <pc:sldMk cId="1649098948" sldId="2462"/>
            <ac:spMk id="6" creationId="{F3C89A40-EEAA-43AB-9A3A-B2CFDE450F1B}"/>
          </ac:spMkLst>
        </pc:spChg>
      </pc:sldChg>
      <pc:sldChg chg="del">
        <pc:chgData name="Owais Ahmed" userId="6abc7d4556b3b071" providerId="LiveId" clId="{6864A3F8-DEDE-46FB-9A37-33BD97B65025}" dt="2023-03-06T10:29:39.635" v="307" actId="47"/>
        <pc:sldMkLst>
          <pc:docMk/>
          <pc:sldMk cId="2835548672" sldId="2467"/>
        </pc:sldMkLst>
      </pc:sldChg>
      <pc:sldChg chg="del">
        <pc:chgData name="Owais Ahmed" userId="6abc7d4556b3b071" providerId="LiveId" clId="{6864A3F8-DEDE-46FB-9A37-33BD97B65025}" dt="2023-03-06T10:29:36.863" v="306" actId="47"/>
        <pc:sldMkLst>
          <pc:docMk/>
          <pc:sldMk cId="2564172473" sldId="2468"/>
        </pc:sldMkLst>
      </pc:sldChg>
      <pc:sldChg chg="del">
        <pc:chgData name="Owais Ahmed" userId="6abc7d4556b3b071" providerId="LiveId" clId="{6864A3F8-DEDE-46FB-9A37-33BD97B65025}" dt="2023-03-06T10:29:34.116" v="304" actId="47"/>
        <pc:sldMkLst>
          <pc:docMk/>
          <pc:sldMk cId="1810203590" sldId="2482"/>
        </pc:sldMkLst>
      </pc:sldChg>
      <pc:sldChg chg="del">
        <pc:chgData name="Owais Ahmed" userId="6abc7d4556b3b071" providerId="LiveId" clId="{6864A3F8-DEDE-46FB-9A37-33BD97B65025}" dt="2023-03-06T10:29:41.060" v="308" actId="47"/>
        <pc:sldMkLst>
          <pc:docMk/>
          <pc:sldMk cId="2426892836" sldId="2485"/>
        </pc:sldMkLst>
      </pc:sldChg>
      <pc:sldChg chg="modSp mod ord modAnim modNotesTx">
        <pc:chgData name="Owais Ahmed" userId="6abc7d4556b3b071" providerId="LiveId" clId="{6864A3F8-DEDE-46FB-9A37-33BD97B65025}" dt="2023-03-06T12:36:31.872" v="3053" actId="20577"/>
        <pc:sldMkLst>
          <pc:docMk/>
          <pc:sldMk cId="2392008630" sldId="2486"/>
        </pc:sldMkLst>
        <pc:spChg chg="mod">
          <ac:chgData name="Owais Ahmed" userId="6abc7d4556b3b071" providerId="LiveId" clId="{6864A3F8-DEDE-46FB-9A37-33BD97B65025}" dt="2023-03-06T12:36:31.872" v="3053" actId="20577"/>
          <ac:spMkLst>
            <pc:docMk/>
            <pc:sldMk cId="2392008630" sldId="2486"/>
            <ac:spMk id="3" creationId="{4A1C0383-58FE-E486-295E-B33B8683B938}"/>
          </ac:spMkLst>
        </pc:spChg>
        <pc:spChg chg="mod">
          <ac:chgData name="Owais Ahmed" userId="6abc7d4556b3b071" providerId="LiveId" clId="{6864A3F8-DEDE-46FB-9A37-33BD97B65025}" dt="2023-03-06T10:30:05.555" v="339" actId="20577"/>
          <ac:spMkLst>
            <pc:docMk/>
            <pc:sldMk cId="2392008630" sldId="2486"/>
            <ac:spMk id="215" creationId="{00000000-0000-0000-0000-000000000000}"/>
          </ac:spMkLst>
        </pc:spChg>
      </pc:sldChg>
      <pc:sldChg chg="del">
        <pc:chgData name="Owais Ahmed" userId="6abc7d4556b3b071" providerId="LiveId" clId="{6864A3F8-DEDE-46FB-9A37-33BD97B65025}" dt="2023-03-06T10:29:36.588" v="305" actId="47"/>
        <pc:sldMkLst>
          <pc:docMk/>
          <pc:sldMk cId="2180074341" sldId="2487"/>
        </pc:sldMkLst>
      </pc:sldChg>
      <pc:sldChg chg="del">
        <pc:chgData name="Owais Ahmed" userId="6abc7d4556b3b071" providerId="LiveId" clId="{6864A3F8-DEDE-46FB-9A37-33BD97B65025}" dt="2023-03-06T10:29:25.741" v="299" actId="47"/>
        <pc:sldMkLst>
          <pc:docMk/>
          <pc:sldMk cId="692629543" sldId="2490"/>
        </pc:sldMkLst>
      </pc:sldChg>
      <pc:sldChg chg="del">
        <pc:chgData name="Owais Ahmed" userId="6abc7d4556b3b071" providerId="LiveId" clId="{6864A3F8-DEDE-46FB-9A37-33BD97B65025}" dt="2023-03-06T10:29:45.038" v="309" actId="47"/>
        <pc:sldMkLst>
          <pc:docMk/>
          <pc:sldMk cId="1357650666" sldId="2491"/>
        </pc:sldMkLst>
      </pc:sldChg>
      <pc:sldChg chg="del">
        <pc:chgData name="Owais Ahmed" userId="6abc7d4556b3b071" providerId="LiveId" clId="{6864A3F8-DEDE-46FB-9A37-33BD97B65025}" dt="2023-03-06T10:29:46.592" v="310" actId="47"/>
        <pc:sldMkLst>
          <pc:docMk/>
          <pc:sldMk cId="332028716" sldId="2492"/>
        </pc:sldMkLst>
      </pc:sldChg>
      <pc:sldChg chg="del">
        <pc:chgData name="Owais Ahmed" userId="6abc7d4556b3b071" providerId="LiveId" clId="{6864A3F8-DEDE-46FB-9A37-33BD97B65025}" dt="2023-03-06T10:29:32.820" v="303" actId="47"/>
        <pc:sldMkLst>
          <pc:docMk/>
          <pc:sldMk cId="2744016673" sldId="2493"/>
        </pc:sldMkLst>
      </pc:sldChg>
      <pc:sldChg chg="del">
        <pc:chgData name="Owais Ahmed" userId="6abc7d4556b3b071" providerId="LiveId" clId="{6864A3F8-DEDE-46FB-9A37-33BD97B65025}" dt="2023-03-06T10:29:29.969" v="302" actId="47"/>
        <pc:sldMkLst>
          <pc:docMk/>
          <pc:sldMk cId="910229267" sldId="2494"/>
        </pc:sldMkLst>
      </pc:sldChg>
      <pc:sldChg chg="del">
        <pc:chgData name="Owais Ahmed" userId="6abc7d4556b3b071" providerId="LiveId" clId="{6864A3F8-DEDE-46FB-9A37-33BD97B65025}" dt="2023-03-06T10:29:28.135" v="301" actId="47"/>
        <pc:sldMkLst>
          <pc:docMk/>
          <pc:sldMk cId="4183735996" sldId="2496"/>
        </pc:sldMkLst>
      </pc:sldChg>
      <pc:sldChg chg="del">
        <pc:chgData name="Owais Ahmed" userId="6abc7d4556b3b071" providerId="LiveId" clId="{6864A3F8-DEDE-46FB-9A37-33BD97B65025}" dt="2023-03-06T10:29:26.982" v="300" actId="47"/>
        <pc:sldMkLst>
          <pc:docMk/>
          <pc:sldMk cId="2021183974" sldId="2497"/>
        </pc:sldMkLst>
      </pc:sldChg>
      <pc:sldChg chg="addSp delSp modSp mod modAnim modNotesTx">
        <pc:chgData name="Owais Ahmed" userId="6abc7d4556b3b071" providerId="LiveId" clId="{6864A3F8-DEDE-46FB-9A37-33BD97B65025}" dt="2023-03-06T12:35:59.936" v="3040" actId="20577"/>
        <pc:sldMkLst>
          <pc:docMk/>
          <pc:sldMk cId="2461819977" sldId="2499"/>
        </pc:sldMkLst>
        <pc:spChg chg="add del mod">
          <ac:chgData name="Owais Ahmed" userId="6abc7d4556b3b071" providerId="LiveId" clId="{6864A3F8-DEDE-46FB-9A37-33BD97B65025}" dt="2023-03-06T11:27:19.846" v="2796"/>
          <ac:spMkLst>
            <pc:docMk/>
            <pc:sldMk cId="2461819977" sldId="2499"/>
            <ac:spMk id="2" creationId="{3A354AF7-AA77-B4A0-A261-FC7D8F7D6A4E}"/>
          </ac:spMkLst>
        </pc:spChg>
        <pc:spChg chg="mod">
          <ac:chgData name="Owais Ahmed" userId="6abc7d4556b3b071" providerId="LiveId" clId="{6864A3F8-DEDE-46FB-9A37-33BD97B65025}" dt="2023-03-06T12:35:25.443" v="2948" actId="20577"/>
          <ac:spMkLst>
            <pc:docMk/>
            <pc:sldMk cId="2461819977" sldId="2499"/>
            <ac:spMk id="5" creationId="{D6B5DCB6-4358-037D-2AAC-2F1B1119C128}"/>
          </ac:spMkLst>
        </pc:spChg>
        <pc:spChg chg="mod">
          <ac:chgData name="Owais Ahmed" userId="6abc7d4556b3b071" providerId="LiveId" clId="{6864A3F8-DEDE-46FB-9A37-33BD97B65025}" dt="2023-03-06T11:11:17.901" v="2709" actId="20577"/>
          <ac:spMkLst>
            <pc:docMk/>
            <pc:sldMk cId="2461819977" sldId="2499"/>
            <ac:spMk id="9" creationId="{27EE95FA-7E6C-9450-66FD-4F118356AE19}"/>
          </ac:spMkLst>
        </pc:spChg>
        <pc:picChg chg="del">
          <ac:chgData name="Owais Ahmed" userId="6abc7d4556b3b071" providerId="LiveId" clId="{6864A3F8-DEDE-46FB-9A37-33BD97B65025}" dt="2023-03-06T10:29:52.054" v="314" actId="478"/>
          <ac:picMkLst>
            <pc:docMk/>
            <pc:sldMk cId="2461819977" sldId="2499"/>
            <ac:picMk id="3" creationId="{C7D15564-73D0-93EB-9ECE-ABE1AF60AC39}"/>
          </ac:picMkLst>
        </pc:picChg>
        <pc:picChg chg="add mod">
          <ac:chgData name="Owais Ahmed" userId="6abc7d4556b3b071" providerId="LiveId" clId="{6864A3F8-DEDE-46FB-9A37-33BD97B65025}" dt="2023-03-06T11:28:15.252" v="2845" actId="1076"/>
          <ac:picMkLst>
            <pc:docMk/>
            <pc:sldMk cId="2461819977" sldId="2499"/>
            <ac:picMk id="4" creationId="{0CB86E18-AEC0-6872-91F2-3F7C2E372C2A}"/>
          </ac:picMkLst>
        </pc:picChg>
        <pc:picChg chg="del">
          <ac:chgData name="Owais Ahmed" userId="6abc7d4556b3b071" providerId="LiveId" clId="{6864A3F8-DEDE-46FB-9A37-33BD97B65025}" dt="2023-03-06T10:29:55.418" v="318" actId="478"/>
          <ac:picMkLst>
            <pc:docMk/>
            <pc:sldMk cId="2461819977" sldId="2499"/>
            <ac:picMk id="1026" creationId="{4E9BC237-8DFF-7D68-3479-17D18AE1EDB9}"/>
          </ac:picMkLst>
        </pc:picChg>
        <pc:picChg chg="del">
          <ac:chgData name="Owais Ahmed" userId="6abc7d4556b3b071" providerId="LiveId" clId="{6864A3F8-DEDE-46FB-9A37-33BD97B65025}" dt="2023-03-06T10:29:54.706" v="317" actId="478"/>
          <ac:picMkLst>
            <pc:docMk/>
            <pc:sldMk cId="2461819977" sldId="2499"/>
            <ac:picMk id="1028" creationId="{1D0FCAD3-8A03-E23C-1D6C-B9F4A1A4C503}"/>
          </ac:picMkLst>
        </pc:picChg>
        <pc:picChg chg="del">
          <ac:chgData name="Owais Ahmed" userId="6abc7d4556b3b071" providerId="LiveId" clId="{6864A3F8-DEDE-46FB-9A37-33BD97B65025}" dt="2023-03-06T10:29:53.991" v="316" actId="478"/>
          <ac:picMkLst>
            <pc:docMk/>
            <pc:sldMk cId="2461819977" sldId="2499"/>
            <ac:picMk id="1030" creationId="{7295A43C-8BB3-BF50-274C-F773C06F244B}"/>
          </ac:picMkLst>
        </pc:picChg>
        <pc:picChg chg="del">
          <ac:chgData name="Owais Ahmed" userId="6abc7d4556b3b071" providerId="LiveId" clId="{6864A3F8-DEDE-46FB-9A37-33BD97B65025}" dt="2023-03-06T10:29:53.356" v="315" actId="478"/>
          <ac:picMkLst>
            <pc:docMk/>
            <pc:sldMk cId="2461819977" sldId="2499"/>
            <ac:picMk id="1032" creationId="{58D7C36B-5032-1278-7DB4-7235C150FE0D}"/>
          </ac:picMkLst>
        </pc:picChg>
        <pc:picChg chg="del">
          <ac:chgData name="Owais Ahmed" userId="6abc7d4556b3b071" providerId="LiveId" clId="{6864A3F8-DEDE-46FB-9A37-33BD97B65025}" dt="2023-03-06T10:29:51.547" v="313" actId="478"/>
          <ac:picMkLst>
            <pc:docMk/>
            <pc:sldMk cId="2461819977" sldId="2499"/>
            <ac:picMk id="1036" creationId="{0AC7BD4F-2C68-F990-BF52-0723B70406CA}"/>
          </ac:picMkLst>
        </pc:picChg>
      </pc:sldChg>
      <pc:sldChg chg="modSp add mod modAnim modNotesTx">
        <pc:chgData name="Owais Ahmed" userId="6abc7d4556b3b071" providerId="LiveId" clId="{6864A3F8-DEDE-46FB-9A37-33BD97B65025}" dt="2023-03-06T10:59:15.771" v="2203"/>
        <pc:sldMkLst>
          <pc:docMk/>
          <pc:sldMk cId="1569340604" sldId="2500"/>
        </pc:sldMkLst>
        <pc:spChg chg="mod">
          <ac:chgData name="Owais Ahmed" userId="6abc7d4556b3b071" providerId="LiveId" clId="{6864A3F8-DEDE-46FB-9A37-33BD97B65025}" dt="2023-03-06T10:42:40.740" v="1254" actId="20577"/>
          <ac:spMkLst>
            <pc:docMk/>
            <pc:sldMk cId="1569340604" sldId="2500"/>
            <ac:spMk id="3" creationId="{4A1C0383-58FE-E486-295E-B33B8683B938}"/>
          </ac:spMkLst>
        </pc:spChg>
        <pc:spChg chg="mod">
          <ac:chgData name="Owais Ahmed" userId="6abc7d4556b3b071" providerId="LiveId" clId="{6864A3F8-DEDE-46FB-9A37-33BD97B65025}" dt="2023-03-06T10:37:33.639" v="853" actId="20577"/>
          <ac:spMkLst>
            <pc:docMk/>
            <pc:sldMk cId="1569340604" sldId="2500"/>
            <ac:spMk id="215" creationId="{00000000-0000-0000-0000-000000000000}"/>
          </ac:spMkLst>
        </pc:spChg>
      </pc:sldChg>
      <pc:sldChg chg="del">
        <pc:chgData name="Owais Ahmed" userId="6abc7d4556b3b071" providerId="LiveId" clId="{6864A3F8-DEDE-46FB-9A37-33BD97B65025}" dt="2023-03-06T10:29:23.991" v="298" actId="47"/>
        <pc:sldMkLst>
          <pc:docMk/>
          <pc:sldMk cId="1735756904" sldId="2500"/>
        </pc:sldMkLst>
      </pc:sldChg>
      <pc:sldChg chg="modSp add mod modNotesTx">
        <pc:chgData name="Owais Ahmed" userId="6abc7d4556b3b071" providerId="LiveId" clId="{6864A3F8-DEDE-46FB-9A37-33BD97B65025}" dt="2023-03-06T10:58:01.855" v="2150" actId="20577"/>
        <pc:sldMkLst>
          <pc:docMk/>
          <pc:sldMk cId="4096403042" sldId="2501"/>
        </pc:sldMkLst>
        <pc:spChg chg="mod">
          <ac:chgData name="Owais Ahmed" userId="6abc7d4556b3b071" providerId="LiveId" clId="{6864A3F8-DEDE-46FB-9A37-33BD97B65025}" dt="2023-03-06T10:54:43.011" v="2016" actId="20577"/>
          <ac:spMkLst>
            <pc:docMk/>
            <pc:sldMk cId="4096403042" sldId="2501"/>
            <ac:spMk id="3" creationId="{4A1C0383-58FE-E486-295E-B33B8683B938}"/>
          </ac:spMkLst>
        </pc:spChg>
        <pc:spChg chg="mod">
          <ac:chgData name="Owais Ahmed" userId="6abc7d4556b3b071" providerId="LiveId" clId="{6864A3F8-DEDE-46FB-9A37-33BD97B65025}" dt="2023-03-06T10:44:26.075" v="1396" actId="20577"/>
          <ac:spMkLst>
            <pc:docMk/>
            <pc:sldMk cId="4096403042" sldId="2501"/>
            <ac:spMk id="215" creationId="{00000000-0000-0000-0000-000000000000}"/>
          </ac:spMkLst>
        </pc:spChg>
      </pc:sldChg>
      <pc:sldChg chg="modSp add mod modNotesTx">
        <pc:chgData name="Owais Ahmed" userId="6abc7d4556b3b071" providerId="LiveId" clId="{6864A3F8-DEDE-46FB-9A37-33BD97B65025}" dt="2023-03-06T10:57:58.868" v="2149" actId="20577"/>
        <pc:sldMkLst>
          <pc:docMk/>
          <pc:sldMk cId="194166090" sldId="2502"/>
        </pc:sldMkLst>
        <pc:spChg chg="mod">
          <ac:chgData name="Owais Ahmed" userId="6abc7d4556b3b071" providerId="LiveId" clId="{6864A3F8-DEDE-46FB-9A37-33BD97B65025}" dt="2023-03-06T10:55:47.580" v="2129" actId="20577"/>
          <ac:spMkLst>
            <pc:docMk/>
            <pc:sldMk cId="194166090" sldId="2502"/>
            <ac:spMk id="3" creationId="{4A1C0383-58FE-E486-295E-B33B8683B938}"/>
          </ac:spMkLst>
        </pc:spChg>
        <pc:spChg chg="mod">
          <ac:chgData name="Owais Ahmed" userId="6abc7d4556b3b071" providerId="LiveId" clId="{6864A3F8-DEDE-46FB-9A37-33BD97B65025}" dt="2023-03-06T10:52:00.554" v="1820" actId="20577"/>
          <ac:spMkLst>
            <pc:docMk/>
            <pc:sldMk cId="194166090" sldId="2502"/>
            <ac:spMk id="215" creationId="{00000000-0000-0000-0000-000000000000}"/>
          </ac:spMkLst>
        </pc:spChg>
      </pc:sldChg>
      <pc:sldChg chg="add del">
        <pc:chgData name="Owais Ahmed" userId="6abc7d4556b3b071" providerId="LiveId" clId="{6864A3F8-DEDE-46FB-9A37-33BD97B65025}" dt="2023-03-06T10:51:29.974" v="1739" actId="2890"/>
        <pc:sldMkLst>
          <pc:docMk/>
          <pc:sldMk cId="2332049988" sldId="2502"/>
        </pc:sldMkLst>
      </pc:sldChg>
      <pc:sldChg chg="addSp modSp add mod ord modAnim">
        <pc:chgData name="Owais Ahmed" userId="6abc7d4556b3b071" providerId="LiveId" clId="{6864A3F8-DEDE-46FB-9A37-33BD97B65025}" dt="2023-03-06T11:10:01.397" v="2686" actId="20577"/>
        <pc:sldMkLst>
          <pc:docMk/>
          <pc:sldMk cId="1020505974" sldId="2503"/>
        </pc:sldMkLst>
        <pc:spChg chg="mod">
          <ac:chgData name="Owais Ahmed" userId="6abc7d4556b3b071" providerId="LiveId" clId="{6864A3F8-DEDE-46FB-9A37-33BD97B65025}" dt="2023-03-06T11:06:25.330" v="2437" actId="27636"/>
          <ac:spMkLst>
            <pc:docMk/>
            <pc:sldMk cId="1020505974" sldId="2503"/>
            <ac:spMk id="3" creationId="{4A1C0383-58FE-E486-295E-B33B8683B938}"/>
          </ac:spMkLst>
        </pc:spChg>
        <pc:spChg chg="add mod">
          <ac:chgData name="Owais Ahmed" userId="6abc7d4556b3b071" providerId="LiveId" clId="{6864A3F8-DEDE-46FB-9A37-33BD97B65025}" dt="2023-03-06T11:10:01.397" v="2686" actId="20577"/>
          <ac:spMkLst>
            <pc:docMk/>
            <pc:sldMk cId="1020505974" sldId="2503"/>
            <ac:spMk id="4" creationId="{8E334DDB-72B7-9ADC-892D-EC414FC40353}"/>
          </ac:spMkLst>
        </pc:spChg>
        <pc:spChg chg="mod">
          <ac:chgData name="Owais Ahmed" userId="6abc7d4556b3b071" providerId="LiveId" clId="{6864A3F8-DEDE-46FB-9A37-33BD97B65025}" dt="2023-03-06T10:56:59.881" v="2146" actId="20577"/>
          <ac:spMkLst>
            <pc:docMk/>
            <pc:sldMk cId="1020505974" sldId="2503"/>
            <ac:spMk id="215" creationId="{00000000-0000-0000-0000-000000000000}"/>
          </ac:spMkLst>
        </pc:spChg>
      </pc:sldChg>
      <pc:sldChg chg="add del">
        <pc:chgData name="Owais Ahmed" userId="6abc7d4556b3b071" providerId="LiveId" clId="{6864A3F8-DEDE-46FB-9A37-33BD97B65025}" dt="2023-03-06T12:36:25.588" v="3041" actId="47"/>
        <pc:sldMkLst>
          <pc:docMk/>
          <pc:sldMk cId="3469959760" sldId="2504"/>
        </pc:sldMkLst>
      </pc:sldChg>
      <pc:sldChg chg="modSp add mod modAnim">
        <pc:chgData name="Owais Ahmed" userId="6abc7d4556b3b071" providerId="LiveId" clId="{6864A3F8-DEDE-46FB-9A37-33BD97B65025}" dt="2023-03-06T12:43:14.291" v="3713" actId="14"/>
        <pc:sldMkLst>
          <pc:docMk/>
          <pc:sldMk cId="3525142213" sldId="2504"/>
        </pc:sldMkLst>
        <pc:spChg chg="mod">
          <ac:chgData name="Owais Ahmed" userId="6abc7d4556b3b071" providerId="LiveId" clId="{6864A3F8-DEDE-46FB-9A37-33BD97B65025}" dt="2023-03-06T12:43:14.291" v="3713" actId="14"/>
          <ac:spMkLst>
            <pc:docMk/>
            <pc:sldMk cId="3525142213" sldId="2504"/>
            <ac:spMk id="3" creationId="{4A1C0383-58FE-E486-295E-B33B8683B938}"/>
          </ac:spMkLst>
        </pc:spChg>
        <pc:spChg chg="mod">
          <ac:chgData name="Owais Ahmed" userId="6abc7d4556b3b071" providerId="LiveId" clId="{6864A3F8-DEDE-46FB-9A37-33BD97B65025}" dt="2023-03-06T12:36:44.011" v="3074" actId="20577"/>
          <ac:spMkLst>
            <pc:docMk/>
            <pc:sldMk cId="3525142213" sldId="2504"/>
            <ac:spMk id="215" creationId="{00000000-0000-0000-0000-000000000000}"/>
          </ac:spMkLst>
        </pc:spChg>
      </pc:sldChg>
      <pc:sldChg chg="addSp modSp add mod modAnim modNotesTx">
        <pc:chgData name="Owais Ahmed" userId="6abc7d4556b3b071" providerId="LiveId" clId="{6864A3F8-DEDE-46FB-9A37-33BD97B65025}" dt="2023-03-06T12:50:09.886" v="4144" actId="20577"/>
        <pc:sldMkLst>
          <pc:docMk/>
          <pc:sldMk cId="3110229929" sldId="2505"/>
        </pc:sldMkLst>
        <pc:spChg chg="mod">
          <ac:chgData name="Owais Ahmed" userId="6abc7d4556b3b071" providerId="LiveId" clId="{6864A3F8-DEDE-46FB-9A37-33BD97B65025}" dt="2023-03-06T12:49:36.941" v="4109" actId="14100"/>
          <ac:spMkLst>
            <pc:docMk/>
            <pc:sldMk cId="3110229929" sldId="2505"/>
            <ac:spMk id="3" creationId="{4A1C0383-58FE-E486-295E-B33B8683B938}"/>
          </ac:spMkLst>
        </pc:spChg>
        <pc:spChg chg="add mod">
          <ac:chgData name="Owais Ahmed" userId="6abc7d4556b3b071" providerId="LiveId" clId="{6864A3F8-DEDE-46FB-9A37-33BD97B65025}" dt="2023-03-06T12:50:09.886" v="4144" actId="20577"/>
          <ac:spMkLst>
            <pc:docMk/>
            <pc:sldMk cId="3110229929" sldId="2505"/>
            <ac:spMk id="5" creationId="{C7480DFC-04C3-BB80-21C9-D940F6237932}"/>
          </ac:spMkLst>
        </pc:spChg>
        <pc:spChg chg="mod">
          <ac:chgData name="Owais Ahmed" userId="6abc7d4556b3b071" providerId="LiveId" clId="{6864A3F8-DEDE-46FB-9A37-33BD97B65025}" dt="2023-03-06T12:45:46.069" v="3850" actId="20577"/>
          <ac:spMkLst>
            <pc:docMk/>
            <pc:sldMk cId="3110229929" sldId="2505"/>
            <ac:spMk id="215" creationId="{00000000-0000-0000-0000-000000000000}"/>
          </ac:spMkLst>
        </pc:spChg>
      </pc:sldChg>
      <pc:sldChg chg="addSp delSp modSp add del mod">
        <pc:chgData name="Owais Ahmed" userId="6abc7d4556b3b071" providerId="LiveId" clId="{6864A3F8-DEDE-46FB-9A37-33BD97B65025}" dt="2023-03-06T12:35:16.371" v="2945" actId="47"/>
        <pc:sldMkLst>
          <pc:docMk/>
          <pc:sldMk cId="3643635207" sldId="2505"/>
        </pc:sldMkLst>
        <pc:spChg chg="add del mod">
          <ac:chgData name="Owais Ahmed" userId="6abc7d4556b3b071" providerId="LiveId" clId="{6864A3F8-DEDE-46FB-9A37-33BD97B65025}" dt="2023-03-06T12:35:06.782" v="2943" actId="478"/>
          <ac:spMkLst>
            <pc:docMk/>
            <pc:sldMk cId="3643635207" sldId="2505"/>
            <ac:spMk id="2" creationId="{0FD5D1FA-B0E7-06FB-31C7-DE2457BA6B39}"/>
          </ac:spMkLst>
        </pc:spChg>
        <pc:spChg chg="mod">
          <ac:chgData name="Owais Ahmed" userId="6abc7d4556b3b071" providerId="LiveId" clId="{6864A3F8-DEDE-46FB-9A37-33BD97B65025}" dt="2023-03-06T12:35:10.631" v="2944" actId="14100"/>
          <ac:spMkLst>
            <pc:docMk/>
            <pc:sldMk cId="3643635207" sldId="2505"/>
            <ac:spMk id="5" creationId="{D6B5DCB6-4358-037D-2AAC-2F1B1119C128}"/>
          </ac:spMkLst>
        </pc:spChg>
        <pc:spChg chg="mod">
          <ac:chgData name="Owais Ahmed" userId="6abc7d4556b3b071" providerId="LiveId" clId="{6864A3F8-DEDE-46FB-9A37-33BD97B65025}" dt="2023-03-06T11:29:06.997" v="2867" actId="20577"/>
          <ac:spMkLst>
            <pc:docMk/>
            <pc:sldMk cId="3643635207" sldId="2505"/>
            <ac:spMk id="9" creationId="{27EE95FA-7E6C-9450-66FD-4F118356AE19}"/>
          </ac:spMkLst>
        </pc:spChg>
        <pc:picChg chg="del">
          <ac:chgData name="Owais Ahmed" userId="6abc7d4556b3b071" providerId="LiveId" clId="{6864A3F8-DEDE-46FB-9A37-33BD97B65025}" dt="2023-03-06T12:35:01.329" v="2942" actId="478"/>
          <ac:picMkLst>
            <pc:docMk/>
            <pc:sldMk cId="3643635207" sldId="2505"/>
            <ac:picMk id="4" creationId="{0CB86E18-AEC0-6872-91F2-3F7C2E372C2A}"/>
          </ac:picMkLst>
        </pc:picChg>
      </pc:sldChg>
      <pc:sldChg chg="modSp add del mod">
        <pc:chgData name="Owais Ahmed" userId="6abc7d4556b3b071" providerId="LiveId" clId="{6864A3F8-DEDE-46FB-9A37-33BD97B65025}" dt="2023-03-06T17:24:31.389" v="4166" actId="47"/>
        <pc:sldMkLst>
          <pc:docMk/>
          <pc:sldMk cId="1282711935" sldId="2506"/>
        </pc:sldMkLst>
        <pc:spChg chg="mod">
          <ac:chgData name="Owais Ahmed" userId="6abc7d4556b3b071" providerId="LiveId" clId="{6864A3F8-DEDE-46FB-9A37-33BD97B65025}" dt="2023-03-06T17:24:23.263" v="4162" actId="20577"/>
          <ac:spMkLst>
            <pc:docMk/>
            <pc:sldMk cId="1282711935" sldId="2506"/>
            <ac:spMk id="215" creationId="{00000000-0000-0000-0000-000000000000}"/>
          </ac:spMkLst>
        </pc:spChg>
      </pc:sldChg>
      <pc:sldChg chg="modSp add del mod ord modAnim modNotesTx">
        <pc:chgData name="Owais Ahmed" userId="6abc7d4556b3b071" providerId="LiveId" clId="{6864A3F8-DEDE-46FB-9A37-33BD97B65025}" dt="2023-03-06T17:46:49.395" v="5580" actId="47"/>
        <pc:sldMkLst>
          <pc:docMk/>
          <pc:sldMk cId="3326915312" sldId="2507"/>
        </pc:sldMkLst>
        <pc:spChg chg="mod">
          <ac:chgData name="Owais Ahmed" userId="6abc7d4556b3b071" providerId="LiveId" clId="{6864A3F8-DEDE-46FB-9A37-33BD97B65025}" dt="2023-03-06T17:36:53.743" v="5088" actId="948"/>
          <ac:spMkLst>
            <pc:docMk/>
            <pc:sldMk cId="3326915312" sldId="2507"/>
            <ac:spMk id="3" creationId="{4A1C0383-58FE-E486-295E-B33B8683B938}"/>
          </ac:spMkLst>
        </pc:spChg>
        <pc:spChg chg="mod">
          <ac:chgData name="Owais Ahmed" userId="6abc7d4556b3b071" providerId="LiveId" clId="{6864A3F8-DEDE-46FB-9A37-33BD97B65025}" dt="2023-03-06T17:24:52.487" v="4196" actId="20577"/>
          <ac:spMkLst>
            <pc:docMk/>
            <pc:sldMk cId="3326915312" sldId="2507"/>
            <ac:spMk id="215" creationId="{00000000-0000-0000-0000-000000000000}"/>
          </ac:spMkLst>
        </pc:spChg>
      </pc:sldChg>
      <pc:sldChg chg="modSp add mod modAnim">
        <pc:chgData name="Owais Ahmed" userId="6abc7d4556b3b071" providerId="LiveId" clId="{6864A3F8-DEDE-46FB-9A37-33BD97B65025}" dt="2023-03-06T17:40:35.533" v="5349" actId="948"/>
        <pc:sldMkLst>
          <pc:docMk/>
          <pc:sldMk cId="3557178733" sldId="2508"/>
        </pc:sldMkLst>
        <pc:spChg chg="mod">
          <ac:chgData name="Owais Ahmed" userId="6abc7d4556b3b071" providerId="LiveId" clId="{6864A3F8-DEDE-46FB-9A37-33BD97B65025}" dt="2023-03-06T17:40:35.533" v="5349" actId="948"/>
          <ac:spMkLst>
            <pc:docMk/>
            <pc:sldMk cId="3557178733" sldId="2508"/>
            <ac:spMk id="3" creationId="{4A1C0383-58FE-E486-295E-B33B8683B938}"/>
          </ac:spMkLst>
        </pc:spChg>
      </pc:sldChg>
      <pc:sldChg chg="modSp add mod modAnim modNotesTx">
        <pc:chgData name="Owais Ahmed" userId="6abc7d4556b3b071" providerId="LiveId" clId="{6864A3F8-DEDE-46FB-9A37-33BD97B65025}" dt="2023-03-06T18:01:27.355" v="5966" actId="20577"/>
        <pc:sldMkLst>
          <pc:docMk/>
          <pc:sldMk cId="1473069472" sldId="2509"/>
        </pc:sldMkLst>
        <pc:spChg chg="mod">
          <ac:chgData name="Owais Ahmed" userId="6abc7d4556b3b071" providerId="LiveId" clId="{6864A3F8-DEDE-46FB-9A37-33BD97B65025}" dt="2023-03-06T18:01:27.355" v="5966" actId="20577"/>
          <ac:spMkLst>
            <pc:docMk/>
            <pc:sldMk cId="1473069472" sldId="2509"/>
            <ac:spMk id="3" creationId="{4A1C0383-58FE-E486-295E-B33B8683B938}"/>
          </ac:spMkLst>
        </pc:spChg>
        <pc:spChg chg="mod">
          <ac:chgData name="Owais Ahmed" userId="6abc7d4556b3b071" providerId="LiveId" clId="{6864A3F8-DEDE-46FB-9A37-33BD97B65025}" dt="2023-03-06T17:40:52.483" v="5367" actId="20577"/>
          <ac:spMkLst>
            <pc:docMk/>
            <pc:sldMk cId="1473069472" sldId="2509"/>
            <ac:spMk id="215" creationId="{00000000-0000-0000-0000-000000000000}"/>
          </ac:spMkLst>
        </pc:spChg>
      </pc:sldChg>
      <pc:sldChg chg="addSp delSp modSp add mod addAnim delAnim modAnim modNotesTx">
        <pc:chgData name="Owais Ahmed" userId="6abc7d4556b3b071" providerId="LiveId" clId="{6864A3F8-DEDE-46FB-9A37-33BD97B65025}" dt="2023-03-06T18:30:50.582" v="6343" actId="114"/>
        <pc:sldMkLst>
          <pc:docMk/>
          <pc:sldMk cId="1492833906" sldId="2510"/>
        </pc:sldMkLst>
        <pc:spChg chg="add del mod">
          <ac:chgData name="Owais Ahmed" userId="6abc7d4556b3b071" providerId="LiveId" clId="{6864A3F8-DEDE-46FB-9A37-33BD97B65025}" dt="2023-03-06T18:30:50.582" v="6343" actId="114"/>
          <ac:spMkLst>
            <pc:docMk/>
            <pc:sldMk cId="1492833906" sldId="2510"/>
            <ac:spMk id="3" creationId="{4A1C0383-58FE-E486-295E-B33B8683B938}"/>
          </ac:spMkLst>
        </pc:spChg>
        <pc:spChg chg="add del">
          <ac:chgData name="Owais Ahmed" userId="6abc7d4556b3b071" providerId="LiveId" clId="{6864A3F8-DEDE-46FB-9A37-33BD97B65025}" dt="2023-03-06T18:25:38.022" v="5983" actId="22"/>
          <ac:spMkLst>
            <pc:docMk/>
            <pc:sldMk cId="1492833906" sldId="2510"/>
            <ac:spMk id="5" creationId="{4F5A8C6C-3B3A-4817-6C01-46AEA1D40008}"/>
          </ac:spMkLst>
        </pc:spChg>
      </pc:sldChg>
      <pc:sldChg chg="modSp add modAnim">
        <pc:chgData name="Owais Ahmed" userId="6abc7d4556b3b071" providerId="LiveId" clId="{6864A3F8-DEDE-46FB-9A37-33BD97B65025}" dt="2023-03-06T18:35:42.131" v="6920" actId="20577"/>
        <pc:sldMkLst>
          <pc:docMk/>
          <pc:sldMk cId="2941033464" sldId="2511"/>
        </pc:sldMkLst>
        <pc:spChg chg="mod">
          <ac:chgData name="Owais Ahmed" userId="6abc7d4556b3b071" providerId="LiveId" clId="{6864A3F8-DEDE-46FB-9A37-33BD97B65025}" dt="2023-03-06T18:35:42.131" v="6920" actId="20577"/>
          <ac:spMkLst>
            <pc:docMk/>
            <pc:sldMk cId="2941033464" sldId="2511"/>
            <ac:spMk id="3" creationId="{4A1C0383-58FE-E486-295E-B33B8683B938}"/>
          </ac:spMkLst>
        </pc:spChg>
      </pc:sldChg>
      <pc:sldChg chg="modSp add del mod">
        <pc:chgData name="Owais Ahmed" userId="6abc7d4556b3b071" providerId="LiveId" clId="{6864A3F8-DEDE-46FB-9A37-33BD97B65025}" dt="2023-03-06T18:37:13.356" v="6932" actId="47"/>
        <pc:sldMkLst>
          <pc:docMk/>
          <pc:sldMk cId="2107783757" sldId="2512"/>
        </pc:sldMkLst>
        <pc:spChg chg="mod">
          <ac:chgData name="Owais Ahmed" userId="6abc7d4556b3b071" providerId="LiveId" clId="{6864A3F8-DEDE-46FB-9A37-33BD97B65025}" dt="2023-03-06T18:37:06.046" v="6931" actId="20577"/>
          <ac:spMkLst>
            <pc:docMk/>
            <pc:sldMk cId="2107783757" sldId="2512"/>
            <ac:spMk id="215" creationId="{00000000-0000-0000-0000-000000000000}"/>
          </ac:spMkLst>
        </pc:spChg>
      </pc:sldChg>
    </pc:docChg>
  </pc:docChgLst>
  <pc:docChgLst>
    <pc:chgData name="Owais Ahmed" userId="6abc7d4556b3b071" providerId="LiveId" clId="{36542103-18F1-477E-B1A3-2758C3E1EAA4}"/>
    <pc:docChg chg="undo redo custSel addSld delSld modSld">
      <pc:chgData name="Owais Ahmed" userId="6abc7d4556b3b071" providerId="LiveId" clId="{36542103-18F1-477E-B1A3-2758C3E1EAA4}" dt="2023-03-01T09:12:54.212" v="3802" actId="20577"/>
      <pc:docMkLst>
        <pc:docMk/>
      </pc:docMkLst>
      <pc:sldChg chg="modSp">
        <pc:chgData name="Owais Ahmed" userId="6abc7d4556b3b071" providerId="LiveId" clId="{36542103-18F1-477E-B1A3-2758C3E1EAA4}" dt="2023-03-01T09:06:22.474" v="3412" actId="403"/>
        <pc:sldMkLst>
          <pc:docMk/>
          <pc:sldMk cId="4226644250" sldId="256"/>
        </pc:sldMkLst>
        <pc:spChg chg="mod">
          <ac:chgData name="Owais Ahmed" userId="6abc7d4556b3b071" providerId="LiveId" clId="{36542103-18F1-477E-B1A3-2758C3E1EAA4}" dt="2023-03-01T09:06:22.474" v="3412" actId="403"/>
          <ac:spMkLst>
            <pc:docMk/>
            <pc:sldMk cId="4226644250" sldId="256"/>
            <ac:spMk id="5" creationId="{D6B5DCB6-4358-037D-2AAC-2F1B1119C128}"/>
          </ac:spMkLst>
        </pc:spChg>
      </pc:sldChg>
      <pc:sldChg chg="modSp del mod">
        <pc:chgData name="Owais Ahmed" userId="6abc7d4556b3b071" providerId="LiveId" clId="{36542103-18F1-477E-B1A3-2758C3E1EAA4}" dt="2023-03-01T09:06:41.202" v="3416" actId="47"/>
        <pc:sldMkLst>
          <pc:docMk/>
          <pc:sldMk cId="505738359" sldId="2464"/>
        </pc:sldMkLst>
        <pc:spChg chg="mod">
          <ac:chgData name="Owais Ahmed" userId="6abc7d4556b3b071" providerId="LiveId" clId="{36542103-18F1-477E-B1A3-2758C3E1EAA4}" dt="2023-03-01T09:06:37.784" v="3414" actId="21"/>
          <ac:spMkLst>
            <pc:docMk/>
            <pc:sldMk cId="505738359" sldId="2464"/>
            <ac:spMk id="5" creationId="{D6B5DCB6-4358-037D-2AAC-2F1B1119C128}"/>
          </ac:spMkLst>
        </pc:spChg>
      </pc:sldChg>
      <pc:sldChg chg="modSp modAnim modNotesTx">
        <pc:chgData name="Owais Ahmed" userId="6abc7d4556b3b071" providerId="LiveId" clId="{36542103-18F1-477E-B1A3-2758C3E1EAA4}" dt="2023-03-01T08:18:05.251" v="1705" actId="20577"/>
        <pc:sldMkLst>
          <pc:docMk/>
          <pc:sldMk cId="2797597492" sldId="2465"/>
        </pc:sldMkLst>
        <pc:spChg chg="mod">
          <ac:chgData name="Owais Ahmed" userId="6abc7d4556b3b071" providerId="LiveId" clId="{36542103-18F1-477E-B1A3-2758C3E1EAA4}" dt="2023-03-01T08:18:05.251" v="1705" actId="20577"/>
          <ac:spMkLst>
            <pc:docMk/>
            <pc:sldMk cId="2797597492" sldId="2465"/>
            <ac:spMk id="5" creationId="{D6B5DCB6-4358-037D-2AAC-2F1B1119C128}"/>
          </ac:spMkLst>
        </pc:spChg>
      </pc:sldChg>
      <pc:sldChg chg="delSp modSp mod modAnim modNotesTx">
        <pc:chgData name="Owais Ahmed" userId="6abc7d4556b3b071" providerId="LiveId" clId="{36542103-18F1-477E-B1A3-2758C3E1EAA4}" dt="2023-03-01T08:23:58.781" v="2119" actId="20577"/>
        <pc:sldMkLst>
          <pc:docMk/>
          <pc:sldMk cId="1288171314" sldId="2466"/>
        </pc:sldMkLst>
        <pc:spChg chg="del">
          <ac:chgData name="Owais Ahmed" userId="6abc7d4556b3b071" providerId="LiveId" clId="{36542103-18F1-477E-B1A3-2758C3E1EAA4}" dt="2023-03-01T08:09:03.047" v="811" actId="478"/>
          <ac:spMkLst>
            <pc:docMk/>
            <pc:sldMk cId="1288171314" sldId="2466"/>
            <ac:spMk id="3" creationId="{D176E863-9DE0-14DD-7A0F-7D505E61BFEC}"/>
          </ac:spMkLst>
        </pc:spChg>
        <pc:spChg chg="mod">
          <ac:chgData name="Owais Ahmed" userId="6abc7d4556b3b071" providerId="LiveId" clId="{36542103-18F1-477E-B1A3-2758C3E1EAA4}" dt="2023-03-01T08:23:58.781" v="2119" actId="20577"/>
          <ac:spMkLst>
            <pc:docMk/>
            <pc:sldMk cId="1288171314" sldId="2466"/>
            <ac:spMk id="5" creationId="{D6B5DCB6-4358-037D-2AAC-2F1B1119C128}"/>
          </ac:spMkLst>
        </pc:spChg>
        <pc:spChg chg="mod">
          <ac:chgData name="Owais Ahmed" userId="6abc7d4556b3b071" providerId="LiveId" clId="{36542103-18F1-477E-B1A3-2758C3E1EAA4}" dt="2023-03-01T07:48:22.561" v="6" actId="20577"/>
          <ac:spMkLst>
            <pc:docMk/>
            <pc:sldMk cId="1288171314" sldId="2466"/>
            <ac:spMk id="9" creationId="{27EE95FA-7E6C-9450-66FD-4F118356AE19}"/>
          </ac:spMkLst>
        </pc:spChg>
      </pc:sldChg>
      <pc:sldChg chg="modSp add mod modAnim">
        <pc:chgData name="Owais Ahmed" userId="6abc7d4556b3b071" providerId="LiveId" clId="{36542103-18F1-477E-B1A3-2758C3E1EAA4}" dt="2023-03-01T08:07:43.604" v="809" actId="20577"/>
        <pc:sldMkLst>
          <pc:docMk/>
          <pc:sldMk cId="2835548672" sldId="2467"/>
        </pc:sldMkLst>
        <pc:spChg chg="mod">
          <ac:chgData name="Owais Ahmed" userId="6abc7d4556b3b071" providerId="LiveId" clId="{36542103-18F1-477E-B1A3-2758C3E1EAA4}" dt="2023-03-01T08:07:43.604" v="809" actId="20577"/>
          <ac:spMkLst>
            <pc:docMk/>
            <pc:sldMk cId="2835548672" sldId="2467"/>
            <ac:spMk id="5" creationId="{D6B5DCB6-4358-037D-2AAC-2F1B1119C128}"/>
          </ac:spMkLst>
        </pc:spChg>
        <pc:spChg chg="mod">
          <ac:chgData name="Owais Ahmed" userId="6abc7d4556b3b071" providerId="LiveId" clId="{36542103-18F1-477E-B1A3-2758C3E1EAA4}" dt="2023-03-01T07:48:46.694" v="35" actId="20577"/>
          <ac:spMkLst>
            <pc:docMk/>
            <pc:sldMk cId="2835548672" sldId="2467"/>
            <ac:spMk id="9" creationId="{27EE95FA-7E6C-9450-66FD-4F118356AE19}"/>
          </ac:spMkLst>
        </pc:spChg>
      </pc:sldChg>
      <pc:sldChg chg="addSp delSp modSp add mod modAnim modNotesTx">
        <pc:chgData name="Owais Ahmed" userId="6abc7d4556b3b071" providerId="LiveId" clId="{36542103-18F1-477E-B1A3-2758C3E1EAA4}" dt="2023-03-01T08:55:14.070" v="2656" actId="1076"/>
        <pc:sldMkLst>
          <pc:docMk/>
          <pc:sldMk cId="2564172473" sldId="2468"/>
        </pc:sldMkLst>
        <pc:spChg chg="del mod">
          <ac:chgData name="Owais Ahmed" userId="6abc7d4556b3b071" providerId="LiveId" clId="{36542103-18F1-477E-B1A3-2758C3E1EAA4}" dt="2023-03-01T08:27:29.732" v="2235"/>
          <ac:spMkLst>
            <pc:docMk/>
            <pc:sldMk cId="2564172473" sldId="2468"/>
            <ac:spMk id="3" creationId="{D176E863-9DE0-14DD-7A0F-7D505E61BFEC}"/>
          </ac:spMkLst>
        </pc:spChg>
        <pc:spChg chg="add del">
          <ac:chgData name="Owais Ahmed" userId="6abc7d4556b3b071" providerId="LiveId" clId="{36542103-18F1-477E-B1A3-2758C3E1EAA4}" dt="2023-03-01T08:31:34.587" v="2302" actId="22"/>
          <ac:spMkLst>
            <pc:docMk/>
            <pc:sldMk cId="2564172473" sldId="2468"/>
            <ac:spMk id="4" creationId="{8A891969-3D80-CC18-9A58-4D1ACB4889A1}"/>
          </ac:spMkLst>
        </pc:spChg>
        <pc:spChg chg="mod">
          <ac:chgData name="Owais Ahmed" userId="6abc7d4556b3b071" providerId="LiveId" clId="{36542103-18F1-477E-B1A3-2758C3E1EAA4}" dt="2023-03-01T08:54:36.206" v="2653" actId="20577"/>
          <ac:spMkLst>
            <pc:docMk/>
            <pc:sldMk cId="2564172473" sldId="2468"/>
            <ac:spMk id="5" creationId="{D6B5DCB6-4358-037D-2AAC-2F1B1119C128}"/>
          </ac:spMkLst>
        </pc:spChg>
        <pc:spChg chg="mod">
          <ac:chgData name="Owais Ahmed" userId="6abc7d4556b3b071" providerId="LiveId" clId="{36542103-18F1-477E-B1A3-2758C3E1EAA4}" dt="2023-03-01T08:24:22.184" v="2156" actId="20577"/>
          <ac:spMkLst>
            <pc:docMk/>
            <pc:sldMk cId="2564172473" sldId="2468"/>
            <ac:spMk id="9" creationId="{27EE95FA-7E6C-9450-66FD-4F118356AE19}"/>
          </ac:spMkLst>
        </pc:spChg>
        <pc:picChg chg="add mod">
          <ac:chgData name="Owais Ahmed" userId="6abc7d4556b3b071" providerId="LiveId" clId="{36542103-18F1-477E-B1A3-2758C3E1EAA4}" dt="2023-03-01T08:28:16.253" v="2240" actId="1076"/>
          <ac:picMkLst>
            <pc:docMk/>
            <pc:sldMk cId="2564172473" sldId="2468"/>
            <ac:picMk id="1026" creationId="{B52B6349-72B8-80CF-DA1C-C5486174747D}"/>
          </ac:picMkLst>
        </pc:picChg>
        <pc:picChg chg="add del mod">
          <ac:chgData name="Owais Ahmed" userId="6abc7d4556b3b071" providerId="LiveId" clId="{36542103-18F1-477E-B1A3-2758C3E1EAA4}" dt="2023-03-01T08:28:17.476" v="2241"/>
          <ac:picMkLst>
            <pc:docMk/>
            <pc:sldMk cId="2564172473" sldId="2468"/>
            <ac:picMk id="1028" creationId="{2A67EFA5-7B75-527F-8245-7A648D1CBD3A}"/>
          </ac:picMkLst>
        </pc:picChg>
        <pc:picChg chg="add mod">
          <ac:chgData name="Owais Ahmed" userId="6abc7d4556b3b071" providerId="LiveId" clId="{36542103-18F1-477E-B1A3-2758C3E1EAA4}" dt="2023-03-01T08:28:28.253" v="2245" actId="1076"/>
          <ac:picMkLst>
            <pc:docMk/>
            <pc:sldMk cId="2564172473" sldId="2468"/>
            <ac:picMk id="1030" creationId="{937909F9-9B17-7819-16D9-0A5467D24F10}"/>
          </ac:picMkLst>
        </pc:picChg>
        <pc:picChg chg="add mod">
          <ac:chgData name="Owais Ahmed" userId="6abc7d4556b3b071" providerId="LiveId" clId="{36542103-18F1-477E-B1A3-2758C3E1EAA4}" dt="2023-03-01T08:29:01.821" v="2248" actId="1076"/>
          <ac:picMkLst>
            <pc:docMk/>
            <pc:sldMk cId="2564172473" sldId="2468"/>
            <ac:picMk id="1032" creationId="{7CBE8AC6-1EBF-7FB2-D6EB-F9BB600F73C3}"/>
          </ac:picMkLst>
        </pc:picChg>
        <pc:picChg chg="add mod">
          <ac:chgData name="Owais Ahmed" userId="6abc7d4556b3b071" providerId="LiveId" clId="{36542103-18F1-477E-B1A3-2758C3E1EAA4}" dt="2023-03-01T08:30:28.741" v="2296" actId="1076"/>
          <ac:picMkLst>
            <pc:docMk/>
            <pc:sldMk cId="2564172473" sldId="2468"/>
            <ac:picMk id="1034" creationId="{C1426860-0002-4F9C-A184-C2CEC2C2EE80}"/>
          </ac:picMkLst>
        </pc:picChg>
        <pc:picChg chg="add mod">
          <ac:chgData name="Owais Ahmed" userId="6abc7d4556b3b071" providerId="LiveId" clId="{36542103-18F1-477E-B1A3-2758C3E1EAA4}" dt="2023-03-01T08:31:47.817" v="2305" actId="1076"/>
          <ac:picMkLst>
            <pc:docMk/>
            <pc:sldMk cId="2564172473" sldId="2468"/>
            <ac:picMk id="1036" creationId="{75D01A3D-4670-7C8F-147C-FB516418D76A}"/>
          </ac:picMkLst>
        </pc:picChg>
        <pc:picChg chg="add mod">
          <ac:chgData name="Owais Ahmed" userId="6abc7d4556b3b071" providerId="LiveId" clId="{36542103-18F1-477E-B1A3-2758C3E1EAA4}" dt="2023-03-01T08:33:03.104" v="2317" actId="1076"/>
          <ac:picMkLst>
            <pc:docMk/>
            <pc:sldMk cId="2564172473" sldId="2468"/>
            <ac:picMk id="1038" creationId="{C88242AB-2EAA-BA69-5988-EDB7E50964EB}"/>
          </ac:picMkLst>
        </pc:picChg>
        <pc:picChg chg="add mod">
          <ac:chgData name="Owais Ahmed" userId="6abc7d4556b3b071" providerId="LiveId" clId="{36542103-18F1-477E-B1A3-2758C3E1EAA4}" dt="2023-03-01T08:34:43.048" v="2333" actId="1076"/>
          <ac:picMkLst>
            <pc:docMk/>
            <pc:sldMk cId="2564172473" sldId="2468"/>
            <ac:picMk id="1040" creationId="{5A8D6D8F-C097-A63B-FC87-5AAA61887AD8}"/>
          </ac:picMkLst>
        </pc:picChg>
        <pc:picChg chg="add mod">
          <ac:chgData name="Owais Ahmed" userId="6abc7d4556b3b071" providerId="LiveId" clId="{36542103-18F1-477E-B1A3-2758C3E1EAA4}" dt="2023-03-01T08:55:14.070" v="2656" actId="1076"/>
          <ac:picMkLst>
            <pc:docMk/>
            <pc:sldMk cId="2564172473" sldId="2468"/>
            <ac:picMk id="1042" creationId="{46AA148E-1148-E8E6-4A54-C7C189AFCED4}"/>
          </ac:picMkLst>
        </pc:picChg>
        <pc:picChg chg="add mod">
          <ac:chgData name="Owais Ahmed" userId="6abc7d4556b3b071" providerId="LiveId" clId="{36542103-18F1-477E-B1A3-2758C3E1EAA4}" dt="2023-03-01T08:37:51.965" v="2364" actId="1076"/>
          <ac:picMkLst>
            <pc:docMk/>
            <pc:sldMk cId="2564172473" sldId="2468"/>
            <ac:picMk id="1044" creationId="{1095811A-A7C8-B8F6-7CF5-11472B45F658}"/>
          </ac:picMkLst>
        </pc:picChg>
        <pc:picChg chg="add mod">
          <ac:chgData name="Owais Ahmed" userId="6abc7d4556b3b071" providerId="LiveId" clId="{36542103-18F1-477E-B1A3-2758C3E1EAA4}" dt="2023-03-01T08:40:09.827" v="2395" actId="1076"/>
          <ac:picMkLst>
            <pc:docMk/>
            <pc:sldMk cId="2564172473" sldId="2468"/>
            <ac:picMk id="1046" creationId="{4D5EC02C-232A-E9E5-EC01-B58D1804CA7D}"/>
          </ac:picMkLst>
        </pc:picChg>
        <pc:picChg chg="add mod">
          <ac:chgData name="Owais Ahmed" userId="6abc7d4556b3b071" providerId="LiveId" clId="{36542103-18F1-477E-B1A3-2758C3E1EAA4}" dt="2023-03-01T08:54:52.038" v="2654" actId="1076"/>
          <ac:picMkLst>
            <pc:docMk/>
            <pc:sldMk cId="2564172473" sldId="2468"/>
            <ac:picMk id="1048" creationId="{D468CF6D-A89A-19B5-3AE9-B6948626587B}"/>
          </ac:picMkLst>
        </pc:picChg>
        <pc:picChg chg="add mod">
          <ac:chgData name="Owais Ahmed" userId="6abc7d4556b3b071" providerId="LiveId" clId="{36542103-18F1-477E-B1A3-2758C3E1EAA4}" dt="2023-03-01T08:54:52.038" v="2654" actId="1076"/>
          <ac:picMkLst>
            <pc:docMk/>
            <pc:sldMk cId="2564172473" sldId="2468"/>
            <ac:picMk id="1050" creationId="{35738118-63CC-CB61-5B20-3C94196E8DF1}"/>
          </ac:picMkLst>
        </pc:picChg>
        <pc:picChg chg="add mod">
          <ac:chgData name="Owais Ahmed" userId="6abc7d4556b3b071" providerId="LiveId" clId="{36542103-18F1-477E-B1A3-2758C3E1EAA4}" dt="2023-03-01T08:54:52.038" v="2654" actId="1076"/>
          <ac:picMkLst>
            <pc:docMk/>
            <pc:sldMk cId="2564172473" sldId="2468"/>
            <ac:picMk id="1052" creationId="{BF7E1FFF-0CFA-27D4-9300-9C801C052FAA}"/>
          </ac:picMkLst>
        </pc:picChg>
        <pc:picChg chg="add mod">
          <ac:chgData name="Owais Ahmed" userId="6abc7d4556b3b071" providerId="LiveId" clId="{36542103-18F1-477E-B1A3-2758C3E1EAA4}" dt="2023-03-01T08:54:52.038" v="2654" actId="1076"/>
          <ac:picMkLst>
            <pc:docMk/>
            <pc:sldMk cId="2564172473" sldId="2468"/>
            <ac:picMk id="1054" creationId="{7FCC54F9-0056-984F-40DE-18E6FCB11BEC}"/>
          </ac:picMkLst>
        </pc:picChg>
        <pc:picChg chg="add mod">
          <ac:chgData name="Owais Ahmed" userId="6abc7d4556b3b071" providerId="LiveId" clId="{36542103-18F1-477E-B1A3-2758C3E1EAA4}" dt="2023-03-01T08:54:52.038" v="2654" actId="1076"/>
          <ac:picMkLst>
            <pc:docMk/>
            <pc:sldMk cId="2564172473" sldId="2468"/>
            <ac:picMk id="1056" creationId="{ED1C7EDF-74CC-FC33-285C-59A51EC93A90}"/>
          </ac:picMkLst>
        </pc:picChg>
        <pc:picChg chg="add del">
          <ac:chgData name="Owais Ahmed" userId="6abc7d4556b3b071" providerId="LiveId" clId="{36542103-18F1-477E-B1A3-2758C3E1EAA4}" dt="2023-03-01T08:51:51.165" v="2629" actId="478"/>
          <ac:picMkLst>
            <pc:docMk/>
            <pc:sldMk cId="2564172473" sldId="2468"/>
            <ac:picMk id="1058" creationId="{1F35332A-00C8-AF0E-F1B6-69B5DE71861E}"/>
          </ac:picMkLst>
        </pc:picChg>
        <pc:picChg chg="add mod">
          <ac:chgData name="Owais Ahmed" userId="6abc7d4556b3b071" providerId="LiveId" clId="{36542103-18F1-477E-B1A3-2758C3E1EAA4}" dt="2023-03-01T08:54:52.038" v="2654" actId="1076"/>
          <ac:picMkLst>
            <pc:docMk/>
            <pc:sldMk cId="2564172473" sldId="2468"/>
            <ac:picMk id="1060" creationId="{1CCE3F63-D372-42A0-B788-182E353BE074}"/>
          </ac:picMkLst>
        </pc:picChg>
        <pc:picChg chg="add del">
          <ac:chgData name="Owais Ahmed" userId="6abc7d4556b3b071" providerId="LiveId" clId="{36542103-18F1-477E-B1A3-2758C3E1EAA4}" dt="2023-03-01T08:52:59.251" v="2638"/>
          <ac:picMkLst>
            <pc:docMk/>
            <pc:sldMk cId="2564172473" sldId="2468"/>
            <ac:picMk id="1062" creationId="{4149B8C2-8A21-D6DE-97A4-30B459F15977}"/>
          </ac:picMkLst>
        </pc:picChg>
        <pc:picChg chg="add mod">
          <ac:chgData name="Owais Ahmed" userId="6abc7d4556b3b071" providerId="LiveId" clId="{36542103-18F1-477E-B1A3-2758C3E1EAA4}" dt="2023-03-01T08:54:52.038" v="2654" actId="1076"/>
          <ac:picMkLst>
            <pc:docMk/>
            <pc:sldMk cId="2564172473" sldId="2468"/>
            <ac:picMk id="1064" creationId="{0EFF1FD0-A435-B34D-C9E5-2A09341DAA14}"/>
          </ac:picMkLst>
        </pc:picChg>
        <pc:picChg chg="add mod">
          <ac:chgData name="Owais Ahmed" userId="6abc7d4556b3b071" providerId="LiveId" clId="{36542103-18F1-477E-B1A3-2758C3E1EAA4}" dt="2023-03-01T08:54:52.038" v="2654" actId="1076"/>
          <ac:picMkLst>
            <pc:docMk/>
            <pc:sldMk cId="2564172473" sldId="2468"/>
            <ac:picMk id="1066" creationId="{9F58BC05-1927-7EA6-94BF-C04942B2E1B3}"/>
          </ac:picMkLst>
        </pc:picChg>
        <pc:picChg chg="add del mod">
          <ac:chgData name="Owais Ahmed" userId="6abc7d4556b3b071" providerId="LiveId" clId="{36542103-18F1-477E-B1A3-2758C3E1EAA4}" dt="2023-03-01T08:54:33.706" v="2650" actId="478"/>
          <ac:picMkLst>
            <pc:docMk/>
            <pc:sldMk cId="2564172473" sldId="2468"/>
            <ac:picMk id="1068" creationId="{885917AC-0558-2F54-1E23-5FD0C2D83E0E}"/>
          </ac:picMkLst>
        </pc:picChg>
      </pc:sldChg>
      <pc:sldChg chg="addSp delSp modSp add mod modClrScheme modAnim chgLayout">
        <pc:chgData name="Owais Ahmed" userId="6abc7d4556b3b071" providerId="LiveId" clId="{36542103-18F1-477E-B1A3-2758C3E1EAA4}" dt="2023-03-01T09:06:11.459" v="3411" actId="20577"/>
        <pc:sldMkLst>
          <pc:docMk/>
          <pc:sldMk cId="1870517188" sldId="2469"/>
        </pc:sldMkLst>
        <pc:spChg chg="add del mod">
          <ac:chgData name="Owais Ahmed" userId="6abc7d4556b3b071" providerId="LiveId" clId="{36542103-18F1-477E-B1A3-2758C3E1EAA4}" dt="2023-03-01T09:00:26.499" v="2771" actId="478"/>
          <ac:spMkLst>
            <pc:docMk/>
            <pc:sldMk cId="1870517188" sldId="2469"/>
            <ac:spMk id="2" creationId="{CFF223DC-3CA3-FFF1-5576-45716986B769}"/>
          </ac:spMkLst>
        </pc:spChg>
        <pc:spChg chg="add del mod ord">
          <ac:chgData name="Owais Ahmed" userId="6abc7d4556b3b071" providerId="LiveId" clId="{36542103-18F1-477E-B1A3-2758C3E1EAA4}" dt="2023-03-01T08:56:32.354" v="2729" actId="700"/>
          <ac:spMkLst>
            <pc:docMk/>
            <pc:sldMk cId="1870517188" sldId="2469"/>
            <ac:spMk id="3" creationId="{CABAE5EC-F67A-5744-393C-1F289C372DD4}"/>
          </ac:spMkLst>
        </pc:spChg>
        <pc:spChg chg="add del mod ord">
          <ac:chgData name="Owais Ahmed" userId="6abc7d4556b3b071" providerId="LiveId" clId="{36542103-18F1-477E-B1A3-2758C3E1EAA4}" dt="2023-03-01T08:56:32.354" v="2729" actId="700"/>
          <ac:spMkLst>
            <pc:docMk/>
            <pc:sldMk cId="1870517188" sldId="2469"/>
            <ac:spMk id="4" creationId="{C5E72A6B-1CB4-081E-4D8D-6B4B558B9790}"/>
          </ac:spMkLst>
        </pc:spChg>
        <pc:spChg chg="mod ord">
          <ac:chgData name="Owais Ahmed" userId="6abc7d4556b3b071" providerId="LiveId" clId="{36542103-18F1-477E-B1A3-2758C3E1EAA4}" dt="2023-03-01T09:05:56.936" v="3399" actId="403"/>
          <ac:spMkLst>
            <pc:docMk/>
            <pc:sldMk cId="1870517188" sldId="2469"/>
            <ac:spMk id="5" creationId="{D6B5DCB6-4358-037D-2AAC-2F1B1119C128}"/>
          </ac:spMkLst>
        </pc:spChg>
        <pc:spChg chg="add del mod ord">
          <ac:chgData name="Owais Ahmed" userId="6abc7d4556b3b071" providerId="LiveId" clId="{36542103-18F1-477E-B1A3-2758C3E1EAA4}" dt="2023-03-01T09:00:22.937" v="2766" actId="700"/>
          <ac:spMkLst>
            <pc:docMk/>
            <pc:sldMk cId="1870517188" sldId="2469"/>
            <ac:spMk id="6" creationId="{EE38476D-0BB4-3A9F-DC79-D3570EFF0273}"/>
          </ac:spMkLst>
        </pc:spChg>
        <pc:spChg chg="add del mod ord">
          <ac:chgData name="Owais Ahmed" userId="6abc7d4556b3b071" providerId="LiveId" clId="{36542103-18F1-477E-B1A3-2758C3E1EAA4}" dt="2023-03-01T09:00:22.937" v="2766" actId="700"/>
          <ac:spMkLst>
            <pc:docMk/>
            <pc:sldMk cId="1870517188" sldId="2469"/>
            <ac:spMk id="7" creationId="{7C450C07-660A-B2BE-8115-42CC21C5CC73}"/>
          </ac:spMkLst>
        </pc:spChg>
        <pc:spChg chg="mod">
          <ac:chgData name="Owais Ahmed" userId="6abc7d4556b3b071" providerId="LiveId" clId="{36542103-18F1-477E-B1A3-2758C3E1EAA4}" dt="2023-03-01T08:56:51.712" v="2733" actId="14100"/>
          <ac:spMkLst>
            <pc:docMk/>
            <pc:sldMk cId="1870517188" sldId="2469"/>
            <ac:spMk id="8" creationId="{FF8DF268-CC40-9C40-2D1C-E83401534CE9}"/>
          </ac:spMkLst>
        </pc:spChg>
        <pc:spChg chg="mod">
          <ac:chgData name="Owais Ahmed" userId="6abc7d4556b3b071" providerId="LiveId" clId="{36542103-18F1-477E-B1A3-2758C3E1EAA4}" dt="2023-03-01T09:06:11.459" v="3411" actId="20577"/>
          <ac:spMkLst>
            <pc:docMk/>
            <pc:sldMk cId="1870517188" sldId="2469"/>
            <ac:spMk id="9" creationId="{27EE95FA-7E6C-9450-66FD-4F118356AE19}"/>
          </ac:spMkLst>
        </pc:spChg>
        <pc:spChg chg="add del">
          <ac:chgData name="Owais Ahmed" userId="6abc7d4556b3b071" providerId="LiveId" clId="{36542103-18F1-477E-B1A3-2758C3E1EAA4}" dt="2023-03-01T09:00:21.672" v="2759" actId="478"/>
          <ac:spMkLst>
            <pc:docMk/>
            <pc:sldMk cId="1870517188" sldId="2469"/>
            <ac:spMk id="11" creationId="{7B1ABC8C-8F12-48B3-9A07-8DF4518AA283}"/>
          </ac:spMkLst>
        </pc:spChg>
        <pc:spChg chg="add del mod ord">
          <ac:chgData name="Owais Ahmed" userId="6abc7d4556b3b071" providerId="LiveId" clId="{36542103-18F1-477E-B1A3-2758C3E1EAA4}" dt="2023-03-01T09:00:22.937" v="2766" actId="700"/>
          <ac:spMkLst>
            <pc:docMk/>
            <pc:sldMk cId="1870517188" sldId="2469"/>
            <ac:spMk id="12" creationId="{63842672-E58E-4703-D71C-40B913AB2591}"/>
          </ac:spMkLst>
        </pc:spChg>
        <pc:spChg chg="add del mod ord">
          <ac:chgData name="Owais Ahmed" userId="6abc7d4556b3b071" providerId="LiveId" clId="{36542103-18F1-477E-B1A3-2758C3E1EAA4}" dt="2023-03-01T09:00:22.937" v="2766" actId="700"/>
          <ac:spMkLst>
            <pc:docMk/>
            <pc:sldMk cId="1870517188" sldId="2469"/>
            <ac:spMk id="13" creationId="{B380B516-64A4-B580-705A-1823F0486898}"/>
          </ac:spMkLst>
        </pc:spChg>
        <pc:spChg chg="add del mod ord">
          <ac:chgData name="Owais Ahmed" userId="6abc7d4556b3b071" providerId="LiveId" clId="{36542103-18F1-477E-B1A3-2758C3E1EAA4}" dt="2023-03-01T09:00:22.937" v="2766" actId="700"/>
          <ac:spMkLst>
            <pc:docMk/>
            <pc:sldMk cId="1870517188" sldId="2469"/>
            <ac:spMk id="14" creationId="{6831A05B-F344-060C-9501-A13DBCD9D296}"/>
          </ac:spMkLst>
        </pc:spChg>
        <pc:spChg chg="add del mod ord">
          <ac:chgData name="Owais Ahmed" userId="6abc7d4556b3b071" providerId="LiveId" clId="{36542103-18F1-477E-B1A3-2758C3E1EAA4}" dt="2023-03-01T09:00:22.937" v="2766" actId="700"/>
          <ac:spMkLst>
            <pc:docMk/>
            <pc:sldMk cId="1870517188" sldId="2469"/>
            <ac:spMk id="15" creationId="{022E519C-6F64-34FA-749B-258C28A2A145}"/>
          </ac:spMkLst>
        </pc:spChg>
        <pc:spChg chg="add del mod ord">
          <ac:chgData name="Owais Ahmed" userId="6abc7d4556b3b071" providerId="LiveId" clId="{36542103-18F1-477E-B1A3-2758C3E1EAA4}" dt="2023-03-01T09:00:22.937" v="2766" actId="700"/>
          <ac:spMkLst>
            <pc:docMk/>
            <pc:sldMk cId="1870517188" sldId="2469"/>
            <ac:spMk id="16" creationId="{4FCE375B-3296-F6D2-7C33-C17B227667B4}"/>
          </ac:spMkLst>
        </pc:spChg>
        <pc:spChg chg="add del mod">
          <ac:chgData name="Owais Ahmed" userId="6abc7d4556b3b071" providerId="LiveId" clId="{36542103-18F1-477E-B1A3-2758C3E1EAA4}" dt="2023-03-01T08:59:34.203" v="2749" actId="931"/>
          <ac:spMkLst>
            <pc:docMk/>
            <pc:sldMk cId="1870517188" sldId="2469"/>
            <ac:spMk id="19" creationId="{6ACB0E0D-1937-1BB7-4F07-CDF3D84F6802}"/>
          </ac:spMkLst>
        </pc:spChg>
        <pc:spChg chg="add del mod">
          <ac:chgData name="Owais Ahmed" userId="6abc7d4556b3b071" providerId="LiveId" clId="{36542103-18F1-477E-B1A3-2758C3E1EAA4}" dt="2023-03-01T08:59:33.840" v="2747" actId="931"/>
          <ac:spMkLst>
            <pc:docMk/>
            <pc:sldMk cId="1870517188" sldId="2469"/>
            <ac:spMk id="22" creationId="{F6EEB7DC-73FF-8889-788D-D5B9A985ACB1}"/>
          </ac:spMkLst>
        </pc:spChg>
        <pc:picChg chg="add del mod">
          <ac:chgData name="Owais Ahmed" userId="6abc7d4556b3b071" providerId="LiveId" clId="{36542103-18F1-477E-B1A3-2758C3E1EAA4}" dt="2023-03-01T08:59:34.203" v="2749" actId="931"/>
          <ac:picMkLst>
            <pc:docMk/>
            <pc:sldMk cId="1870517188" sldId="2469"/>
            <ac:picMk id="18" creationId="{65109187-29E0-0B88-4E4C-FA6D382572FE}"/>
          </ac:picMkLst>
        </pc:picChg>
        <pc:picChg chg="add del mod">
          <ac:chgData name="Owais Ahmed" userId="6abc7d4556b3b071" providerId="LiveId" clId="{36542103-18F1-477E-B1A3-2758C3E1EAA4}" dt="2023-03-01T08:59:33.840" v="2747" actId="931"/>
          <ac:picMkLst>
            <pc:docMk/>
            <pc:sldMk cId="1870517188" sldId="2469"/>
            <ac:picMk id="21" creationId="{9538D330-65EF-5591-62B2-C76901DED2B0}"/>
          </ac:picMkLst>
        </pc:picChg>
        <pc:picChg chg="add del">
          <ac:chgData name="Owais Ahmed" userId="6abc7d4556b3b071" providerId="LiveId" clId="{36542103-18F1-477E-B1A3-2758C3E1EAA4}" dt="2023-03-01T09:00:26.285" v="2770" actId="478"/>
          <ac:picMkLst>
            <pc:docMk/>
            <pc:sldMk cId="1870517188" sldId="2469"/>
            <ac:picMk id="1026" creationId="{B52B6349-72B8-80CF-DA1C-C5486174747D}"/>
          </ac:picMkLst>
        </pc:picChg>
        <pc:picChg chg="add del">
          <ac:chgData name="Owais Ahmed" userId="6abc7d4556b3b071" providerId="LiveId" clId="{36542103-18F1-477E-B1A3-2758C3E1EAA4}" dt="2023-03-01T09:00:26.285" v="2770" actId="478"/>
          <ac:picMkLst>
            <pc:docMk/>
            <pc:sldMk cId="1870517188" sldId="2469"/>
            <ac:picMk id="1030" creationId="{937909F9-9B17-7819-16D9-0A5467D24F10}"/>
          </ac:picMkLst>
        </pc:picChg>
        <pc:picChg chg="add del">
          <ac:chgData name="Owais Ahmed" userId="6abc7d4556b3b071" providerId="LiveId" clId="{36542103-18F1-477E-B1A3-2758C3E1EAA4}" dt="2023-03-01T09:00:26.285" v="2770" actId="478"/>
          <ac:picMkLst>
            <pc:docMk/>
            <pc:sldMk cId="1870517188" sldId="2469"/>
            <ac:picMk id="1032" creationId="{7CBE8AC6-1EBF-7FB2-D6EB-F9BB600F73C3}"/>
          </ac:picMkLst>
        </pc:picChg>
        <pc:picChg chg="add del">
          <ac:chgData name="Owais Ahmed" userId="6abc7d4556b3b071" providerId="LiveId" clId="{36542103-18F1-477E-B1A3-2758C3E1EAA4}" dt="2023-03-01T09:00:26.285" v="2770" actId="478"/>
          <ac:picMkLst>
            <pc:docMk/>
            <pc:sldMk cId="1870517188" sldId="2469"/>
            <ac:picMk id="1034" creationId="{C1426860-0002-4F9C-A184-C2CEC2C2EE80}"/>
          </ac:picMkLst>
        </pc:picChg>
        <pc:picChg chg="add del">
          <ac:chgData name="Owais Ahmed" userId="6abc7d4556b3b071" providerId="LiveId" clId="{36542103-18F1-477E-B1A3-2758C3E1EAA4}" dt="2023-03-01T09:00:26.285" v="2770" actId="478"/>
          <ac:picMkLst>
            <pc:docMk/>
            <pc:sldMk cId="1870517188" sldId="2469"/>
            <ac:picMk id="1036" creationId="{75D01A3D-4670-7C8F-147C-FB516418D76A}"/>
          </ac:picMkLst>
        </pc:picChg>
        <pc:picChg chg="add del">
          <ac:chgData name="Owais Ahmed" userId="6abc7d4556b3b071" providerId="LiveId" clId="{36542103-18F1-477E-B1A3-2758C3E1EAA4}" dt="2023-03-01T09:00:26.285" v="2770" actId="478"/>
          <ac:picMkLst>
            <pc:docMk/>
            <pc:sldMk cId="1870517188" sldId="2469"/>
            <ac:picMk id="1038" creationId="{C88242AB-2EAA-BA69-5988-EDB7E50964EB}"/>
          </ac:picMkLst>
        </pc:picChg>
        <pc:picChg chg="add del">
          <ac:chgData name="Owais Ahmed" userId="6abc7d4556b3b071" providerId="LiveId" clId="{36542103-18F1-477E-B1A3-2758C3E1EAA4}" dt="2023-03-01T09:00:26.285" v="2770" actId="478"/>
          <ac:picMkLst>
            <pc:docMk/>
            <pc:sldMk cId="1870517188" sldId="2469"/>
            <ac:picMk id="1040" creationId="{5A8D6D8F-C097-A63B-FC87-5AAA61887AD8}"/>
          </ac:picMkLst>
        </pc:picChg>
        <pc:picChg chg="add del">
          <ac:chgData name="Owais Ahmed" userId="6abc7d4556b3b071" providerId="LiveId" clId="{36542103-18F1-477E-B1A3-2758C3E1EAA4}" dt="2023-03-01T09:00:26.285" v="2770" actId="478"/>
          <ac:picMkLst>
            <pc:docMk/>
            <pc:sldMk cId="1870517188" sldId="2469"/>
            <ac:picMk id="1042" creationId="{46AA148E-1148-E8E6-4A54-C7C189AFCED4}"/>
          </ac:picMkLst>
        </pc:picChg>
        <pc:picChg chg="add del">
          <ac:chgData name="Owais Ahmed" userId="6abc7d4556b3b071" providerId="LiveId" clId="{36542103-18F1-477E-B1A3-2758C3E1EAA4}" dt="2023-03-01T09:00:26.285" v="2770" actId="478"/>
          <ac:picMkLst>
            <pc:docMk/>
            <pc:sldMk cId="1870517188" sldId="2469"/>
            <ac:picMk id="1044" creationId="{1095811A-A7C8-B8F6-7CF5-11472B45F658}"/>
          </ac:picMkLst>
        </pc:picChg>
        <pc:picChg chg="add del">
          <ac:chgData name="Owais Ahmed" userId="6abc7d4556b3b071" providerId="LiveId" clId="{36542103-18F1-477E-B1A3-2758C3E1EAA4}" dt="2023-03-01T09:00:26.285" v="2770" actId="478"/>
          <ac:picMkLst>
            <pc:docMk/>
            <pc:sldMk cId="1870517188" sldId="2469"/>
            <ac:picMk id="1046" creationId="{4D5EC02C-232A-E9E5-EC01-B58D1804CA7D}"/>
          </ac:picMkLst>
        </pc:picChg>
        <pc:picChg chg="add del">
          <ac:chgData name="Owais Ahmed" userId="6abc7d4556b3b071" providerId="LiveId" clId="{36542103-18F1-477E-B1A3-2758C3E1EAA4}" dt="2023-03-01T09:00:26.285" v="2770" actId="478"/>
          <ac:picMkLst>
            <pc:docMk/>
            <pc:sldMk cId="1870517188" sldId="2469"/>
            <ac:picMk id="1048" creationId="{D468CF6D-A89A-19B5-3AE9-B6948626587B}"/>
          </ac:picMkLst>
        </pc:picChg>
        <pc:picChg chg="add del">
          <ac:chgData name="Owais Ahmed" userId="6abc7d4556b3b071" providerId="LiveId" clId="{36542103-18F1-477E-B1A3-2758C3E1EAA4}" dt="2023-03-01T09:00:26.285" v="2770" actId="478"/>
          <ac:picMkLst>
            <pc:docMk/>
            <pc:sldMk cId="1870517188" sldId="2469"/>
            <ac:picMk id="1050" creationId="{35738118-63CC-CB61-5B20-3C94196E8DF1}"/>
          </ac:picMkLst>
        </pc:picChg>
        <pc:picChg chg="add del">
          <ac:chgData name="Owais Ahmed" userId="6abc7d4556b3b071" providerId="LiveId" clId="{36542103-18F1-477E-B1A3-2758C3E1EAA4}" dt="2023-03-01T09:00:26.285" v="2770" actId="478"/>
          <ac:picMkLst>
            <pc:docMk/>
            <pc:sldMk cId="1870517188" sldId="2469"/>
            <ac:picMk id="1052" creationId="{BF7E1FFF-0CFA-27D4-9300-9C801C052FAA}"/>
          </ac:picMkLst>
        </pc:picChg>
        <pc:picChg chg="add del">
          <ac:chgData name="Owais Ahmed" userId="6abc7d4556b3b071" providerId="LiveId" clId="{36542103-18F1-477E-B1A3-2758C3E1EAA4}" dt="2023-03-01T09:00:26.285" v="2770" actId="478"/>
          <ac:picMkLst>
            <pc:docMk/>
            <pc:sldMk cId="1870517188" sldId="2469"/>
            <ac:picMk id="1054" creationId="{7FCC54F9-0056-984F-40DE-18E6FCB11BEC}"/>
          </ac:picMkLst>
        </pc:picChg>
        <pc:picChg chg="add del">
          <ac:chgData name="Owais Ahmed" userId="6abc7d4556b3b071" providerId="LiveId" clId="{36542103-18F1-477E-B1A3-2758C3E1EAA4}" dt="2023-03-01T09:00:26.285" v="2770" actId="478"/>
          <ac:picMkLst>
            <pc:docMk/>
            <pc:sldMk cId="1870517188" sldId="2469"/>
            <ac:picMk id="1056" creationId="{ED1C7EDF-74CC-FC33-285C-59A51EC93A90}"/>
          </ac:picMkLst>
        </pc:picChg>
        <pc:picChg chg="add del">
          <ac:chgData name="Owais Ahmed" userId="6abc7d4556b3b071" providerId="LiveId" clId="{36542103-18F1-477E-B1A3-2758C3E1EAA4}" dt="2023-03-01T09:00:26.285" v="2770" actId="478"/>
          <ac:picMkLst>
            <pc:docMk/>
            <pc:sldMk cId="1870517188" sldId="2469"/>
            <ac:picMk id="1060" creationId="{1CCE3F63-D372-42A0-B788-182E353BE074}"/>
          </ac:picMkLst>
        </pc:picChg>
        <pc:picChg chg="add del">
          <ac:chgData name="Owais Ahmed" userId="6abc7d4556b3b071" providerId="LiveId" clId="{36542103-18F1-477E-B1A3-2758C3E1EAA4}" dt="2023-03-01T09:00:26.285" v="2770" actId="478"/>
          <ac:picMkLst>
            <pc:docMk/>
            <pc:sldMk cId="1870517188" sldId="2469"/>
            <ac:picMk id="1064" creationId="{0EFF1FD0-A435-B34D-C9E5-2A09341DAA14}"/>
          </ac:picMkLst>
        </pc:picChg>
        <pc:picChg chg="add del">
          <ac:chgData name="Owais Ahmed" userId="6abc7d4556b3b071" providerId="LiveId" clId="{36542103-18F1-477E-B1A3-2758C3E1EAA4}" dt="2023-03-01T09:00:26.285" v="2770" actId="478"/>
          <ac:picMkLst>
            <pc:docMk/>
            <pc:sldMk cId="1870517188" sldId="2469"/>
            <ac:picMk id="1066" creationId="{9F58BC05-1927-7EA6-94BF-C04942B2E1B3}"/>
          </ac:picMkLst>
        </pc:picChg>
        <pc:picChg chg="add del mod">
          <ac:chgData name="Owais Ahmed" userId="6abc7d4556b3b071" providerId="LiveId" clId="{36542103-18F1-477E-B1A3-2758C3E1EAA4}" dt="2023-03-01T08:59:54.463" v="2753"/>
          <ac:picMkLst>
            <pc:docMk/>
            <pc:sldMk cId="1870517188" sldId="2469"/>
            <ac:picMk id="2050" creationId="{4AC6709D-0F5B-C721-8AFC-E0D67534FCA7}"/>
          </ac:picMkLst>
        </pc:picChg>
        <pc:picChg chg="add del mod">
          <ac:chgData name="Owais Ahmed" userId="6abc7d4556b3b071" providerId="LiveId" clId="{36542103-18F1-477E-B1A3-2758C3E1EAA4}" dt="2023-03-01T09:00:08.733" v="2755"/>
          <ac:picMkLst>
            <pc:docMk/>
            <pc:sldMk cId="1870517188" sldId="2469"/>
            <ac:picMk id="2052" creationId="{75ADEFA1-127A-A8D5-EDD2-560B13BFAF5E}"/>
          </ac:picMkLst>
        </pc:picChg>
        <pc:picChg chg="add del mod">
          <ac:chgData name="Owais Ahmed" userId="6abc7d4556b3b071" providerId="LiveId" clId="{36542103-18F1-477E-B1A3-2758C3E1EAA4}" dt="2023-03-01T09:00:18.137" v="2757"/>
          <ac:picMkLst>
            <pc:docMk/>
            <pc:sldMk cId="1870517188" sldId="2469"/>
            <ac:picMk id="2054" creationId="{85063C02-B830-F61C-A629-E105AA3CA561}"/>
          </ac:picMkLst>
        </pc:picChg>
      </pc:sldChg>
      <pc:sldChg chg="modSp add modAnim">
        <pc:chgData name="Owais Ahmed" userId="6abc7d4556b3b071" providerId="LiveId" clId="{36542103-18F1-477E-B1A3-2758C3E1EAA4}" dt="2023-03-01T09:06:39.417" v="3415"/>
        <pc:sldMkLst>
          <pc:docMk/>
          <pc:sldMk cId="773770613" sldId="2470"/>
        </pc:sldMkLst>
        <pc:spChg chg="mod">
          <ac:chgData name="Owais Ahmed" userId="6abc7d4556b3b071" providerId="LiveId" clId="{36542103-18F1-477E-B1A3-2758C3E1EAA4}" dt="2023-03-01T09:06:39.417" v="3415"/>
          <ac:spMkLst>
            <pc:docMk/>
            <pc:sldMk cId="773770613" sldId="2470"/>
            <ac:spMk id="5" creationId="{D6B5DCB6-4358-037D-2AAC-2F1B1119C128}"/>
          </ac:spMkLst>
        </pc:spChg>
      </pc:sldChg>
      <pc:sldChg chg="modSp add mod modAnim">
        <pc:chgData name="Owais Ahmed" userId="6abc7d4556b3b071" providerId="LiveId" clId="{36542103-18F1-477E-B1A3-2758C3E1EAA4}" dt="2023-03-01T09:11:37.101" v="3780" actId="20577"/>
        <pc:sldMkLst>
          <pc:docMk/>
          <pc:sldMk cId="246082422" sldId="2471"/>
        </pc:sldMkLst>
        <pc:spChg chg="mod">
          <ac:chgData name="Owais Ahmed" userId="6abc7d4556b3b071" providerId="LiveId" clId="{36542103-18F1-477E-B1A3-2758C3E1EAA4}" dt="2023-03-01T09:11:36.476" v="3779" actId="20577"/>
          <ac:spMkLst>
            <pc:docMk/>
            <pc:sldMk cId="246082422" sldId="2471"/>
            <ac:spMk id="5" creationId="{D6B5DCB6-4358-037D-2AAC-2F1B1119C128}"/>
          </ac:spMkLst>
        </pc:spChg>
        <pc:spChg chg="mod">
          <ac:chgData name="Owais Ahmed" userId="6abc7d4556b3b071" providerId="LiveId" clId="{36542103-18F1-477E-B1A3-2758C3E1EAA4}" dt="2023-03-01T09:08:09.846" v="3439" actId="20577"/>
          <ac:spMkLst>
            <pc:docMk/>
            <pc:sldMk cId="246082422" sldId="2471"/>
            <ac:spMk id="9" creationId="{27EE95FA-7E6C-9450-66FD-4F118356AE19}"/>
          </ac:spMkLst>
        </pc:spChg>
      </pc:sldChg>
      <pc:sldChg chg="modSp add mod modAnim">
        <pc:chgData name="Owais Ahmed" userId="6abc7d4556b3b071" providerId="LiveId" clId="{36542103-18F1-477E-B1A3-2758C3E1EAA4}" dt="2023-03-01T09:12:54.212" v="3802" actId="20577"/>
        <pc:sldMkLst>
          <pc:docMk/>
          <pc:sldMk cId="104746486" sldId="2472"/>
        </pc:sldMkLst>
        <pc:spChg chg="mod">
          <ac:chgData name="Owais Ahmed" userId="6abc7d4556b3b071" providerId="LiveId" clId="{36542103-18F1-477E-B1A3-2758C3E1EAA4}" dt="2023-03-01T09:12:54.212" v="3802" actId="20577"/>
          <ac:spMkLst>
            <pc:docMk/>
            <pc:sldMk cId="104746486" sldId="2472"/>
            <ac:spMk id="5" creationId="{D6B5DCB6-4358-037D-2AAC-2F1B1119C128}"/>
          </ac:spMkLst>
        </pc:spChg>
        <pc:spChg chg="mod">
          <ac:chgData name="Owais Ahmed" userId="6abc7d4556b3b071" providerId="LiveId" clId="{36542103-18F1-477E-B1A3-2758C3E1EAA4}" dt="2023-03-01T09:12:06.290" v="3789" actId="20577"/>
          <ac:spMkLst>
            <pc:docMk/>
            <pc:sldMk cId="104746486" sldId="2472"/>
            <ac:spMk id="9" creationId="{27EE95FA-7E6C-9450-66FD-4F118356AE19}"/>
          </ac:spMkLst>
        </pc:spChg>
      </pc:sldChg>
    </pc:docChg>
  </pc:docChgLst>
  <pc:docChgLst>
    <pc:chgData name="Owais Ahmed" userId="6abc7d4556b3b071" providerId="LiveId" clId="{F7D2E12A-CC47-45F8-B963-B58408823847}"/>
    <pc:docChg chg="undo redo custSel addSld delSld modSld sldOrd">
      <pc:chgData name="Owais Ahmed" userId="6abc7d4556b3b071" providerId="LiveId" clId="{F7D2E12A-CC47-45F8-B963-B58408823847}" dt="2023-03-18T15:36:19.546" v="4623" actId="47"/>
      <pc:docMkLst>
        <pc:docMk/>
      </pc:docMkLst>
      <pc:sldChg chg="modSp mod modNotesTx">
        <pc:chgData name="Owais Ahmed" userId="6abc7d4556b3b071" providerId="LiveId" clId="{F7D2E12A-CC47-45F8-B963-B58408823847}" dt="2023-03-18T12:52:27.938" v="1297" actId="20577"/>
        <pc:sldMkLst>
          <pc:docMk/>
          <pc:sldMk cId="1401833206" sldId="2498"/>
        </pc:sldMkLst>
        <pc:spChg chg="mod">
          <ac:chgData name="Owais Ahmed" userId="6abc7d4556b3b071" providerId="LiveId" clId="{F7D2E12A-CC47-45F8-B963-B58408823847}" dt="2023-03-18T12:52:27.938" v="1297" actId="20577"/>
          <ac:spMkLst>
            <pc:docMk/>
            <pc:sldMk cId="1401833206" sldId="2498"/>
            <ac:spMk id="3" creationId="{4A1C0383-58FE-E486-295E-B33B8683B938}"/>
          </ac:spMkLst>
        </pc:spChg>
        <pc:spChg chg="mod">
          <ac:chgData name="Owais Ahmed" userId="6abc7d4556b3b071" providerId="LiveId" clId="{F7D2E12A-CC47-45F8-B963-B58408823847}" dt="2023-03-18T12:34:38.900" v="190" actId="20577"/>
          <ac:spMkLst>
            <pc:docMk/>
            <pc:sldMk cId="1401833206" sldId="2498"/>
            <ac:spMk id="215" creationId="{00000000-0000-0000-0000-000000000000}"/>
          </ac:spMkLst>
        </pc:spChg>
      </pc:sldChg>
      <pc:sldChg chg="modSp add mod modNotesTx">
        <pc:chgData name="Owais Ahmed" userId="6abc7d4556b3b071" providerId="LiveId" clId="{F7D2E12A-CC47-45F8-B963-B58408823847}" dt="2023-03-18T13:16:04.134" v="2156" actId="20577"/>
        <pc:sldMkLst>
          <pc:docMk/>
          <pc:sldMk cId="2488591089" sldId="2499"/>
        </pc:sldMkLst>
        <pc:spChg chg="mod">
          <ac:chgData name="Owais Ahmed" userId="6abc7d4556b3b071" providerId="LiveId" clId="{F7D2E12A-CC47-45F8-B963-B58408823847}" dt="2023-03-18T12:56:15.685" v="1461" actId="20577"/>
          <ac:spMkLst>
            <pc:docMk/>
            <pc:sldMk cId="2488591089" sldId="2499"/>
            <ac:spMk id="3" creationId="{4A1C0383-58FE-E486-295E-B33B8683B938}"/>
          </ac:spMkLst>
        </pc:spChg>
        <pc:spChg chg="mod">
          <ac:chgData name="Owais Ahmed" userId="6abc7d4556b3b071" providerId="LiveId" clId="{F7D2E12A-CC47-45F8-B963-B58408823847}" dt="2023-03-18T13:16:04.134" v="2156" actId="20577"/>
          <ac:spMkLst>
            <pc:docMk/>
            <pc:sldMk cId="2488591089" sldId="2499"/>
            <ac:spMk id="215" creationId="{00000000-0000-0000-0000-000000000000}"/>
          </ac:spMkLst>
        </pc:spChg>
      </pc:sldChg>
      <pc:sldChg chg="modSp add mod">
        <pc:chgData name="Owais Ahmed" userId="6abc7d4556b3b071" providerId="LiveId" clId="{F7D2E12A-CC47-45F8-B963-B58408823847}" dt="2023-03-18T13:16:01.645" v="2154" actId="20577"/>
        <pc:sldMkLst>
          <pc:docMk/>
          <pc:sldMk cId="1696626642" sldId="2500"/>
        </pc:sldMkLst>
        <pc:spChg chg="mod">
          <ac:chgData name="Owais Ahmed" userId="6abc7d4556b3b071" providerId="LiveId" clId="{F7D2E12A-CC47-45F8-B963-B58408823847}" dt="2023-03-18T13:15:09.007" v="2113"/>
          <ac:spMkLst>
            <pc:docMk/>
            <pc:sldMk cId="1696626642" sldId="2500"/>
            <ac:spMk id="3" creationId="{4A1C0383-58FE-E486-295E-B33B8683B938}"/>
          </ac:spMkLst>
        </pc:spChg>
        <pc:spChg chg="mod">
          <ac:chgData name="Owais Ahmed" userId="6abc7d4556b3b071" providerId="LiveId" clId="{F7D2E12A-CC47-45F8-B963-B58408823847}" dt="2023-03-18T13:16:01.645" v="2154" actId="20577"/>
          <ac:spMkLst>
            <pc:docMk/>
            <pc:sldMk cId="1696626642" sldId="2500"/>
            <ac:spMk id="215" creationId="{00000000-0000-0000-0000-000000000000}"/>
          </ac:spMkLst>
        </pc:spChg>
      </pc:sldChg>
      <pc:sldChg chg="modSp add mod ord">
        <pc:chgData name="Owais Ahmed" userId="6abc7d4556b3b071" providerId="LiveId" clId="{F7D2E12A-CC47-45F8-B963-B58408823847}" dt="2023-03-18T13:35:42.760" v="2800" actId="20577"/>
        <pc:sldMkLst>
          <pc:docMk/>
          <pc:sldMk cId="3652868979" sldId="2501"/>
        </pc:sldMkLst>
        <pc:spChg chg="mod">
          <ac:chgData name="Owais Ahmed" userId="6abc7d4556b3b071" providerId="LiveId" clId="{F7D2E12A-CC47-45F8-B963-B58408823847}" dt="2023-03-18T13:35:42.760" v="2800" actId="20577"/>
          <ac:spMkLst>
            <pc:docMk/>
            <pc:sldMk cId="3652868979" sldId="2501"/>
            <ac:spMk id="3" creationId="{4A1C0383-58FE-E486-295E-B33B8683B938}"/>
          </ac:spMkLst>
        </pc:spChg>
        <pc:spChg chg="mod">
          <ac:chgData name="Owais Ahmed" userId="6abc7d4556b3b071" providerId="LiveId" clId="{F7D2E12A-CC47-45F8-B963-B58408823847}" dt="2023-03-18T13:16:10.899" v="2167" actId="5793"/>
          <ac:spMkLst>
            <pc:docMk/>
            <pc:sldMk cId="3652868979" sldId="2501"/>
            <ac:spMk id="215" creationId="{00000000-0000-0000-0000-000000000000}"/>
          </ac:spMkLst>
        </pc:spChg>
      </pc:sldChg>
      <pc:sldChg chg="modSp add mod">
        <pc:chgData name="Owais Ahmed" userId="6abc7d4556b3b071" providerId="LiveId" clId="{F7D2E12A-CC47-45F8-B963-B58408823847}" dt="2023-03-18T13:39:52.180" v="3193" actId="20577"/>
        <pc:sldMkLst>
          <pc:docMk/>
          <pc:sldMk cId="4262776764" sldId="2502"/>
        </pc:sldMkLst>
        <pc:spChg chg="mod">
          <ac:chgData name="Owais Ahmed" userId="6abc7d4556b3b071" providerId="LiveId" clId="{F7D2E12A-CC47-45F8-B963-B58408823847}" dt="2023-03-18T13:39:52.180" v="3193" actId="20577"/>
          <ac:spMkLst>
            <pc:docMk/>
            <pc:sldMk cId="4262776764" sldId="2502"/>
            <ac:spMk id="3" creationId="{4A1C0383-58FE-E486-295E-B33B8683B938}"/>
          </ac:spMkLst>
        </pc:spChg>
        <pc:spChg chg="mod">
          <ac:chgData name="Owais Ahmed" userId="6abc7d4556b3b071" providerId="LiveId" clId="{F7D2E12A-CC47-45F8-B963-B58408823847}" dt="2023-03-18T13:36:07.323" v="2808" actId="20577"/>
          <ac:spMkLst>
            <pc:docMk/>
            <pc:sldMk cId="4262776764" sldId="2502"/>
            <ac:spMk id="215" creationId="{00000000-0000-0000-0000-000000000000}"/>
          </ac:spMkLst>
        </pc:spChg>
      </pc:sldChg>
      <pc:sldChg chg="modSp add mod ord">
        <pc:chgData name="Owais Ahmed" userId="6abc7d4556b3b071" providerId="LiveId" clId="{F7D2E12A-CC47-45F8-B963-B58408823847}" dt="2023-03-18T13:45:52.156" v="3733" actId="20577"/>
        <pc:sldMkLst>
          <pc:docMk/>
          <pc:sldMk cId="3975834223" sldId="2503"/>
        </pc:sldMkLst>
        <pc:spChg chg="mod">
          <ac:chgData name="Owais Ahmed" userId="6abc7d4556b3b071" providerId="LiveId" clId="{F7D2E12A-CC47-45F8-B963-B58408823847}" dt="2023-03-18T13:45:52.156" v="3733" actId="20577"/>
          <ac:spMkLst>
            <pc:docMk/>
            <pc:sldMk cId="3975834223" sldId="2503"/>
            <ac:spMk id="3" creationId="{4A1C0383-58FE-E486-295E-B33B8683B938}"/>
          </ac:spMkLst>
        </pc:spChg>
        <pc:spChg chg="mod">
          <ac:chgData name="Owais Ahmed" userId="6abc7d4556b3b071" providerId="LiveId" clId="{F7D2E12A-CC47-45F8-B963-B58408823847}" dt="2023-03-18T13:40:17.840" v="3201" actId="20577"/>
          <ac:spMkLst>
            <pc:docMk/>
            <pc:sldMk cId="3975834223" sldId="2503"/>
            <ac:spMk id="215" creationId="{00000000-0000-0000-0000-000000000000}"/>
          </ac:spMkLst>
        </pc:spChg>
      </pc:sldChg>
      <pc:sldChg chg="modSp add mod">
        <pc:chgData name="Owais Ahmed" userId="6abc7d4556b3b071" providerId="LiveId" clId="{F7D2E12A-CC47-45F8-B963-B58408823847}" dt="2023-03-18T14:42:26.928" v="4070" actId="20577"/>
        <pc:sldMkLst>
          <pc:docMk/>
          <pc:sldMk cId="3687126207" sldId="2504"/>
        </pc:sldMkLst>
        <pc:spChg chg="mod">
          <ac:chgData name="Owais Ahmed" userId="6abc7d4556b3b071" providerId="LiveId" clId="{F7D2E12A-CC47-45F8-B963-B58408823847}" dt="2023-03-18T14:42:26.928" v="4070" actId="20577"/>
          <ac:spMkLst>
            <pc:docMk/>
            <pc:sldMk cId="3687126207" sldId="2504"/>
            <ac:spMk id="3" creationId="{4A1C0383-58FE-E486-295E-B33B8683B938}"/>
          </ac:spMkLst>
        </pc:spChg>
        <pc:spChg chg="mod">
          <ac:chgData name="Owais Ahmed" userId="6abc7d4556b3b071" providerId="LiveId" clId="{F7D2E12A-CC47-45F8-B963-B58408823847}" dt="2023-03-18T13:48:19.523" v="3741" actId="20577"/>
          <ac:spMkLst>
            <pc:docMk/>
            <pc:sldMk cId="3687126207" sldId="2504"/>
            <ac:spMk id="215" creationId="{00000000-0000-0000-0000-000000000000}"/>
          </ac:spMkLst>
        </pc:spChg>
      </pc:sldChg>
      <pc:sldChg chg="modSp add mod modNotesTx">
        <pc:chgData name="Owais Ahmed" userId="6abc7d4556b3b071" providerId="LiveId" clId="{F7D2E12A-CC47-45F8-B963-B58408823847}" dt="2023-03-18T15:05:20.435" v="4314" actId="20577"/>
        <pc:sldMkLst>
          <pc:docMk/>
          <pc:sldMk cId="357785969" sldId="2505"/>
        </pc:sldMkLst>
        <pc:spChg chg="mod">
          <ac:chgData name="Owais Ahmed" userId="6abc7d4556b3b071" providerId="LiveId" clId="{F7D2E12A-CC47-45F8-B963-B58408823847}" dt="2023-03-18T15:04:55.499" v="4219" actId="20577"/>
          <ac:spMkLst>
            <pc:docMk/>
            <pc:sldMk cId="357785969" sldId="2505"/>
            <ac:spMk id="3" creationId="{4A1C0383-58FE-E486-295E-B33B8683B938}"/>
          </ac:spMkLst>
        </pc:spChg>
        <pc:spChg chg="mod">
          <ac:chgData name="Owais Ahmed" userId="6abc7d4556b3b071" providerId="LiveId" clId="{F7D2E12A-CC47-45F8-B963-B58408823847}" dt="2023-03-18T15:05:01.865" v="4235" actId="20577"/>
          <ac:spMkLst>
            <pc:docMk/>
            <pc:sldMk cId="357785969" sldId="2505"/>
            <ac:spMk id="215" creationId="{00000000-0000-0000-0000-000000000000}"/>
          </ac:spMkLst>
        </pc:spChg>
      </pc:sldChg>
      <pc:sldChg chg="modSp add del mod ord">
        <pc:chgData name="Owais Ahmed" userId="6abc7d4556b3b071" providerId="LiveId" clId="{F7D2E12A-CC47-45F8-B963-B58408823847}" dt="2023-03-18T15:36:09.573" v="4621" actId="20577"/>
        <pc:sldMkLst>
          <pc:docMk/>
          <pc:sldMk cId="3997071868" sldId="2506"/>
        </pc:sldMkLst>
        <pc:spChg chg="mod">
          <ac:chgData name="Owais Ahmed" userId="6abc7d4556b3b071" providerId="LiveId" clId="{F7D2E12A-CC47-45F8-B963-B58408823847}" dt="2023-03-18T15:36:09.573" v="4621" actId="20577"/>
          <ac:spMkLst>
            <pc:docMk/>
            <pc:sldMk cId="3997071868" sldId="2506"/>
            <ac:spMk id="3" creationId="{4A1C0383-58FE-E486-295E-B33B8683B938}"/>
          </ac:spMkLst>
        </pc:spChg>
        <pc:spChg chg="mod">
          <ac:chgData name="Owais Ahmed" userId="6abc7d4556b3b071" providerId="LiveId" clId="{F7D2E12A-CC47-45F8-B963-B58408823847}" dt="2023-03-18T15:27:51.694" v="4361" actId="5793"/>
          <ac:spMkLst>
            <pc:docMk/>
            <pc:sldMk cId="3997071868" sldId="2506"/>
            <ac:spMk id="215" creationId="{00000000-0000-0000-0000-000000000000}"/>
          </ac:spMkLst>
        </pc:spChg>
      </pc:sldChg>
      <pc:sldChg chg="add del">
        <pc:chgData name="Owais Ahmed" userId="6abc7d4556b3b071" providerId="LiveId" clId="{F7D2E12A-CC47-45F8-B963-B58408823847}" dt="2023-03-18T15:36:19.546" v="4623" actId="47"/>
        <pc:sldMkLst>
          <pc:docMk/>
          <pc:sldMk cId="3595565126" sldId="2507"/>
        </pc:sldMkLst>
      </pc:sldChg>
    </pc:docChg>
  </pc:docChgLst>
  <pc:docChgLst>
    <pc:chgData name="Owais Ahmed" userId="6abc7d4556b3b071" providerId="LiveId" clId="{34695503-CF25-4871-9EA9-61F2B2450D0B}"/>
    <pc:docChg chg="addSld modSld">
      <pc:chgData name="Owais Ahmed" userId="6abc7d4556b3b071" providerId="LiveId" clId="{34695503-CF25-4871-9EA9-61F2B2450D0B}" dt="2023-03-15T07:12:17.527" v="32" actId="20577"/>
      <pc:docMkLst>
        <pc:docMk/>
      </pc:docMkLst>
      <pc:sldChg chg="modSp mod">
        <pc:chgData name="Owais Ahmed" userId="6abc7d4556b3b071" providerId="LiveId" clId="{34695503-CF25-4871-9EA9-61F2B2450D0B}" dt="2023-03-15T07:11:38.843" v="2" actId="20577"/>
        <pc:sldMkLst>
          <pc:docMk/>
          <pc:sldMk cId="1020505974" sldId="2503"/>
        </pc:sldMkLst>
        <pc:spChg chg="mod">
          <ac:chgData name="Owais Ahmed" userId="6abc7d4556b3b071" providerId="LiveId" clId="{34695503-CF25-4871-9EA9-61F2B2450D0B}" dt="2023-03-15T07:11:38.843" v="2" actId="20577"/>
          <ac:spMkLst>
            <pc:docMk/>
            <pc:sldMk cId="1020505974" sldId="2503"/>
            <ac:spMk id="215" creationId="{00000000-0000-0000-0000-000000000000}"/>
          </ac:spMkLst>
        </pc:spChg>
      </pc:sldChg>
      <pc:sldChg chg="modSp mod modNotesTx">
        <pc:chgData name="Owais Ahmed" userId="6abc7d4556b3b071" providerId="LiveId" clId="{34695503-CF25-4871-9EA9-61F2B2450D0B}" dt="2023-03-15T07:12:17.527" v="32" actId="20577"/>
        <pc:sldMkLst>
          <pc:docMk/>
          <pc:sldMk cId="3110229929" sldId="2505"/>
        </pc:sldMkLst>
        <pc:spChg chg="mod">
          <ac:chgData name="Owais Ahmed" userId="6abc7d4556b3b071" providerId="LiveId" clId="{34695503-CF25-4871-9EA9-61F2B2450D0B}" dt="2023-03-15T07:12:17.527" v="32" actId="20577"/>
          <ac:spMkLst>
            <pc:docMk/>
            <pc:sldMk cId="3110229929" sldId="2505"/>
            <ac:spMk id="5" creationId="{C7480DFC-04C3-BB80-21C9-D940F6237932}"/>
          </ac:spMkLst>
        </pc:spChg>
      </pc:sldChg>
      <pc:sldChg chg="add">
        <pc:chgData name="Owais Ahmed" userId="6abc7d4556b3b071" providerId="LiveId" clId="{34695503-CF25-4871-9EA9-61F2B2450D0B}" dt="2023-03-15T07:10:38.975" v="0" actId="2890"/>
        <pc:sldMkLst>
          <pc:docMk/>
          <pc:sldMk cId="3081681808" sldId="2512"/>
        </pc:sldMkLst>
      </pc:sldChg>
    </pc:docChg>
  </pc:docChgLst>
  <pc:docChgLst>
    <pc:chgData name="Owais Ahmed" userId="6abc7d4556b3b071" providerId="LiveId" clId="{6234E53E-BBBE-4BA7-991E-434376AE7195}"/>
    <pc:docChg chg="undo redo custSel addSld delSld modSld sldOrd">
      <pc:chgData name="Owais Ahmed" userId="6abc7d4556b3b071" providerId="LiveId" clId="{6234E53E-BBBE-4BA7-991E-434376AE7195}" dt="2023-03-18T19:01:45.060" v="2213" actId="20577"/>
      <pc:docMkLst>
        <pc:docMk/>
      </pc:docMkLst>
      <pc:sldChg chg="modSp mod">
        <pc:chgData name="Owais Ahmed" userId="6abc7d4556b3b071" providerId="LiveId" clId="{6234E53E-BBBE-4BA7-991E-434376AE7195}" dt="2023-03-18T18:33:40.037" v="1866" actId="20577"/>
        <pc:sldMkLst>
          <pc:docMk/>
          <pc:sldMk cId="1649098948" sldId="2462"/>
        </pc:sldMkLst>
        <pc:spChg chg="mod">
          <ac:chgData name="Owais Ahmed" userId="6abc7d4556b3b071" providerId="LiveId" clId="{6234E53E-BBBE-4BA7-991E-434376AE7195}" dt="2023-03-18T18:33:40.037" v="1866" actId="20577"/>
          <ac:spMkLst>
            <pc:docMk/>
            <pc:sldMk cId="1649098948" sldId="2462"/>
            <ac:spMk id="6" creationId="{F3C89A40-EEAA-43AB-9A3A-B2CFDE450F1B}"/>
          </ac:spMkLst>
        </pc:spChg>
      </pc:sldChg>
      <pc:sldChg chg="del">
        <pc:chgData name="Owais Ahmed" userId="6abc7d4556b3b071" providerId="LiveId" clId="{6234E53E-BBBE-4BA7-991E-434376AE7195}" dt="2023-03-18T15:46:28.918" v="72" actId="47"/>
        <pc:sldMkLst>
          <pc:docMk/>
          <pc:sldMk cId="2392008630" sldId="2486"/>
        </pc:sldMkLst>
      </pc:sldChg>
      <pc:sldChg chg="del">
        <pc:chgData name="Owais Ahmed" userId="6abc7d4556b3b071" providerId="LiveId" clId="{6234E53E-BBBE-4BA7-991E-434376AE7195}" dt="2023-03-18T15:46:28.247" v="71" actId="47"/>
        <pc:sldMkLst>
          <pc:docMk/>
          <pc:sldMk cId="1924801277" sldId="2487"/>
        </pc:sldMkLst>
      </pc:sldChg>
      <pc:sldChg chg="del">
        <pc:chgData name="Owais Ahmed" userId="6abc7d4556b3b071" providerId="LiveId" clId="{6234E53E-BBBE-4BA7-991E-434376AE7195}" dt="2023-03-18T15:46:31.026" v="73" actId="47"/>
        <pc:sldMkLst>
          <pc:docMk/>
          <pc:sldMk cId="2438268924" sldId="2488"/>
        </pc:sldMkLst>
      </pc:sldChg>
      <pc:sldChg chg="del">
        <pc:chgData name="Owais Ahmed" userId="6abc7d4556b3b071" providerId="LiveId" clId="{6234E53E-BBBE-4BA7-991E-434376AE7195}" dt="2023-03-18T15:46:31.848" v="74" actId="47"/>
        <pc:sldMkLst>
          <pc:docMk/>
          <pc:sldMk cId="2535675126" sldId="2489"/>
        </pc:sldMkLst>
      </pc:sldChg>
      <pc:sldChg chg="del">
        <pc:chgData name="Owais Ahmed" userId="6abc7d4556b3b071" providerId="LiveId" clId="{6234E53E-BBBE-4BA7-991E-434376AE7195}" dt="2023-03-18T15:46:33.217" v="75" actId="47"/>
        <pc:sldMkLst>
          <pc:docMk/>
          <pc:sldMk cId="1482311959" sldId="2490"/>
        </pc:sldMkLst>
      </pc:sldChg>
      <pc:sldChg chg="del">
        <pc:chgData name="Owais Ahmed" userId="6abc7d4556b3b071" providerId="LiveId" clId="{6234E53E-BBBE-4BA7-991E-434376AE7195}" dt="2023-03-18T15:46:33.647" v="76" actId="47"/>
        <pc:sldMkLst>
          <pc:docMk/>
          <pc:sldMk cId="2034277488" sldId="2491"/>
        </pc:sldMkLst>
      </pc:sldChg>
      <pc:sldChg chg="del">
        <pc:chgData name="Owais Ahmed" userId="6abc7d4556b3b071" providerId="LiveId" clId="{6234E53E-BBBE-4BA7-991E-434376AE7195}" dt="2023-03-18T15:46:36.782" v="78" actId="47"/>
        <pc:sldMkLst>
          <pc:docMk/>
          <pc:sldMk cId="1475048650" sldId="2492"/>
        </pc:sldMkLst>
      </pc:sldChg>
      <pc:sldChg chg="del">
        <pc:chgData name="Owais Ahmed" userId="6abc7d4556b3b071" providerId="LiveId" clId="{6234E53E-BBBE-4BA7-991E-434376AE7195}" dt="2023-03-18T15:46:35.387" v="77" actId="47"/>
        <pc:sldMkLst>
          <pc:docMk/>
          <pc:sldMk cId="2816993553" sldId="2493"/>
        </pc:sldMkLst>
      </pc:sldChg>
      <pc:sldChg chg="modSp del modAnim">
        <pc:chgData name="Owais Ahmed" userId="6abc7d4556b3b071" providerId="LiveId" clId="{6234E53E-BBBE-4BA7-991E-434376AE7195}" dt="2023-03-18T15:46:42.424" v="80" actId="47"/>
        <pc:sldMkLst>
          <pc:docMk/>
          <pc:sldMk cId="3909228132" sldId="2494"/>
        </pc:sldMkLst>
        <pc:spChg chg="mod">
          <ac:chgData name="Owais Ahmed" userId="6abc7d4556b3b071" providerId="LiveId" clId="{6234E53E-BBBE-4BA7-991E-434376AE7195}" dt="2023-03-18T15:46:39.987" v="79" actId="6549"/>
          <ac:spMkLst>
            <pc:docMk/>
            <pc:sldMk cId="3909228132" sldId="2494"/>
            <ac:spMk id="3" creationId="{4A1C0383-58FE-E486-295E-B33B8683B938}"/>
          </ac:spMkLst>
        </pc:spChg>
      </pc:sldChg>
      <pc:sldChg chg="modSp del mod">
        <pc:chgData name="Owais Ahmed" userId="6abc7d4556b3b071" providerId="LiveId" clId="{6234E53E-BBBE-4BA7-991E-434376AE7195}" dt="2023-03-18T15:46:51.351" v="86" actId="47"/>
        <pc:sldMkLst>
          <pc:docMk/>
          <pc:sldMk cId="2416465802" sldId="2495"/>
        </pc:sldMkLst>
        <pc:spChg chg="mod">
          <ac:chgData name="Owais Ahmed" userId="6abc7d4556b3b071" providerId="LiveId" clId="{6234E53E-BBBE-4BA7-991E-434376AE7195}" dt="2023-03-18T15:46:45.737" v="81" actId="6549"/>
          <ac:spMkLst>
            <pc:docMk/>
            <pc:sldMk cId="2416465802" sldId="2495"/>
            <ac:spMk id="3" creationId="{4A1C0383-58FE-E486-295E-B33B8683B938}"/>
          </ac:spMkLst>
        </pc:spChg>
      </pc:sldChg>
      <pc:sldChg chg="del">
        <pc:chgData name="Owais Ahmed" userId="6abc7d4556b3b071" providerId="LiveId" clId="{6234E53E-BBBE-4BA7-991E-434376AE7195}" dt="2023-03-18T15:46:47.637" v="82" actId="47"/>
        <pc:sldMkLst>
          <pc:docMk/>
          <pc:sldMk cId="2362747596" sldId="2496"/>
        </pc:sldMkLst>
      </pc:sldChg>
      <pc:sldChg chg="del">
        <pc:chgData name="Owais Ahmed" userId="6abc7d4556b3b071" providerId="LiveId" clId="{6234E53E-BBBE-4BA7-991E-434376AE7195}" dt="2023-03-18T15:46:48.208" v="83" actId="47"/>
        <pc:sldMkLst>
          <pc:docMk/>
          <pc:sldMk cId="3096876490" sldId="2497"/>
        </pc:sldMkLst>
      </pc:sldChg>
      <pc:sldChg chg="modSp mod modNotesTx">
        <pc:chgData name="Owais Ahmed" userId="6abc7d4556b3b071" providerId="LiveId" clId="{6234E53E-BBBE-4BA7-991E-434376AE7195}" dt="2023-03-18T15:52:40.113" v="681" actId="20577"/>
        <pc:sldMkLst>
          <pc:docMk/>
          <pc:sldMk cId="1401833206" sldId="2498"/>
        </pc:sldMkLst>
        <pc:spChg chg="mod">
          <ac:chgData name="Owais Ahmed" userId="6abc7d4556b3b071" providerId="LiveId" clId="{6234E53E-BBBE-4BA7-991E-434376AE7195}" dt="2023-03-18T15:52:40.113" v="681" actId="20577"/>
          <ac:spMkLst>
            <pc:docMk/>
            <pc:sldMk cId="1401833206" sldId="2498"/>
            <ac:spMk id="3" creationId="{4A1C0383-58FE-E486-295E-B33B8683B938}"/>
          </ac:spMkLst>
        </pc:spChg>
        <pc:spChg chg="mod">
          <ac:chgData name="Owais Ahmed" userId="6abc7d4556b3b071" providerId="LiveId" clId="{6234E53E-BBBE-4BA7-991E-434376AE7195}" dt="2023-03-18T15:47:17.739" v="126" actId="20577"/>
          <ac:spMkLst>
            <pc:docMk/>
            <pc:sldMk cId="1401833206" sldId="2498"/>
            <ac:spMk id="215" creationId="{00000000-0000-0000-0000-000000000000}"/>
          </ac:spMkLst>
        </pc:spChg>
      </pc:sldChg>
      <pc:sldChg chg="modSp add mod">
        <pc:chgData name="Owais Ahmed" userId="6abc7d4556b3b071" providerId="LiveId" clId="{6234E53E-BBBE-4BA7-991E-434376AE7195}" dt="2023-03-18T17:58:41.057" v="1132" actId="20577"/>
        <pc:sldMkLst>
          <pc:docMk/>
          <pc:sldMk cId="582216619" sldId="2499"/>
        </pc:sldMkLst>
        <pc:spChg chg="mod">
          <ac:chgData name="Owais Ahmed" userId="6abc7d4556b3b071" providerId="LiveId" clId="{6234E53E-BBBE-4BA7-991E-434376AE7195}" dt="2023-03-18T16:05:29.908" v="1107" actId="20577"/>
          <ac:spMkLst>
            <pc:docMk/>
            <pc:sldMk cId="582216619" sldId="2499"/>
            <ac:spMk id="3" creationId="{4A1C0383-58FE-E486-295E-B33B8683B938}"/>
          </ac:spMkLst>
        </pc:spChg>
        <pc:spChg chg="mod">
          <ac:chgData name="Owais Ahmed" userId="6abc7d4556b3b071" providerId="LiveId" clId="{6234E53E-BBBE-4BA7-991E-434376AE7195}" dt="2023-03-18T17:58:41.057" v="1132" actId="20577"/>
          <ac:spMkLst>
            <pc:docMk/>
            <pc:sldMk cId="582216619" sldId="2499"/>
            <ac:spMk id="215" creationId="{00000000-0000-0000-0000-000000000000}"/>
          </ac:spMkLst>
        </pc:spChg>
      </pc:sldChg>
      <pc:sldChg chg="del">
        <pc:chgData name="Owais Ahmed" userId="6abc7d4556b3b071" providerId="LiveId" clId="{6234E53E-BBBE-4BA7-991E-434376AE7195}" dt="2023-03-18T15:46:54.120" v="88" actId="47"/>
        <pc:sldMkLst>
          <pc:docMk/>
          <pc:sldMk cId="2488591089" sldId="2499"/>
        </pc:sldMkLst>
      </pc:sldChg>
      <pc:sldChg chg="modSp add mod">
        <pc:chgData name="Owais Ahmed" userId="6abc7d4556b3b071" providerId="LiveId" clId="{6234E53E-BBBE-4BA7-991E-434376AE7195}" dt="2023-03-18T19:01:45.060" v="2213" actId="20577"/>
        <pc:sldMkLst>
          <pc:docMk/>
          <pc:sldMk cId="1074617271" sldId="2500"/>
        </pc:sldMkLst>
        <pc:spChg chg="mod">
          <ac:chgData name="Owais Ahmed" userId="6abc7d4556b3b071" providerId="LiveId" clId="{6234E53E-BBBE-4BA7-991E-434376AE7195}" dt="2023-03-18T19:01:45.060" v="2213" actId="20577"/>
          <ac:spMkLst>
            <pc:docMk/>
            <pc:sldMk cId="1074617271" sldId="2500"/>
            <ac:spMk id="3" creationId="{4A1C0383-58FE-E486-295E-B33B8683B938}"/>
          </ac:spMkLst>
        </pc:spChg>
        <pc:spChg chg="mod">
          <ac:chgData name="Owais Ahmed" userId="6abc7d4556b3b071" providerId="LiveId" clId="{6234E53E-BBBE-4BA7-991E-434376AE7195}" dt="2023-03-18T17:58:52.080" v="1153" actId="20577"/>
          <ac:spMkLst>
            <pc:docMk/>
            <pc:sldMk cId="1074617271" sldId="2500"/>
            <ac:spMk id="215" creationId="{00000000-0000-0000-0000-000000000000}"/>
          </ac:spMkLst>
        </pc:spChg>
      </pc:sldChg>
      <pc:sldChg chg="add del ord">
        <pc:chgData name="Owais Ahmed" userId="6abc7d4556b3b071" providerId="LiveId" clId="{6234E53E-BBBE-4BA7-991E-434376AE7195}" dt="2023-03-18T16:05:46.049" v="1111" actId="47"/>
        <pc:sldMkLst>
          <pc:docMk/>
          <pc:sldMk cId="1466414012" sldId="2500"/>
        </pc:sldMkLst>
      </pc:sldChg>
      <pc:sldChg chg="del">
        <pc:chgData name="Owais Ahmed" userId="6abc7d4556b3b071" providerId="LiveId" clId="{6234E53E-BBBE-4BA7-991E-434376AE7195}" dt="2023-03-18T15:46:54.546" v="89" actId="47"/>
        <pc:sldMkLst>
          <pc:docMk/>
          <pc:sldMk cId="1696626642" sldId="2500"/>
        </pc:sldMkLst>
      </pc:sldChg>
      <pc:sldChg chg="del">
        <pc:chgData name="Owais Ahmed" userId="6abc7d4556b3b071" providerId="LiveId" clId="{6234E53E-BBBE-4BA7-991E-434376AE7195}" dt="2023-03-18T15:46:54.857" v="90" actId="47"/>
        <pc:sldMkLst>
          <pc:docMk/>
          <pc:sldMk cId="3652868979" sldId="2501"/>
        </pc:sldMkLst>
      </pc:sldChg>
      <pc:sldChg chg="del">
        <pc:chgData name="Owais Ahmed" userId="6abc7d4556b3b071" providerId="LiveId" clId="{6234E53E-BBBE-4BA7-991E-434376AE7195}" dt="2023-03-18T15:46:55.233" v="91" actId="47"/>
        <pc:sldMkLst>
          <pc:docMk/>
          <pc:sldMk cId="4262776764" sldId="2502"/>
        </pc:sldMkLst>
      </pc:sldChg>
      <pc:sldChg chg="del">
        <pc:chgData name="Owais Ahmed" userId="6abc7d4556b3b071" providerId="LiveId" clId="{6234E53E-BBBE-4BA7-991E-434376AE7195}" dt="2023-03-18T15:46:55.691" v="92" actId="47"/>
        <pc:sldMkLst>
          <pc:docMk/>
          <pc:sldMk cId="3975834223" sldId="2503"/>
        </pc:sldMkLst>
      </pc:sldChg>
      <pc:sldChg chg="del">
        <pc:chgData name="Owais Ahmed" userId="6abc7d4556b3b071" providerId="LiveId" clId="{6234E53E-BBBE-4BA7-991E-434376AE7195}" dt="2023-03-18T15:46:56.259" v="93" actId="47"/>
        <pc:sldMkLst>
          <pc:docMk/>
          <pc:sldMk cId="3687126207" sldId="2504"/>
        </pc:sldMkLst>
      </pc:sldChg>
      <pc:sldChg chg="del">
        <pc:chgData name="Owais Ahmed" userId="6abc7d4556b3b071" providerId="LiveId" clId="{6234E53E-BBBE-4BA7-991E-434376AE7195}" dt="2023-03-18T15:46:58.435" v="94" actId="47"/>
        <pc:sldMkLst>
          <pc:docMk/>
          <pc:sldMk cId="357785969" sldId="2505"/>
        </pc:sldMkLst>
      </pc:sldChg>
      <pc:sldChg chg="del">
        <pc:chgData name="Owais Ahmed" userId="6abc7d4556b3b071" providerId="LiveId" clId="{6234E53E-BBBE-4BA7-991E-434376AE7195}" dt="2023-03-18T15:47:00.245" v="95" actId="47"/>
        <pc:sldMkLst>
          <pc:docMk/>
          <pc:sldMk cId="3997071868" sldId="2506"/>
        </pc:sldMkLst>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57AE1D6D-A5CE-4F6A-9493-265C0424249A}"/>
    <pc:docChg chg="undo custSel addSld delSld modSld sldOrd">
      <pc:chgData name="Owais Ahmed" userId="6abc7d4556b3b071" providerId="LiveId" clId="{57AE1D6D-A5CE-4F6A-9493-265C0424249A}" dt="2023-03-06T10:20:29.035" v="8275" actId="20577"/>
      <pc:docMkLst>
        <pc:docMk/>
      </pc:docMkLst>
      <pc:sldChg chg="del">
        <pc:chgData name="Owais Ahmed" userId="6abc7d4556b3b071" providerId="LiveId" clId="{57AE1D6D-A5CE-4F6A-9493-265C0424249A}" dt="2023-03-06T05:11:24.272" v="23" actId="47"/>
        <pc:sldMkLst>
          <pc:docMk/>
          <pc:sldMk cId="4226644250" sldId="256"/>
        </pc:sldMkLst>
      </pc:sldChg>
      <pc:sldChg chg="modSp mod">
        <pc:chgData name="Owais Ahmed" userId="6abc7d4556b3b071" providerId="LiveId" clId="{57AE1D6D-A5CE-4F6A-9493-265C0424249A}" dt="2023-03-06T10:09:34.467" v="7171" actId="14100"/>
        <pc:sldMkLst>
          <pc:docMk/>
          <pc:sldMk cId="1649098948" sldId="2462"/>
        </pc:sldMkLst>
        <pc:spChg chg="mod">
          <ac:chgData name="Owais Ahmed" userId="6abc7d4556b3b071" providerId="LiveId" clId="{57AE1D6D-A5CE-4F6A-9493-265C0424249A}" dt="2023-03-06T10:09:34.467" v="7171" actId="14100"/>
          <ac:spMkLst>
            <pc:docMk/>
            <pc:sldMk cId="1649098948" sldId="2462"/>
            <ac:spMk id="6" creationId="{F3C89A40-EEAA-43AB-9A3A-B2CFDE450F1B}"/>
          </ac:spMkLst>
        </pc:spChg>
      </pc:sldChg>
      <pc:sldChg chg="del">
        <pc:chgData name="Owais Ahmed" userId="6abc7d4556b3b071" providerId="LiveId" clId="{57AE1D6D-A5CE-4F6A-9493-265C0424249A}" dt="2023-03-06T05:11:24.562" v="24" actId="47"/>
        <pc:sldMkLst>
          <pc:docMk/>
          <pc:sldMk cId="3603977170" sldId="2463"/>
        </pc:sldMkLst>
      </pc:sldChg>
      <pc:sldChg chg="del">
        <pc:chgData name="Owais Ahmed" userId="6abc7d4556b3b071" providerId="LiveId" clId="{57AE1D6D-A5CE-4F6A-9493-265C0424249A}" dt="2023-03-06T05:11:28.254" v="26" actId="47"/>
        <pc:sldMkLst>
          <pc:docMk/>
          <pc:sldMk cId="2797597492" sldId="2465"/>
        </pc:sldMkLst>
      </pc:sldChg>
      <pc:sldChg chg="del">
        <pc:chgData name="Owais Ahmed" userId="6abc7d4556b3b071" providerId="LiveId" clId="{57AE1D6D-A5CE-4F6A-9493-265C0424249A}" dt="2023-03-06T05:11:30.359" v="27" actId="47"/>
        <pc:sldMkLst>
          <pc:docMk/>
          <pc:sldMk cId="1288171314" sldId="2466"/>
        </pc:sldMkLst>
      </pc:sldChg>
      <pc:sldChg chg="modSp mod modAnim">
        <pc:chgData name="Owais Ahmed" userId="6abc7d4556b3b071" providerId="LiveId" clId="{57AE1D6D-A5CE-4F6A-9493-265C0424249A}" dt="2023-03-06T05:19:20.537" v="161" actId="404"/>
        <pc:sldMkLst>
          <pc:docMk/>
          <pc:sldMk cId="2835548672" sldId="2467"/>
        </pc:sldMkLst>
        <pc:spChg chg="mod">
          <ac:chgData name="Owais Ahmed" userId="6abc7d4556b3b071" providerId="LiveId" clId="{57AE1D6D-A5CE-4F6A-9493-265C0424249A}" dt="2023-03-06T05:19:20.537" v="161" actId="404"/>
          <ac:spMkLst>
            <pc:docMk/>
            <pc:sldMk cId="2835548672" sldId="2467"/>
            <ac:spMk id="5" creationId="{D6B5DCB6-4358-037D-2AAC-2F1B1119C128}"/>
          </ac:spMkLst>
        </pc:spChg>
        <pc:spChg chg="mod">
          <ac:chgData name="Owais Ahmed" userId="6abc7d4556b3b071" providerId="LiveId" clId="{57AE1D6D-A5CE-4F6A-9493-265C0424249A}" dt="2023-03-06T05:15:03.624" v="62" actId="20577"/>
          <ac:spMkLst>
            <pc:docMk/>
            <pc:sldMk cId="2835548672" sldId="2467"/>
            <ac:spMk id="9" creationId="{27EE95FA-7E6C-9450-66FD-4F118356AE19}"/>
          </ac:spMkLst>
        </pc:spChg>
      </pc:sldChg>
      <pc:sldChg chg="addSp delSp modSp mod ord addAnim delAnim modAnim">
        <pc:chgData name="Owais Ahmed" userId="6abc7d4556b3b071" providerId="LiveId" clId="{57AE1D6D-A5CE-4F6A-9493-265C0424249A}" dt="2023-03-06T06:05:48.465" v="2208" actId="20577"/>
        <pc:sldMkLst>
          <pc:docMk/>
          <pc:sldMk cId="2564172473" sldId="2468"/>
        </pc:sldMkLst>
        <pc:spChg chg="add del mod">
          <ac:chgData name="Owais Ahmed" userId="6abc7d4556b3b071" providerId="LiveId" clId="{57AE1D6D-A5CE-4F6A-9493-265C0424249A}" dt="2023-03-06T05:49:20.706" v="1553" actId="478"/>
          <ac:spMkLst>
            <pc:docMk/>
            <pc:sldMk cId="2564172473" sldId="2468"/>
            <ac:spMk id="2" creationId="{5BD75907-4EF7-3426-B22D-F53125E3D807}"/>
          </ac:spMkLst>
        </pc:spChg>
        <pc:spChg chg="mod">
          <ac:chgData name="Owais Ahmed" userId="6abc7d4556b3b071" providerId="LiveId" clId="{57AE1D6D-A5CE-4F6A-9493-265C0424249A}" dt="2023-03-06T05:52:36.035" v="1736" actId="20577"/>
          <ac:spMkLst>
            <pc:docMk/>
            <pc:sldMk cId="2564172473" sldId="2468"/>
            <ac:spMk id="5" creationId="{D6B5DCB6-4358-037D-2AAC-2F1B1119C128}"/>
          </ac:spMkLst>
        </pc:spChg>
        <pc:spChg chg="mod">
          <ac:chgData name="Owais Ahmed" userId="6abc7d4556b3b071" providerId="LiveId" clId="{57AE1D6D-A5CE-4F6A-9493-265C0424249A}" dt="2023-03-06T05:49:00.023" v="1547" actId="20577"/>
          <ac:spMkLst>
            <pc:docMk/>
            <pc:sldMk cId="2564172473" sldId="2468"/>
            <ac:spMk id="9" creationId="{27EE95FA-7E6C-9450-66FD-4F118356AE19}"/>
          </ac:spMkLst>
        </pc:spChg>
        <pc:graphicFrameChg chg="add mod modGraphic">
          <ac:chgData name="Owais Ahmed" userId="6abc7d4556b3b071" providerId="LiveId" clId="{57AE1D6D-A5CE-4F6A-9493-265C0424249A}" dt="2023-03-06T06:05:48.465" v="2208" actId="20577"/>
          <ac:graphicFrameMkLst>
            <pc:docMk/>
            <pc:sldMk cId="2564172473" sldId="2468"/>
            <ac:graphicFrameMk id="3" creationId="{9AEEB574-55E6-EBD0-248C-E37F602D2887}"/>
          </ac:graphicFrameMkLst>
        </pc:graphicFrameChg>
        <pc:picChg chg="del">
          <ac:chgData name="Owais Ahmed" userId="6abc7d4556b3b071" providerId="LiveId" clId="{57AE1D6D-A5CE-4F6A-9493-265C0424249A}" dt="2023-03-06T05:14:20.863" v="48" actId="478"/>
          <ac:picMkLst>
            <pc:docMk/>
            <pc:sldMk cId="2564172473" sldId="2468"/>
            <ac:picMk id="1026" creationId="{B52B6349-72B8-80CF-DA1C-C5486174747D}"/>
          </ac:picMkLst>
        </pc:picChg>
        <pc:picChg chg="del">
          <ac:chgData name="Owais Ahmed" userId="6abc7d4556b3b071" providerId="LiveId" clId="{57AE1D6D-A5CE-4F6A-9493-265C0424249A}" dt="2023-03-06T05:14:20.460" v="47" actId="478"/>
          <ac:picMkLst>
            <pc:docMk/>
            <pc:sldMk cId="2564172473" sldId="2468"/>
            <ac:picMk id="1030" creationId="{937909F9-9B17-7819-16D9-0A5467D24F10}"/>
          </ac:picMkLst>
        </pc:picChg>
        <pc:picChg chg="del">
          <ac:chgData name="Owais Ahmed" userId="6abc7d4556b3b071" providerId="LiveId" clId="{57AE1D6D-A5CE-4F6A-9493-265C0424249A}" dt="2023-03-06T05:14:20.010" v="46" actId="478"/>
          <ac:picMkLst>
            <pc:docMk/>
            <pc:sldMk cId="2564172473" sldId="2468"/>
            <ac:picMk id="1032" creationId="{7CBE8AC6-1EBF-7FB2-D6EB-F9BB600F73C3}"/>
          </ac:picMkLst>
        </pc:picChg>
        <pc:picChg chg="del">
          <ac:chgData name="Owais Ahmed" userId="6abc7d4556b3b071" providerId="LiveId" clId="{57AE1D6D-A5CE-4F6A-9493-265C0424249A}" dt="2023-03-06T05:14:19.618" v="45" actId="478"/>
          <ac:picMkLst>
            <pc:docMk/>
            <pc:sldMk cId="2564172473" sldId="2468"/>
            <ac:picMk id="1034" creationId="{C1426860-0002-4F9C-A184-C2CEC2C2EE80}"/>
          </ac:picMkLst>
        </pc:picChg>
        <pc:picChg chg="del">
          <ac:chgData name="Owais Ahmed" userId="6abc7d4556b3b071" providerId="LiveId" clId="{57AE1D6D-A5CE-4F6A-9493-265C0424249A}" dt="2023-03-06T05:14:19.238" v="44" actId="478"/>
          <ac:picMkLst>
            <pc:docMk/>
            <pc:sldMk cId="2564172473" sldId="2468"/>
            <ac:picMk id="1036" creationId="{75D01A3D-4670-7C8F-147C-FB516418D76A}"/>
          </ac:picMkLst>
        </pc:picChg>
        <pc:picChg chg="del">
          <ac:chgData name="Owais Ahmed" userId="6abc7d4556b3b071" providerId="LiveId" clId="{57AE1D6D-A5CE-4F6A-9493-265C0424249A}" dt="2023-03-06T05:14:18.483" v="43" actId="478"/>
          <ac:picMkLst>
            <pc:docMk/>
            <pc:sldMk cId="2564172473" sldId="2468"/>
            <ac:picMk id="1038" creationId="{C88242AB-2EAA-BA69-5988-EDB7E50964EB}"/>
          </ac:picMkLst>
        </pc:picChg>
        <pc:picChg chg="del">
          <ac:chgData name="Owais Ahmed" userId="6abc7d4556b3b071" providerId="LiveId" clId="{57AE1D6D-A5CE-4F6A-9493-265C0424249A}" dt="2023-03-06T05:14:18.073" v="42" actId="478"/>
          <ac:picMkLst>
            <pc:docMk/>
            <pc:sldMk cId="2564172473" sldId="2468"/>
            <ac:picMk id="1040" creationId="{5A8D6D8F-C097-A63B-FC87-5AAA61887AD8}"/>
          </ac:picMkLst>
        </pc:picChg>
        <pc:picChg chg="del">
          <ac:chgData name="Owais Ahmed" userId="6abc7d4556b3b071" providerId="LiveId" clId="{57AE1D6D-A5CE-4F6A-9493-265C0424249A}" dt="2023-03-06T05:14:17.668" v="41" actId="478"/>
          <ac:picMkLst>
            <pc:docMk/>
            <pc:sldMk cId="2564172473" sldId="2468"/>
            <ac:picMk id="1042" creationId="{46AA148E-1148-E8E6-4A54-C7C189AFCED4}"/>
          </ac:picMkLst>
        </pc:picChg>
        <pc:picChg chg="del">
          <ac:chgData name="Owais Ahmed" userId="6abc7d4556b3b071" providerId="LiveId" clId="{57AE1D6D-A5CE-4F6A-9493-265C0424249A}" dt="2023-03-06T05:14:17.236" v="40" actId="478"/>
          <ac:picMkLst>
            <pc:docMk/>
            <pc:sldMk cId="2564172473" sldId="2468"/>
            <ac:picMk id="1044" creationId="{1095811A-A7C8-B8F6-7CF5-11472B45F658}"/>
          </ac:picMkLst>
        </pc:picChg>
        <pc:picChg chg="del">
          <ac:chgData name="Owais Ahmed" userId="6abc7d4556b3b071" providerId="LiveId" clId="{57AE1D6D-A5CE-4F6A-9493-265C0424249A}" dt="2023-03-06T05:14:16.789" v="39" actId="478"/>
          <ac:picMkLst>
            <pc:docMk/>
            <pc:sldMk cId="2564172473" sldId="2468"/>
            <ac:picMk id="1046" creationId="{4D5EC02C-232A-E9E5-EC01-B58D1804CA7D}"/>
          </ac:picMkLst>
        </pc:picChg>
        <pc:picChg chg="del">
          <ac:chgData name="Owais Ahmed" userId="6abc7d4556b3b071" providerId="LiveId" clId="{57AE1D6D-A5CE-4F6A-9493-265C0424249A}" dt="2023-03-06T05:14:15.207" v="35" actId="478"/>
          <ac:picMkLst>
            <pc:docMk/>
            <pc:sldMk cId="2564172473" sldId="2468"/>
            <ac:picMk id="1048" creationId="{D468CF6D-A89A-19B5-3AE9-B6948626587B}"/>
          </ac:picMkLst>
        </pc:picChg>
        <pc:picChg chg="del">
          <ac:chgData name="Owais Ahmed" userId="6abc7d4556b3b071" providerId="LiveId" clId="{57AE1D6D-A5CE-4F6A-9493-265C0424249A}" dt="2023-03-06T05:14:15.590" v="36" actId="478"/>
          <ac:picMkLst>
            <pc:docMk/>
            <pc:sldMk cId="2564172473" sldId="2468"/>
            <ac:picMk id="1050" creationId="{35738118-63CC-CB61-5B20-3C94196E8DF1}"/>
          </ac:picMkLst>
        </pc:picChg>
        <pc:picChg chg="del">
          <ac:chgData name="Owais Ahmed" userId="6abc7d4556b3b071" providerId="LiveId" clId="{57AE1D6D-A5CE-4F6A-9493-265C0424249A}" dt="2023-03-06T05:14:15.961" v="37" actId="478"/>
          <ac:picMkLst>
            <pc:docMk/>
            <pc:sldMk cId="2564172473" sldId="2468"/>
            <ac:picMk id="1052" creationId="{BF7E1FFF-0CFA-27D4-9300-9C801C052FAA}"/>
          </ac:picMkLst>
        </pc:picChg>
        <pc:picChg chg="del">
          <ac:chgData name="Owais Ahmed" userId="6abc7d4556b3b071" providerId="LiveId" clId="{57AE1D6D-A5CE-4F6A-9493-265C0424249A}" dt="2023-03-06T05:14:16.379" v="38" actId="478"/>
          <ac:picMkLst>
            <pc:docMk/>
            <pc:sldMk cId="2564172473" sldId="2468"/>
            <ac:picMk id="1054" creationId="{7FCC54F9-0056-984F-40DE-18E6FCB11BEC}"/>
          </ac:picMkLst>
        </pc:picChg>
        <pc:picChg chg="del">
          <ac:chgData name="Owais Ahmed" userId="6abc7d4556b3b071" providerId="LiveId" clId="{57AE1D6D-A5CE-4F6A-9493-265C0424249A}" dt="2023-03-06T05:14:14.757" v="34" actId="478"/>
          <ac:picMkLst>
            <pc:docMk/>
            <pc:sldMk cId="2564172473" sldId="2468"/>
            <ac:picMk id="1056" creationId="{ED1C7EDF-74CC-FC33-285C-59A51EC93A90}"/>
          </ac:picMkLst>
        </pc:picChg>
        <pc:picChg chg="del">
          <ac:chgData name="Owais Ahmed" userId="6abc7d4556b3b071" providerId="LiveId" clId="{57AE1D6D-A5CE-4F6A-9493-265C0424249A}" dt="2023-03-06T05:14:14.326" v="33" actId="478"/>
          <ac:picMkLst>
            <pc:docMk/>
            <pc:sldMk cId="2564172473" sldId="2468"/>
            <ac:picMk id="1060" creationId="{1CCE3F63-D372-42A0-B788-182E353BE074}"/>
          </ac:picMkLst>
        </pc:picChg>
        <pc:picChg chg="del">
          <ac:chgData name="Owais Ahmed" userId="6abc7d4556b3b071" providerId="LiveId" clId="{57AE1D6D-A5CE-4F6A-9493-265C0424249A}" dt="2023-03-06T05:14:13.837" v="32" actId="478"/>
          <ac:picMkLst>
            <pc:docMk/>
            <pc:sldMk cId="2564172473" sldId="2468"/>
            <ac:picMk id="1064" creationId="{0EFF1FD0-A435-B34D-C9E5-2A09341DAA14}"/>
          </ac:picMkLst>
        </pc:picChg>
        <pc:picChg chg="del">
          <ac:chgData name="Owais Ahmed" userId="6abc7d4556b3b071" providerId="LiveId" clId="{57AE1D6D-A5CE-4F6A-9493-265C0424249A}" dt="2023-03-06T05:14:13.341" v="31" actId="478"/>
          <ac:picMkLst>
            <pc:docMk/>
            <pc:sldMk cId="2564172473" sldId="2468"/>
            <ac:picMk id="1066" creationId="{9F58BC05-1927-7EA6-94BF-C04942B2E1B3}"/>
          </ac:picMkLst>
        </pc:picChg>
      </pc:sldChg>
      <pc:sldChg chg="add del">
        <pc:chgData name="Owais Ahmed" userId="6abc7d4556b3b071" providerId="LiveId" clId="{57AE1D6D-A5CE-4F6A-9493-265C0424249A}" dt="2023-03-06T05:16:40.316" v="75" actId="2890"/>
        <pc:sldMkLst>
          <pc:docMk/>
          <pc:sldMk cId="167876563" sldId="2469"/>
        </pc:sldMkLst>
      </pc:sldChg>
      <pc:sldChg chg="del">
        <pc:chgData name="Owais Ahmed" userId="6abc7d4556b3b071" providerId="LiveId" clId="{57AE1D6D-A5CE-4F6A-9493-265C0424249A}" dt="2023-03-06T05:14:08.406" v="28" actId="47"/>
        <pc:sldMkLst>
          <pc:docMk/>
          <pc:sldMk cId="1870517188" sldId="2469"/>
        </pc:sldMkLst>
      </pc:sldChg>
      <pc:sldChg chg="add del">
        <pc:chgData name="Owais Ahmed" userId="6abc7d4556b3b071" providerId="LiveId" clId="{57AE1D6D-A5CE-4F6A-9493-265C0424249A}" dt="2023-03-06T05:16:43.431" v="77" actId="2890"/>
        <pc:sldMkLst>
          <pc:docMk/>
          <pc:sldMk cId="2100283133" sldId="2469"/>
        </pc:sldMkLst>
      </pc:sldChg>
      <pc:sldChg chg="del">
        <pc:chgData name="Owais Ahmed" userId="6abc7d4556b3b071" providerId="LiveId" clId="{57AE1D6D-A5CE-4F6A-9493-265C0424249A}" dt="2023-03-06T05:11:24.867" v="25" actId="47"/>
        <pc:sldMkLst>
          <pc:docMk/>
          <pc:sldMk cId="773770613" sldId="2470"/>
        </pc:sldMkLst>
      </pc:sldChg>
      <pc:sldChg chg="del">
        <pc:chgData name="Owais Ahmed" userId="6abc7d4556b3b071" providerId="LiveId" clId="{57AE1D6D-A5CE-4F6A-9493-265C0424249A}" dt="2023-03-06T05:14:09.321" v="30" actId="47"/>
        <pc:sldMkLst>
          <pc:docMk/>
          <pc:sldMk cId="246082422" sldId="2471"/>
        </pc:sldMkLst>
      </pc:sldChg>
      <pc:sldChg chg="del">
        <pc:chgData name="Owais Ahmed" userId="6abc7d4556b3b071" providerId="LiveId" clId="{57AE1D6D-A5CE-4F6A-9493-265C0424249A}" dt="2023-03-06T05:14:08.637" v="29" actId="47"/>
        <pc:sldMkLst>
          <pc:docMk/>
          <pc:sldMk cId="104746486" sldId="2472"/>
        </pc:sldMkLst>
      </pc:sldChg>
      <pc:sldChg chg="modSp add mod modAnim modNotesTx">
        <pc:chgData name="Owais Ahmed" userId="6abc7d4556b3b071" providerId="LiveId" clId="{57AE1D6D-A5CE-4F6A-9493-265C0424249A}" dt="2023-03-06T08:56:55.536" v="5481" actId="20577"/>
        <pc:sldMkLst>
          <pc:docMk/>
          <pc:sldMk cId="1810203590" sldId="2482"/>
        </pc:sldMkLst>
        <pc:spChg chg="mod">
          <ac:chgData name="Owais Ahmed" userId="6abc7d4556b3b071" providerId="LiveId" clId="{57AE1D6D-A5CE-4F6A-9493-265C0424249A}" dt="2023-03-06T08:56:37.220" v="5440" actId="20577"/>
          <ac:spMkLst>
            <pc:docMk/>
            <pc:sldMk cId="1810203590" sldId="2482"/>
            <ac:spMk id="3" creationId="{4A1C0383-58FE-E486-295E-B33B8683B938}"/>
          </ac:spMkLst>
        </pc:spChg>
        <pc:spChg chg="mod">
          <ac:chgData name="Owais Ahmed" userId="6abc7d4556b3b071" providerId="LiveId" clId="{57AE1D6D-A5CE-4F6A-9493-265C0424249A}" dt="2023-03-06T08:53:32.212" v="5205" actId="20577"/>
          <ac:spMkLst>
            <pc:docMk/>
            <pc:sldMk cId="1810203590" sldId="2482"/>
            <ac:spMk id="215" creationId="{00000000-0000-0000-0000-000000000000}"/>
          </ac:spMkLst>
        </pc:spChg>
      </pc:sldChg>
      <pc:sldChg chg="modSp add mod ord modAnim modNotesTx">
        <pc:chgData name="Owais Ahmed" userId="6abc7d4556b3b071" providerId="LiveId" clId="{57AE1D6D-A5CE-4F6A-9493-265C0424249A}" dt="2023-03-06T05:18:42.810" v="157" actId="20577"/>
        <pc:sldMkLst>
          <pc:docMk/>
          <pc:sldMk cId="2426892836" sldId="2485"/>
        </pc:sldMkLst>
        <pc:spChg chg="mod">
          <ac:chgData name="Owais Ahmed" userId="6abc7d4556b3b071" providerId="LiveId" clId="{57AE1D6D-A5CE-4F6A-9493-265C0424249A}" dt="2023-03-06T05:18:33.993" v="154" actId="27636"/>
          <ac:spMkLst>
            <pc:docMk/>
            <pc:sldMk cId="2426892836" sldId="2485"/>
            <ac:spMk id="3" creationId="{4A1C0383-58FE-E486-295E-B33B8683B938}"/>
          </ac:spMkLst>
        </pc:spChg>
        <pc:spChg chg="mod">
          <ac:chgData name="Owais Ahmed" userId="6abc7d4556b3b071" providerId="LiveId" clId="{57AE1D6D-A5CE-4F6A-9493-265C0424249A}" dt="2023-03-06T05:17:35.540" v="94" actId="20577"/>
          <ac:spMkLst>
            <pc:docMk/>
            <pc:sldMk cId="2426892836" sldId="2485"/>
            <ac:spMk id="215" creationId="{00000000-0000-0000-0000-000000000000}"/>
          </ac:spMkLst>
        </pc:spChg>
      </pc:sldChg>
      <pc:sldChg chg="modSp add mod modAnim modNotesTx">
        <pc:chgData name="Owais Ahmed" userId="6abc7d4556b3b071" providerId="LiveId" clId="{57AE1D6D-A5CE-4F6A-9493-265C0424249A}" dt="2023-03-06T05:24:40.967" v="296" actId="255"/>
        <pc:sldMkLst>
          <pc:docMk/>
          <pc:sldMk cId="2392008630" sldId="2486"/>
        </pc:sldMkLst>
        <pc:spChg chg="mod">
          <ac:chgData name="Owais Ahmed" userId="6abc7d4556b3b071" providerId="LiveId" clId="{57AE1D6D-A5CE-4F6A-9493-265C0424249A}" dt="2023-03-06T05:24:40.967" v="296" actId="255"/>
          <ac:spMkLst>
            <pc:docMk/>
            <pc:sldMk cId="2392008630" sldId="2486"/>
            <ac:spMk id="3" creationId="{4A1C0383-58FE-E486-295E-B33B8683B938}"/>
          </ac:spMkLst>
        </pc:spChg>
        <pc:spChg chg="mod">
          <ac:chgData name="Owais Ahmed" userId="6abc7d4556b3b071" providerId="LiveId" clId="{57AE1D6D-A5CE-4F6A-9493-265C0424249A}" dt="2023-03-06T05:22:31.640" v="175" actId="20577"/>
          <ac:spMkLst>
            <pc:docMk/>
            <pc:sldMk cId="2392008630" sldId="2486"/>
            <ac:spMk id="215" creationId="{00000000-0000-0000-0000-000000000000}"/>
          </ac:spMkLst>
        </pc:spChg>
      </pc:sldChg>
      <pc:sldChg chg="modSp add mod modNotesTx">
        <pc:chgData name="Owais Ahmed" userId="6abc7d4556b3b071" providerId="LiveId" clId="{57AE1D6D-A5CE-4F6A-9493-265C0424249A}" dt="2023-03-06T05:47:29.351" v="1507" actId="27636"/>
        <pc:sldMkLst>
          <pc:docMk/>
          <pc:sldMk cId="2180074341" sldId="2487"/>
        </pc:sldMkLst>
        <pc:spChg chg="mod">
          <ac:chgData name="Owais Ahmed" userId="6abc7d4556b3b071" providerId="LiveId" clId="{57AE1D6D-A5CE-4F6A-9493-265C0424249A}" dt="2023-03-06T05:47:29.351" v="1507" actId="27636"/>
          <ac:spMkLst>
            <pc:docMk/>
            <pc:sldMk cId="2180074341" sldId="2487"/>
            <ac:spMk id="3" creationId="{4A1C0383-58FE-E486-295E-B33B8683B938}"/>
          </ac:spMkLst>
        </pc:spChg>
        <pc:spChg chg="mod">
          <ac:chgData name="Owais Ahmed" userId="6abc7d4556b3b071" providerId="LiveId" clId="{57AE1D6D-A5CE-4F6A-9493-265C0424249A}" dt="2023-03-06T05:25:03.688" v="297" actId="20577"/>
          <ac:spMkLst>
            <pc:docMk/>
            <pc:sldMk cId="2180074341" sldId="2487"/>
            <ac:spMk id="215" creationId="{00000000-0000-0000-0000-000000000000}"/>
          </ac:spMkLst>
        </pc:spChg>
      </pc:sldChg>
      <pc:sldChg chg="modSp add del mod">
        <pc:chgData name="Owais Ahmed" userId="6abc7d4556b3b071" providerId="LiveId" clId="{57AE1D6D-A5CE-4F6A-9493-265C0424249A}" dt="2023-03-06T05:48:49.281" v="1514" actId="47"/>
        <pc:sldMkLst>
          <pc:docMk/>
          <pc:sldMk cId="4084489540" sldId="2488"/>
        </pc:sldMkLst>
        <pc:spChg chg="mod">
          <ac:chgData name="Owais Ahmed" userId="6abc7d4556b3b071" providerId="LiveId" clId="{57AE1D6D-A5CE-4F6A-9493-265C0424249A}" dt="2023-03-06T05:47:42.452" v="1510" actId="27636"/>
          <ac:spMkLst>
            <pc:docMk/>
            <pc:sldMk cId="4084489540" sldId="2488"/>
            <ac:spMk id="3" creationId="{4A1C0383-58FE-E486-295E-B33B8683B938}"/>
          </ac:spMkLst>
        </pc:spChg>
      </pc:sldChg>
      <pc:sldChg chg="add del">
        <pc:chgData name="Owais Ahmed" userId="6abc7d4556b3b071" providerId="LiveId" clId="{57AE1D6D-A5CE-4F6A-9493-265C0424249A}" dt="2023-03-06T10:07:18.740" v="7130" actId="47"/>
        <pc:sldMkLst>
          <pc:docMk/>
          <pc:sldMk cId="1422298590" sldId="2489"/>
        </pc:sldMkLst>
      </pc:sldChg>
      <pc:sldChg chg="delSp modSp add mod ord delAnim modAnim">
        <pc:chgData name="Owais Ahmed" userId="6abc7d4556b3b071" providerId="LiveId" clId="{57AE1D6D-A5CE-4F6A-9493-265C0424249A}" dt="2023-03-06T10:17:43.074" v="8063" actId="255"/>
        <pc:sldMkLst>
          <pc:docMk/>
          <pc:sldMk cId="692629543" sldId="2490"/>
        </pc:sldMkLst>
        <pc:spChg chg="mod">
          <ac:chgData name="Owais Ahmed" userId="6abc7d4556b3b071" providerId="LiveId" clId="{57AE1D6D-A5CE-4F6A-9493-265C0424249A}" dt="2023-03-06T10:17:43.074" v="8063" actId="255"/>
          <ac:spMkLst>
            <pc:docMk/>
            <pc:sldMk cId="692629543" sldId="2490"/>
            <ac:spMk id="5" creationId="{D6B5DCB6-4358-037D-2AAC-2F1B1119C128}"/>
          </ac:spMkLst>
        </pc:spChg>
        <pc:spChg chg="mod">
          <ac:chgData name="Owais Ahmed" userId="6abc7d4556b3b071" providerId="LiveId" clId="{57AE1D6D-A5CE-4F6A-9493-265C0424249A}" dt="2023-03-06T10:09:10.100" v="7149" actId="20577"/>
          <ac:spMkLst>
            <pc:docMk/>
            <pc:sldMk cId="692629543" sldId="2490"/>
            <ac:spMk id="9" creationId="{27EE95FA-7E6C-9450-66FD-4F118356AE19}"/>
          </ac:spMkLst>
        </pc:spChg>
        <pc:graphicFrameChg chg="del modGraphic">
          <ac:chgData name="Owais Ahmed" userId="6abc7d4556b3b071" providerId="LiveId" clId="{57AE1D6D-A5CE-4F6A-9493-265C0424249A}" dt="2023-03-06T06:06:18.246" v="2219" actId="478"/>
          <ac:graphicFrameMkLst>
            <pc:docMk/>
            <pc:sldMk cId="692629543" sldId="2490"/>
            <ac:graphicFrameMk id="3" creationId="{9AEEB574-55E6-EBD0-248C-E37F602D2887}"/>
          </ac:graphicFrameMkLst>
        </pc:graphicFrameChg>
      </pc:sldChg>
      <pc:sldChg chg="delSp modSp add mod delAnim modAnim modNotesTx">
        <pc:chgData name="Owais Ahmed" userId="6abc7d4556b3b071" providerId="LiveId" clId="{57AE1D6D-A5CE-4F6A-9493-265C0424249A}" dt="2023-03-06T06:30:30.857" v="4789" actId="20577"/>
        <pc:sldMkLst>
          <pc:docMk/>
          <pc:sldMk cId="1357650666" sldId="2491"/>
        </pc:sldMkLst>
        <pc:spChg chg="mod">
          <ac:chgData name="Owais Ahmed" userId="6abc7d4556b3b071" providerId="LiveId" clId="{57AE1D6D-A5CE-4F6A-9493-265C0424249A}" dt="2023-03-06T06:30:30.857" v="4789" actId="20577"/>
          <ac:spMkLst>
            <pc:docMk/>
            <pc:sldMk cId="1357650666" sldId="2491"/>
            <ac:spMk id="5" creationId="{D6B5DCB6-4358-037D-2AAC-2F1B1119C128}"/>
          </ac:spMkLst>
        </pc:spChg>
        <pc:spChg chg="mod">
          <ac:chgData name="Owais Ahmed" userId="6abc7d4556b3b071" providerId="LiveId" clId="{57AE1D6D-A5CE-4F6A-9493-265C0424249A}" dt="2023-03-06T06:25:05.433" v="3968" actId="20577"/>
          <ac:spMkLst>
            <pc:docMk/>
            <pc:sldMk cId="1357650666" sldId="2491"/>
            <ac:spMk id="9" creationId="{27EE95FA-7E6C-9450-66FD-4F118356AE19}"/>
          </ac:spMkLst>
        </pc:spChg>
        <pc:graphicFrameChg chg="del">
          <ac:chgData name="Owais Ahmed" userId="6abc7d4556b3b071" providerId="LiveId" clId="{57AE1D6D-A5CE-4F6A-9493-265C0424249A}" dt="2023-03-06T06:25:08.310" v="3969" actId="478"/>
          <ac:graphicFrameMkLst>
            <pc:docMk/>
            <pc:sldMk cId="1357650666" sldId="2491"/>
            <ac:graphicFrameMk id="3" creationId="{9AEEB574-55E6-EBD0-248C-E37F602D2887}"/>
          </ac:graphicFrameMkLst>
        </pc:graphicFrameChg>
      </pc:sldChg>
      <pc:sldChg chg="modSp add mod modAnim modNotesTx">
        <pc:chgData name="Owais Ahmed" userId="6abc7d4556b3b071" providerId="LiveId" clId="{57AE1D6D-A5CE-4F6A-9493-265C0424249A}" dt="2023-03-06T09:06:05.726" v="6075" actId="20577"/>
        <pc:sldMkLst>
          <pc:docMk/>
          <pc:sldMk cId="332028716" sldId="2492"/>
        </pc:sldMkLst>
        <pc:spChg chg="mod">
          <ac:chgData name="Owais Ahmed" userId="6abc7d4556b3b071" providerId="LiveId" clId="{57AE1D6D-A5CE-4F6A-9493-265C0424249A}" dt="2023-03-06T09:06:05.726" v="6075" actId="20577"/>
          <ac:spMkLst>
            <pc:docMk/>
            <pc:sldMk cId="332028716" sldId="2492"/>
            <ac:spMk id="3" creationId="{4A1C0383-58FE-E486-295E-B33B8683B938}"/>
          </ac:spMkLst>
        </pc:spChg>
        <pc:spChg chg="mod">
          <ac:chgData name="Owais Ahmed" userId="6abc7d4556b3b071" providerId="LiveId" clId="{57AE1D6D-A5CE-4F6A-9493-265C0424249A}" dt="2023-03-06T08:58:45.579" v="5486" actId="20577"/>
          <ac:spMkLst>
            <pc:docMk/>
            <pc:sldMk cId="332028716" sldId="2492"/>
            <ac:spMk id="215" creationId="{00000000-0000-0000-0000-000000000000}"/>
          </ac:spMkLst>
        </pc:spChg>
      </pc:sldChg>
      <pc:sldChg chg="modSp add mod modAnim modNotesTx">
        <pc:chgData name="Owais Ahmed" userId="6abc7d4556b3b071" providerId="LiveId" clId="{57AE1D6D-A5CE-4F6A-9493-265C0424249A}" dt="2023-03-06T09:11:33.018" v="6243" actId="20577"/>
        <pc:sldMkLst>
          <pc:docMk/>
          <pc:sldMk cId="2744016673" sldId="2493"/>
        </pc:sldMkLst>
        <pc:spChg chg="mod">
          <ac:chgData name="Owais Ahmed" userId="6abc7d4556b3b071" providerId="LiveId" clId="{57AE1D6D-A5CE-4F6A-9493-265C0424249A}" dt="2023-03-06T09:11:33.018" v="6243" actId="20577"/>
          <ac:spMkLst>
            <pc:docMk/>
            <pc:sldMk cId="2744016673" sldId="2493"/>
            <ac:spMk id="3" creationId="{4A1C0383-58FE-E486-295E-B33B8683B938}"/>
          </ac:spMkLst>
        </pc:spChg>
        <pc:spChg chg="mod">
          <ac:chgData name="Owais Ahmed" userId="6abc7d4556b3b071" providerId="LiveId" clId="{57AE1D6D-A5CE-4F6A-9493-265C0424249A}" dt="2023-03-06T09:06:39.200" v="6094" actId="20577"/>
          <ac:spMkLst>
            <pc:docMk/>
            <pc:sldMk cId="2744016673" sldId="2493"/>
            <ac:spMk id="215" creationId="{00000000-0000-0000-0000-000000000000}"/>
          </ac:spMkLst>
        </pc:spChg>
      </pc:sldChg>
      <pc:sldChg chg="modSp add mod modAnim">
        <pc:chgData name="Owais Ahmed" userId="6abc7d4556b3b071" providerId="LiveId" clId="{57AE1D6D-A5CE-4F6A-9493-265C0424249A}" dt="2023-03-06T09:18:13.627" v="6598" actId="14100"/>
        <pc:sldMkLst>
          <pc:docMk/>
          <pc:sldMk cId="910229267" sldId="2494"/>
        </pc:sldMkLst>
        <pc:spChg chg="mod">
          <ac:chgData name="Owais Ahmed" userId="6abc7d4556b3b071" providerId="LiveId" clId="{57AE1D6D-A5CE-4F6A-9493-265C0424249A}" dt="2023-03-06T09:18:13.627" v="6598" actId="14100"/>
          <ac:spMkLst>
            <pc:docMk/>
            <pc:sldMk cId="910229267" sldId="2494"/>
            <ac:spMk id="3" creationId="{4A1C0383-58FE-E486-295E-B33B8683B938}"/>
          </ac:spMkLst>
        </pc:spChg>
        <pc:spChg chg="mod">
          <ac:chgData name="Owais Ahmed" userId="6abc7d4556b3b071" providerId="LiveId" clId="{57AE1D6D-A5CE-4F6A-9493-265C0424249A}" dt="2023-03-06T09:12:15.928" v="6269" actId="20577"/>
          <ac:spMkLst>
            <pc:docMk/>
            <pc:sldMk cId="910229267" sldId="2494"/>
            <ac:spMk id="215" creationId="{00000000-0000-0000-0000-000000000000}"/>
          </ac:spMkLst>
        </pc:spChg>
      </pc:sldChg>
      <pc:sldChg chg="modSp add del mod modAnim">
        <pc:chgData name="Owais Ahmed" userId="6abc7d4556b3b071" providerId="LiveId" clId="{57AE1D6D-A5CE-4F6A-9493-265C0424249A}" dt="2023-03-06T09:21:54.547" v="6672" actId="47"/>
        <pc:sldMkLst>
          <pc:docMk/>
          <pc:sldMk cId="313325256" sldId="2495"/>
        </pc:sldMkLst>
        <pc:spChg chg="mod">
          <ac:chgData name="Owais Ahmed" userId="6abc7d4556b3b071" providerId="LiveId" clId="{57AE1D6D-A5CE-4F6A-9493-265C0424249A}" dt="2023-03-06T09:20:06.384" v="6666" actId="20577"/>
          <ac:spMkLst>
            <pc:docMk/>
            <pc:sldMk cId="313325256" sldId="2495"/>
            <ac:spMk id="3" creationId="{4A1C0383-58FE-E486-295E-B33B8683B938}"/>
          </ac:spMkLst>
        </pc:spChg>
      </pc:sldChg>
      <pc:sldChg chg="modSp add">
        <pc:chgData name="Owais Ahmed" userId="6abc7d4556b3b071" providerId="LiveId" clId="{57AE1D6D-A5CE-4F6A-9493-265C0424249A}" dt="2023-03-06T09:21:45.405" v="6670" actId="403"/>
        <pc:sldMkLst>
          <pc:docMk/>
          <pc:sldMk cId="4183735996" sldId="2496"/>
        </pc:sldMkLst>
        <pc:spChg chg="mod">
          <ac:chgData name="Owais Ahmed" userId="6abc7d4556b3b071" providerId="LiveId" clId="{57AE1D6D-A5CE-4F6A-9493-265C0424249A}" dt="2023-03-06T09:21:45.405" v="6670" actId="403"/>
          <ac:spMkLst>
            <pc:docMk/>
            <pc:sldMk cId="4183735996" sldId="2496"/>
            <ac:spMk id="3" creationId="{4A1C0383-58FE-E486-295E-B33B8683B938}"/>
          </ac:spMkLst>
        </pc:spChg>
      </pc:sldChg>
      <pc:sldChg chg="modSp add mod modAnim">
        <pc:chgData name="Owais Ahmed" userId="6abc7d4556b3b071" providerId="LiveId" clId="{57AE1D6D-A5CE-4F6A-9493-265C0424249A}" dt="2023-03-06T09:24:13.222" v="6842" actId="404"/>
        <pc:sldMkLst>
          <pc:docMk/>
          <pc:sldMk cId="2021183974" sldId="2497"/>
        </pc:sldMkLst>
        <pc:spChg chg="mod">
          <ac:chgData name="Owais Ahmed" userId="6abc7d4556b3b071" providerId="LiveId" clId="{57AE1D6D-A5CE-4F6A-9493-265C0424249A}" dt="2023-03-06T09:24:13.222" v="6842" actId="404"/>
          <ac:spMkLst>
            <pc:docMk/>
            <pc:sldMk cId="2021183974" sldId="2497"/>
            <ac:spMk id="3" creationId="{4A1C0383-58FE-E486-295E-B33B8683B938}"/>
          </ac:spMkLst>
        </pc:spChg>
      </pc:sldChg>
      <pc:sldChg chg="modSp add del mod ord modAnim">
        <pc:chgData name="Owais Ahmed" userId="6abc7d4556b3b071" providerId="LiveId" clId="{57AE1D6D-A5CE-4F6A-9493-265C0424249A}" dt="2023-03-06T10:06:18.106" v="7129" actId="47"/>
        <pc:sldMkLst>
          <pc:docMk/>
          <pc:sldMk cId="277066834" sldId="2498"/>
        </pc:sldMkLst>
        <pc:spChg chg="mod">
          <ac:chgData name="Owais Ahmed" userId="6abc7d4556b3b071" providerId="LiveId" clId="{57AE1D6D-A5CE-4F6A-9493-265C0424249A}" dt="2023-03-06T09:45:27.069" v="7049" actId="403"/>
          <ac:spMkLst>
            <pc:docMk/>
            <pc:sldMk cId="277066834" sldId="2498"/>
            <ac:spMk id="3" creationId="{4A1C0383-58FE-E486-295E-B33B8683B938}"/>
          </ac:spMkLst>
        </pc:spChg>
        <pc:spChg chg="mod">
          <ac:chgData name="Owais Ahmed" userId="6abc7d4556b3b071" providerId="LiveId" clId="{57AE1D6D-A5CE-4F6A-9493-265C0424249A}" dt="2023-03-06T09:45:15.162" v="7031" actId="20577"/>
          <ac:spMkLst>
            <pc:docMk/>
            <pc:sldMk cId="277066834" sldId="2498"/>
            <ac:spMk id="215" creationId="{00000000-0000-0000-0000-000000000000}"/>
          </ac:spMkLst>
        </pc:spChg>
      </pc:sldChg>
      <pc:sldChg chg="modSp add del modAnim">
        <pc:chgData name="Owais Ahmed" userId="6abc7d4556b3b071" providerId="LiveId" clId="{57AE1D6D-A5CE-4F6A-9493-265C0424249A}" dt="2023-03-06T09:41:36.429" v="6846" actId="2890"/>
        <pc:sldMkLst>
          <pc:docMk/>
          <pc:sldMk cId="1082873489" sldId="2498"/>
        </pc:sldMkLst>
        <pc:spChg chg="mod">
          <ac:chgData name="Owais Ahmed" userId="6abc7d4556b3b071" providerId="LiveId" clId="{57AE1D6D-A5CE-4F6A-9493-265C0424249A}" dt="2023-03-06T09:41:31.568" v="6844" actId="20577"/>
          <ac:spMkLst>
            <pc:docMk/>
            <pc:sldMk cId="1082873489" sldId="2498"/>
            <ac:spMk id="5" creationId="{D6B5DCB6-4358-037D-2AAC-2F1B1119C128}"/>
          </ac:spMkLst>
        </pc:spChg>
      </pc:sldChg>
      <pc:sldChg chg="addSp delSp modSp add mod modAnim">
        <pc:chgData name="Owais Ahmed" userId="6abc7d4556b3b071" providerId="LiveId" clId="{57AE1D6D-A5CE-4F6A-9493-265C0424249A}" dt="2023-03-06T10:04:15.262" v="7128"/>
        <pc:sldMkLst>
          <pc:docMk/>
          <pc:sldMk cId="2461819977" sldId="2499"/>
        </pc:sldMkLst>
        <pc:spChg chg="del">
          <ac:chgData name="Owais Ahmed" userId="6abc7d4556b3b071" providerId="LiveId" clId="{57AE1D6D-A5CE-4F6A-9493-265C0424249A}" dt="2023-03-06T09:48:21.879" v="7057"/>
          <ac:spMkLst>
            <pc:docMk/>
            <pc:sldMk cId="2461819977" sldId="2499"/>
            <ac:spMk id="2" creationId="{5BD75907-4EF7-3426-B22D-F53125E3D807}"/>
          </ac:spMkLst>
        </pc:spChg>
        <pc:spChg chg="mod">
          <ac:chgData name="Owais Ahmed" userId="6abc7d4556b3b071" providerId="LiveId" clId="{57AE1D6D-A5CE-4F6A-9493-265C0424249A}" dt="2023-03-06T09:46:21.347" v="7056" actId="403"/>
          <ac:spMkLst>
            <pc:docMk/>
            <pc:sldMk cId="2461819977" sldId="2499"/>
            <ac:spMk id="5" creationId="{D6B5DCB6-4358-037D-2AAC-2F1B1119C128}"/>
          </ac:spMkLst>
        </pc:spChg>
        <pc:spChg chg="mod">
          <ac:chgData name="Owais Ahmed" userId="6abc7d4556b3b071" providerId="LiveId" clId="{57AE1D6D-A5CE-4F6A-9493-265C0424249A}" dt="2023-03-06T09:46:11.927" v="7051"/>
          <ac:spMkLst>
            <pc:docMk/>
            <pc:sldMk cId="2461819977" sldId="2499"/>
            <ac:spMk id="9" creationId="{27EE95FA-7E6C-9450-66FD-4F118356AE19}"/>
          </ac:spMkLst>
        </pc:spChg>
        <pc:picChg chg="add mod">
          <ac:chgData name="Owais Ahmed" userId="6abc7d4556b3b071" providerId="LiveId" clId="{57AE1D6D-A5CE-4F6A-9493-265C0424249A}" dt="2023-03-06T10:02:30.925" v="7123" actId="732"/>
          <ac:picMkLst>
            <pc:docMk/>
            <pc:sldMk cId="2461819977" sldId="2499"/>
            <ac:picMk id="3" creationId="{C7D15564-73D0-93EB-9ECE-ABE1AF60AC39}"/>
          </ac:picMkLst>
        </pc:picChg>
        <pc:picChg chg="add mod">
          <ac:chgData name="Owais Ahmed" userId="6abc7d4556b3b071" providerId="LiveId" clId="{57AE1D6D-A5CE-4F6A-9493-265C0424249A}" dt="2023-03-06T09:48:21.879" v="7057"/>
          <ac:picMkLst>
            <pc:docMk/>
            <pc:sldMk cId="2461819977" sldId="2499"/>
            <ac:picMk id="1026" creationId="{4E9BC237-8DFF-7D68-3479-17D18AE1EDB9}"/>
          </ac:picMkLst>
        </pc:picChg>
        <pc:picChg chg="add mod">
          <ac:chgData name="Owais Ahmed" userId="6abc7d4556b3b071" providerId="LiveId" clId="{57AE1D6D-A5CE-4F6A-9493-265C0424249A}" dt="2023-03-06T09:53:05.214" v="7064" actId="1076"/>
          <ac:picMkLst>
            <pc:docMk/>
            <pc:sldMk cId="2461819977" sldId="2499"/>
            <ac:picMk id="1028" creationId="{1D0FCAD3-8A03-E23C-1D6C-B9F4A1A4C503}"/>
          </ac:picMkLst>
        </pc:picChg>
        <pc:picChg chg="add mod">
          <ac:chgData name="Owais Ahmed" userId="6abc7d4556b3b071" providerId="LiveId" clId="{57AE1D6D-A5CE-4F6A-9493-265C0424249A}" dt="2023-03-06T10:01:24.971" v="7101" actId="1076"/>
          <ac:picMkLst>
            <pc:docMk/>
            <pc:sldMk cId="2461819977" sldId="2499"/>
            <ac:picMk id="1030" creationId="{7295A43C-8BB3-BF50-274C-F773C06F244B}"/>
          </ac:picMkLst>
        </pc:picChg>
        <pc:picChg chg="add mod">
          <ac:chgData name="Owais Ahmed" userId="6abc7d4556b3b071" providerId="LiveId" clId="{57AE1D6D-A5CE-4F6A-9493-265C0424249A}" dt="2023-03-06T10:01:48.755" v="7119" actId="1076"/>
          <ac:picMkLst>
            <pc:docMk/>
            <pc:sldMk cId="2461819977" sldId="2499"/>
            <ac:picMk id="1032" creationId="{58D7C36B-5032-1278-7DB4-7235C150FE0D}"/>
          </ac:picMkLst>
        </pc:picChg>
        <pc:picChg chg="add del mod">
          <ac:chgData name="Owais Ahmed" userId="6abc7d4556b3b071" providerId="LiveId" clId="{57AE1D6D-A5CE-4F6A-9493-265C0424249A}" dt="2023-03-06T10:01:43.013" v="7118" actId="21"/>
          <ac:picMkLst>
            <pc:docMk/>
            <pc:sldMk cId="2461819977" sldId="2499"/>
            <ac:picMk id="1034" creationId="{912C4941-AF8D-8DEE-C8C1-F331B840ED1E}"/>
          </ac:picMkLst>
        </pc:picChg>
        <pc:picChg chg="add mod">
          <ac:chgData name="Owais Ahmed" userId="6abc7d4556b3b071" providerId="LiveId" clId="{57AE1D6D-A5CE-4F6A-9493-265C0424249A}" dt="2023-03-06T10:04:09.787" v="7126" actId="1076"/>
          <ac:picMkLst>
            <pc:docMk/>
            <pc:sldMk cId="2461819977" sldId="2499"/>
            <ac:picMk id="1036" creationId="{0AC7BD4F-2C68-F990-BF52-0723B70406CA}"/>
          </ac:picMkLst>
        </pc:picChg>
      </pc:sldChg>
      <pc:sldChg chg="modSp add mod modAnim">
        <pc:chgData name="Owais Ahmed" userId="6abc7d4556b3b071" providerId="LiveId" clId="{57AE1D6D-A5CE-4F6A-9493-265C0424249A}" dt="2023-03-06T10:20:29.035" v="8275" actId="20577"/>
        <pc:sldMkLst>
          <pc:docMk/>
          <pc:sldMk cId="1735756904" sldId="2500"/>
        </pc:sldMkLst>
        <pc:spChg chg="mod">
          <ac:chgData name="Owais Ahmed" userId="6abc7d4556b3b071" providerId="LiveId" clId="{57AE1D6D-A5CE-4F6A-9493-265C0424249A}" dt="2023-03-06T10:20:29.035" v="8275" actId="20577"/>
          <ac:spMkLst>
            <pc:docMk/>
            <pc:sldMk cId="1735756904" sldId="2500"/>
            <ac:spMk id="5" creationId="{D6B5DCB6-4358-037D-2AAC-2F1B1119C128}"/>
          </ac:spMkLst>
        </pc:spChg>
        <pc:spChg chg="mod">
          <ac:chgData name="Owais Ahmed" userId="6abc7d4556b3b071" providerId="LiveId" clId="{57AE1D6D-A5CE-4F6A-9493-265C0424249A}" dt="2023-03-06T10:09:20.169" v="7161" actId="20577"/>
          <ac:spMkLst>
            <pc:docMk/>
            <pc:sldMk cId="1735756904" sldId="2500"/>
            <ac:spMk id="9" creationId="{27EE95FA-7E6C-9450-66FD-4F118356AE19}"/>
          </ac:spMkLst>
        </pc:sp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01B3DC-EE76-4D1F-AF3C-C4B40CDC25CA}" type="doc">
      <dgm:prSet loTypeId="urn:microsoft.com/office/officeart/2005/8/layout/process3" loCatId="process" qsTypeId="urn:microsoft.com/office/officeart/2005/8/quickstyle/simple1" qsCatId="simple" csTypeId="urn:microsoft.com/office/officeart/2005/8/colors/accent3_2" csCatId="accent3" phldr="1"/>
      <dgm:spPr/>
      <dgm:t>
        <a:bodyPr/>
        <a:lstStyle/>
        <a:p>
          <a:endParaRPr lang="en-PK"/>
        </a:p>
      </dgm:t>
    </dgm:pt>
    <dgm:pt modelId="{BB0B46C6-FC29-4458-8EBC-0F0942DCEEE6}">
      <dgm:prSet phldrT="[Text]"/>
      <dgm:spPr/>
      <dgm:t>
        <a:bodyPr/>
        <a:lstStyle/>
        <a:p>
          <a:r>
            <a:rPr lang="en-US" dirty="0"/>
            <a:t>Request method</a:t>
          </a:r>
          <a:endParaRPr lang="en-PK" dirty="0"/>
        </a:p>
      </dgm:t>
    </dgm:pt>
    <dgm:pt modelId="{9ED6DDB8-AFC2-4FBC-809B-4AA8492729DA}" type="parTrans" cxnId="{CFCAF47E-9CC6-4840-AE6B-4F693FA430C4}">
      <dgm:prSet/>
      <dgm:spPr/>
      <dgm:t>
        <a:bodyPr/>
        <a:lstStyle/>
        <a:p>
          <a:endParaRPr lang="en-PK"/>
        </a:p>
      </dgm:t>
    </dgm:pt>
    <dgm:pt modelId="{92C40782-5282-4F7A-AD75-BB741EBB52E2}" type="sibTrans" cxnId="{CFCAF47E-9CC6-4840-AE6B-4F693FA430C4}">
      <dgm:prSet/>
      <dgm:spPr/>
      <dgm:t>
        <a:bodyPr/>
        <a:lstStyle/>
        <a:p>
          <a:endParaRPr lang="en-PK"/>
        </a:p>
      </dgm:t>
    </dgm:pt>
    <dgm:pt modelId="{1C930375-42F0-4AE6-BE37-9680E27353B4}">
      <dgm:prSet phldrT="[Text]"/>
      <dgm:spPr/>
      <dgm:t>
        <a:bodyPr/>
        <a:lstStyle/>
        <a:p>
          <a:pPr>
            <a:buFont typeface="Wingdings" panose="05000000000000000000" pitchFamily="2" charset="2"/>
            <a:buChar char="§"/>
          </a:pPr>
          <a:r>
            <a:rPr lang="en-US" dirty="0"/>
            <a:t>POST</a:t>
          </a:r>
          <a:endParaRPr lang="en-PK" dirty="0"/>
        </a:p>
      </dgm:t>
    </dgm:pt>
    <dgm:pt modelId="{CFB7A91D-57B0-4077-A65B-DABD1732B1BB}" type="parTrans" cxnId="{56E63A43-BABD-45D7-8C95-52590F2E4BA6}">
      <dgm:prSet/>
      <dgm:spPr/>
      <dgm:t>
        <a:bodyPr/>
        <a:lstStyle/>
        <a:p>
          <a:endParaRPr lang="en-PK"/>
        </a:p>
      </dgm:t>
    </dgm:pt>
    <dgm:pt modelId="{E946690C-9468-48F1-8DB7-6A08FB13F3DB}" type="sibTrans" cxnId="{56E63A43-BABD-45D7-8C95-52590F2E4BA6}">
      <dgm:prSet/>
      <dgm:spPr/>
      <dgm:t>
        <a:bodyPr/>
        <a:lstStyle/>
        <a:p>
          <a:endParaRPr lang="en-PK"/>
        </a:p>
      </dgm:t>
    </dgm:pt>
    <dgm:pt modelId="{2C3FE4F1-C32E-4BCB-A1D0-34A8A874B8B4}">
      <dgm:prSet phldrT="[Text]"/>
      <dgm:spPr/>
      <dgm:t>
        <a:bodyPr/>
        <a:lstStyle/>
        <a:p>
          <a:r>
            <a:rPr lang="en-US" dirty="0"/>
            <a:t>API operation</a:t>
          </a:r>
          <a:endParaRPr lang="en-PK" dirty="0"/>
        </a:p>
      </dgm:t>
    </dgm:pt>
    <dgm:pt modelId="{04D599C2-C2BC-4944-841E-4D402878DE3B}" type="parTrans" cxnId="{C239A71A-6F94-4D16-839D-2FB3663F4253}">
      <dgm:prSet/>
      <dgm:spPr/>
      <dgm:t>
        <a:bodyPr/>
        <a:lstStyle/>
        <a:p>
          <a:endParaRPr lang="en-PK"/>
        </a:p>
      </dgm:t>
    </dgm:pt>
    <dgm:pt modelId="{68AB6F7E-4B84-494D-AAB1-BC991F570DF7}" type="sibTrans" cxnId="{C239A71A-6F94-4D16-839D-2FB3663F4253}">
      <dgm:prSet/>
      <dgm:spPr/>
      <dgm:t>
        <a:bodyPr/>
        <a:lstStyle/>
        <a:p>
          <a:endParaRPr lang="en-PK"/>
        </a:p>
      </dgm:t>
    </dgm:pt>
    <dgm:pt modelId="{BABF587E-C6B0-433F-BB92-5C434B6162BD}">
      <dgm:prSet phldrT="[Text]"/>
      <dgm:spPr/>
      <dgm:t>
        <a:bodyPr/>
        <a:lstStyle/>
        <a:p>
          <a:pPr>
            <a:buFont typeface="Wingdings" panose="05000000000000000000" pitchFamily="2" charset="2"/>
            <a:buChar char="§"/>
          </a:pPr>
          <a:r>
            <a:rPr lang="en-US" dirty="0"/>
            <a:t>CREATE</a:t>
          </a:r>
          <a:endParaRPr lang="en-PK" dirty="0"/>
        </a:p>
      </dgm:t>
    </dgm:pt>
    <dgm:pt modelId="{27B3D059-A5AF-4F85-BEE7-5CA9320346FD}" type="parTrans" cxnId="{A89137A7-A929-4567-BF16-D7D3C46BADE3}">
      <dgm:prSet/>
      <dgm:spPr/>
      <dgm:t>
        <a:bodyPr/>
        <a:lstStyle/>
        <a:p>
          <a:endParaRPr lang="en-PK"/>
        </a:p>
      </dgm:t>
    </dgm:pt>
    <dgm:pt modelId="{E2737E25-E3ED-4275-8DA8-DCC719B17D77}" type="sibTrans" cxnId="{A89137A7-A929-4567-BF16-D7D3C46BADE3}">
      <dgm:prSet/>
      <dgm:spPr/>
      <dgm:t>
        <a:bodyPr/>
        <a:lstStyle/>
        <a:p>
          <a:endParaRPr lang="en-PK"/>
        </a:p>
      </dgm:t>
    </dgm:pt>
    <dgm:pt modelId="{EB397676-6F10-487E-B931-459DCAEA0BC9}">
      <dgm:prSet phldrT="[Text]"/>
      <dgm:spPr/>
      <dgm:t>
        <a:bodyPr/>
        <a:lstStyle/>
        <a:p>
          <a:r>
            <a:rPr lang="en-US" dirty="0"/>
            <a:t>DB operation</a:t>
          </a:r>
          <a:endParaRPr lang="en-PK" dirty="0"/>
        </a:p>
      </dgm:t>
    </dgm:pt>
    <dgm:pt modelId="{2E431BEB-4DDB-49B5-ACDC-27070FEAC68A}" type="parTrans" cxnId="{6F05F95B-71C2-4F30-BFCB-A3DDCA82762B}">
      <dgm:prSet/>
      <dgm:spPr/>
      <dgm:t>
        <a:bodyPr/>
        <a:lstStyle/>
        <a:p>
          <a:endParaRPr lang="en-PK"/>
        </a:p>
      </dgm:t>
    </dgm:pt>
    <dgm:pt modelId="{96F7B196-DFAB-4CAC-AECF-D226FC37668D}" type="sibTrans" cxnId="{6F05F95B-71C2-4F30-BFCB-A3DDCA82762B}">
      <dgm:prSet/>
      <dgm:spPr/>
      <dgm:t>
        <a:bodyPr/>
        <a:lstStyle/>
        <a:p>
          <a:endParaRPr lang="en-PK"/>
        </a:p>
      </dgm:t>
    </dgm:pt>
    <dgm:pt modelId="{176462A4-117A-4B55-AA47-3F0C9122A761}">
      <dgm:prSet phldrT="[Text]"/>
      <dgm:spPr/>
      <dgm:t>
        <a:bodyPr/>
        <a:lstStyle/>
        <a:p>
          <a:r>
            <a:rPr lang="en-US" dirty="0"/>
            <a:t>INSERT</a:t>
          </a:r>
          <a:endParaRPr lang="en-PK" dirty="0"/>
        </a:p>
      </dgm:t>
    </dgm:pt>
    <dgm:pt modelId="{9D649DB8-6D0D-4F3D-86D4-2532DC4D4904}" type="parTrans" cxnId="{4F53EEEE-04F9-469D-8429-41195D0C707C}">
      <dgm:prSet/>
      <dgm:spPr/>
      <dgm:t>
        <a:bodyPr/>
        <a:lstStyle/>
        <a:p>
          <a:endParaRPr lang="en-PK"/>
        </a:p>
      </dgm:t>
    </dgm:pt>
    <dgm:pt modelId="{CEF0DB6B-DFF1-4D09-84AA-9F33C98A6DD3}" type="sibTrans" cxnId="{4F53EEEE-04F9-469D-8429-41195D0C707C}">
      <dgm:prSet/>
      <dgm:spPr/>
      <dgm:t>
        <a:bodyPr/>
        <a:lstStyle/>
        <a:p>
          <a:endParaRPr lang="en-PK"/>
        </a:p>
      </dgm:t>
    </dgm:pt>
    <dgm:pt modelId="{7D3AB4DE-A3DF-4F5D-B90C-BAA9496EB2FA}">
      <dgm:prSet/>
      <dgm:spPr/>
      <dgm:t>
        <a:bodyPr/>
        <a:lstStyle/>
        <a:p>
          <a:r>
            <a:rPr lang="en-US"/>
            <a:t>GET</a:t>
          </a:r>
          <a:endParaRPr lang="en-US" dirty="0"/>
        </a:p>
      </dgm:t>
    </dgm:pt>
    <dgm:pt modelId="{C837799B-88D3-490C-98DC-62DE2C33F30E}" type="parTrans" cxnId="{20E43C9D-4FCE-446F-B4F7-9A72F100718A}">
      <dgm:prSet/>
      <dgm:spPr/>
      <dgm:t>
        <a:bodyPr/>
        <a:lstStyle/>
        <a:p>
          <a:endParaRPr lang="en-PK"/>
        </a:p>
      </dgm:t>
    </dgm:pt>
    <dgm:pt modelId="{DEB13BDB-E3F2-4AB4-9048-0F54CC46F637}" type="sibTrans" cxnId="{20E43C9D-4FCE-446F-B4F7-9A72F100718A}">
      <dgm:prSet/>
      <dgm:spPr/>
      <dgm:t>
        <a:bodyPr/>
        <a:lstStyle/>
        <a:p>
          <a:endParaRPr lang="en-PK"/>
        </a:p>
      </dgm:t>
    </dgm:pt>
    <dgm:pt modelId="{0C04D157-02E4-47DB-806E-C8D1CF8D2A94}">
      <dgm:prSet/>
      <dgm:spPr/>
      <dgm:t>
        <a:bodyPr/>
        <a:lstStyle/>
        <a:p>
          <a:r>
            <a:rPr lang="en-US"/>
            <a:t>PUT</a:t>
          </a:r>
          <a:endParaRPr lang="en-US" dirty="0"/>
        </a:p>
      </dgm:t>
    </dgm:pt>
    <dgm:pt modelId="{221F7263-A2C3-4957-868E-D12611C5BDF5}" type="parTrans" cxnId="{9B9EA52A-2655-45D2-9103-A1B8DD0EC98D}">
      <dgm:prSet/>
      <dgm:spPr/>
      <dgm:t>
        <a:bodyPr/>
        <a:lstStyle/>
        <a:p>
          <a:endParaRPr lang="en-PK"/>
        </a:p>
      </dgm:t>
    </dgm:pt>
    <dgm:pt modelId="{802EC65B-8138-4D4C-98F4-B5A6F3F96154}" type="sibTrans" cxnId="{9B9EA52A-2655-45D2-9103-A1B8DD0EC98D}">
      <dgm:prSet/>
      <dgm:spPr/>
      <dgm:t>
        <a:bodyPr/>
        <a:lstStyle/>
        <a:p>
          <a:endParaRPr lang="en-PK"/>
        </a:p>
      </dgm:t>
    </dgm:pt>
    <dgm:pt modelId="{1EF98664-76B0-4221-9678-682EEC512656}">
      <dgm:prSet/>
      <dgm:spPr/>
      <dgm:t>
        <a:bodyPr/>
        <a:lstStyle/>
        <a:p>
          <a:r>
            <a:rPr lang="en-US"/>
            <a:t>DELETE</a:t>
          </a:r>
          <a:endParaRPr lang="en-US" dirty="0"/>
        </a:p>
      </dgm:t>
    </dgm:pt>
    <dgm:pt modelId="{6474E975-B31D-451C-A607-5EC4463E5688}" type="parTrans" cxnId="{FE916EEA-3C5E-4B3C-9E1B-BEA1DBB52663}">
      <dgm:prSet/>
      <dgm:spPr/>
      <dgm:t>
        <a:bodyPr/>
        <a:lstStyle/>
        <a:p>
          <a:endParaRPr lang="en-PK"/>
        </a:p>
      </dgm:t>
    </dgm:pt>
    <dgm:pt modelId="{E10D0E83-7005-4614-A06E-9DE6BAC29DA3}" type="sibTrans" cxnId="{FE916EEA-3C5E-4B3C-9E1B-BEA1DBB52663}">
      <dgm:prSet/>
      <dgm:spPr/>
      <dgm:t>
        <a:bodyPr/>
        <a:lstStyle/>
        <a:p>
          <a:endParaRPr lang="en-PK"/>
        </a:p>
      </dgm:t>
    </dgm:pt>
    <dgm:pt modelId="{4A5574DA-E596-4CE5-8C8A-168E9AB6372B}">
      <dgm:prSet/>
      <dgm:spPr/>
      <dgm:t>
        <a:bodyPr/>
        <a:lstStyle/>
        <a:p>
          <a:r>
            <a:rPr lang="en-US" dirty="0"/>
            <a:t>PATCH (consider deprecated)</a:t>
          </a:r>
        </a:p>
      </dgm:t>
    </dgm:pt>
    <dgm:pt modelId="{B68A5BF5-7962-4C88-AC5E-A431EB62409A}" type="parTrans" cxnId="{45177672-E5BA-441D-9E40-8674949B4862}">
      <dgm:prSet/>
      <dgm:spPr/>
      <dgm:t>
        <a:bodyPr/>
        <a:lstStyle/>
        <a:p>
          <a:endParaRPr lang="en-PK"/>
        </a:p>
      </dgm:t>
    </dgm:pt>
    <dgm:pt modelId="{9ECB0A5B-FB61-4FC3-97E3-A85E04F69CB7}" type="sibTrans" cxnId="{45177672-E5BA-441D-9E40-8674949B4862}">
      <dgm:prSet/>
      <dgm:spPr/>
      <dgm:t>
        <a:bodyPr/>
        <a:lstStyle/>
        <a:p>
          <a:endParaRPr lang="en-PK"/>
        </a:p>
      </dgm:t>
    </dgm:pt>
    <dgm:pt modelId="{3634C268-2ED5-4227-97A0-8E5DFD1369DC}">
      <dgm:prSet/>
      <dgm:spPr/>
      <dgm:t>
        <a:bodyPr/>
        <a:lstStyle/>
        <a:p>
          <a:r>
            <a:rPr lang="en-US"/>
            <a:t>READ</a:t>
          </a:r>
          <a:endParaRPr lang="en-US" dirty="0"/>
        </a:p>
      </dgm:t>
    </dgm:pt>
    <dgm:pt modelId="{EFC0BB54-B504-4EE7-9A35-A90B7E13328E}" type="parTrans" cxnId="{F868E06A-C574-4825-ADBF-DD4495DCD558}">
      <dgm:prSet/>
      <dgm:spPr/>
      <dgm:t>
        <a:bodyPr/>
        <a:lstStyle/>
        <a:p>
          <a:endParaRPr lang="en-PK"/>
        </a:p>
      </dgm:t>
    </dgm:pt>
    <dgm:pt modelId="{382C8215-CA99-4D10-89D2-20393AE6FC47}" type="sibTrans" cxnId="{F868E06A-C574-4825-ADBF-DD4495DCD558}">
      <dgm:prSet/>
      <dgm:spPr/>
      <dgm:t>
        <a:bodyPr/>
        <a:lstStyle/>
        <a:p>
          <a:endParaRPr lang="en-PK"/>
        </a:p>
      </dgm:t>
    </dgm:pt>
    <dgm:pt modelId="{91C953C9-D967-48BC-8CAB-CC4ED4FA7759}">
      <dgm:prSet/>
      <dgm:spPr/>
      <dgm:t>
        <a:bodyPr/>
        <a:lstStyle/>
        <a:p>
          <a:r>
            <a:rPr lang="en-US"/>
            <a:t>UPDATE</a:t>
          </a:r>
          <a:endParaRPr lang="en-US" dirty="0"/>
        </a:p>
      </dgm:t>
    </dgm:pt>
    <dgm:pt modelId="{4258670C-B343-4EAF-804C-2D1A150C1DAC}" type="parTrans" cxnId="{6BB4EB34-1C18-4559-A87E-10087BF11955}">
      <dgm:prSet/>
      <dgm:spPr/>
      <dgm:t>
        <a:bodyPr/>
        <a:lstStyle/>
        <a:p>
          <a:endParaRPr lang="en-PK"/>
        </a:p>
      </dgm:t>
    </dgm:pt>
    <dgm:pt modelId="{1DFC9AD6-D451-4F0F-A27F-F4FF0CACB4A9}" type="sibTrans" cxnId="{6BB4EB34-1C18-4559-A87E-10087BF11955}">
      <dgm:prSet/>
      <dgm:spPr/>
      <dgm:t>
        <a:bodyPr/>
        <a:lstStyle/>
        <a:p>
          <a:endParaRPr lang="en-PK"/>
        </a:p>
      </dgm:t>
    </dgm:pt>
    <dgm:pt modelId="{71372B5B-9195-4D64-B6AD-645C34710A29}">
      <dgm:prSet/>
      <dgm:spPr/>
      <dgm:t>
        <a:bodyPr/>
        <a:lstStyle/>
        <a:p>
          <a:r>
            <a:rPr lang="en-US" dirty="0"/>
            <a:t>DELETE</a:t>
          </a:r>
        </a:p>
      </dgm:t>
    </dgm:pt>
    <dgm:pt modelId="{14054551-05E9-45AD-BCD2-558C9457E37A}" type="parTrans" cxnId="{4F2A7DA2-B259-4320-BD86-CB396A12304B}">
      <dgm:prSet/>
      <dgm:spPr/>
      <dgm:t>
        <a:bodyPr/>
        <a:lstStyle/>
        <a:p>
          <a:endParaRPr lang="en-PK"/>
        </a:p>
      </dgm:t>
    </dgm:pt>
    <dgm:pt modelId="{ADA37BD6-1315-41FD-A6FC-22292979D3D0}" type="sibTrans" cxnId="{4F2A7DA2-B259-4320-BD86-CB396A12304B}">
      <dgm:prSet/>
      <dgm:spPr/>
      <dgm:t>
        <a:bodyPr/>
        <a:lstStyle/>
        <a:p>
          <a:endParaRPr lang="en-PK"/>
        </a:p>
      </dgm:t>
    </dgm:pt>
    <dgm:pt modelId="{743C9F7C-A9B4-4D58-95A0-F78CA4589935}">
      <dgm:prSet phldrT="[Text]"/>
      <dgm:spPr/>
      <dgm:t>
        <a:bodyPr/>
        <a:lstStyle/>
        <a:p>
          <a:r>
            <a:rPr lang="en-US" dirty="0"/>
            <a:t>SELECT, VIEW</a:t>
          </a:r>
          <a:endParaRPr lang="en-PK" dirty="0"/>
        </a:p>
      </dgm:t>
    </dgm:pt>
    <dgm:pt modelId="{E065FAF2-DD84-43CA-8E07-846CEF869021}" type="parTrans" cxnId="{D1B015A1-6A7F-476C-A084-C0EA353FF1BB}">
      <dgm:prSet/>
      <dgm:spPr/>
      <dgm:t>
        <a:bodyPr/>
        <a:lstStyle/>
        <a:p>
          <a:endParaRPr lang="en-PK"/>
        </a:p>
      </dgm:t>
    </dgm:pt>
    <dgm:pt modelId="{717F2C72-3E3A-4FFB-AB78-80766A09C57A}" type="sibTrans" cxnId="{D1B015A1-6A7F-476C-A084-C0EA353FF1BB}">
      <dgm:prSet/>
      <dgm:spPr/>
      <dgm:t>
        <a:bodyPr/>
        <a:lstStyle/>
        <a:p>
          <a:endParaRPr lang="en-PK"/>
        </a:p>
      </dgm:t>
    </dgm:pt>
    <dgm:pt modelId="{A25535B9-9D54-4A66-BF74-98285C1118DD}">
      <dgm:prSet phldrT="[Text]"/>
      <dgm:spPr/>
      <dgm:t>
        <a:bodyPr/>
        <a:lstStyle/>
        <a:p>
          <a:r>
            <a:rPr lang="en-US" dirty="0"/>
            <a:t>UPDATE</a:t>
          </a:r>
          <a:endParaRPr lang="en-PK" dirty="0"/>
        </a:p>
      </dgm:t>
    </dgm:pt>
    <dgm:pt modelId="{C7B066C2-144B-4402-A89E-371B35404F1D}" type="parTrans" cxnId="{55723086-DEC3-4DB6-A18A-AC98141C2A61}">
      <dgm:prSet/>
      <dgm:spPr/>
      <dgm:t>
        <a:bodyPr/>
        <a:lstStyle/>
        <a:p>
          <a:endParaRPr lang="en-PK"/>
        </a:p>
      </dgm:t>
    </dgm:pt>
    <dgm:pt modelId="{178AC8E7-FE93-40C5-85E9-150D2019C124}" type="sibTrans" cxnId="{55723086-DEC3-4DB6-A18A-AC98141C2A61}">
      <dgm:prSet/>
      <dgm:spPr/>
      <dgm:t>
        <a:bodyPr/>
        <a:lstStyle/>
        <a:p>
          <a:endParaRPr lang="en-PK"/>
        </a:p>
      </dgm:t>
    </dgm:pt>
    <dgm:pt modelId="{B662B528-7D50-497E-B0BD-95453665435C}">
      <dgm:prSet phldrT="[Text]"/>
      <dgm:spPr/>
      <dgm:t>
        <a:bodyPr/>
        <a:lstStyle/>
        <a:p>
          <a:r>
            <a:rPr lang="en-US" dirty="0"/>
            <a:t>DELETE</a:t>
          </a:r>
          <a:endParaRPr lang="en-PK" dirty="0"/>
        </a:p>
      </dgm:t>
    </dgm:pt>
    <dgm:pt modelId="{45F2734A-7365-4D9F-BA1F-3575AF0A4325}" type="parTrans" cxnId="{85E20FF8-C0A0-4CC8-B3A3-D1D613D80E84}">
      <dgm:prSet/>
      <dgm:spPr/>
      <dgm:t>
        <a:bodyPr/>
        <a:lstStyle/>
        <a:p>
          <a:endParaRPr lang="en-PK"/>
        </a:p>
      </dgm:t>
    </dgm:pt>
    <dgm:pt modelId="{B5715FD7-44C5-4947-981F-60BF4EDBF50B}" type="sibTrans" cxnId="{85E20FF8-C0A0-4CC8-B3A3-D1D613D80E84}">
      <dgm:prSet/>
      <dgm:spPr/>
      <dgm:t>
        <a:bodyPr/>
        <a:lstStyle/>
        <a:p>
          <a:endParaRPr lang="en-PK"/>
        </a:p>
      </dgm:t>
    </dgm:pt>
    <dgm:pt modelId="{1DD6CD16-45DB-447D-B73F-AA5104992BB6}" type="pres">
      <dgm:prSet presAssocID="{D801B3DC-EE76-4D1F-AF3C-C4B40CDC25CA}" presName="linearFlow" presStyleCnt="0">
        <dgm:presLayoutVars>
          <dgm:dir/>
          <dgm:animLvl val="lvl"/>
          <dgm:resizeHandles val="exact"/>
        </dgm:presLayoutVars>
      </dgm:prSet>
      <dgm:spPr/>
    </dgm:pt>
    <dgm:pt modelId="{0C302DBC-7D02-47EC-ACA9-28F2C1D00CEE}" type="pres">
      <dgm:prSet presAssocID="{BB0B46C6-FC29-4458-8EBC-0F0942DCEEE6}" presName="composite" presStyleCnt="0"/>
      <dgm:spPr/>
    </dgm:pt>
    <dgm:pt modelId="{F972E392-0DE9-4CEB-B46B-4237042CFB7F}" type="pres">
      <dgm:prSet presAssocID="{BB0B46C6-FC29-4458-8EBC-0F0942DCEEE6}" presName="parTx" presStyleLbl="node1" presStyleIdx="0" presStyleCnt="3">
        <dgm:presLayoutVars>
          <dgm:chMax val="0"/>
          <dgm:chPref val="0"/>
          <dgm:bulletEnabled val="1"/>
        </dgm:presLayoutVars>
      </dgm:prSet>
      <dgm:spPr/>
    </dgm:pt>
    <dgm:pt modelId="{2886A75F-DB4D-4F7E-9310-2177D461EF1A}" type="pres">
      <dgm:prSet presAssocID="{BB0B46C6-FC29-4458-8EBC-0F0942DCEEE6}" presName="parSh" presStyleLbl="node1" presStyleIdx="0" presStyleCnt="3"/>
      <dgm:spPr/>
    </dgm:pt>
    <dgm:pt modelId="{5CDB12E9-6334-4F0E-9690-A6DDCE30891B}" type="pres">
      <dgm:prSet presAssocID="{BB0B46C6-FC29-4458-8EBC-0F0942DCEEE6}" presName="desTx" presStyleLbl="fgAcc1" presStyleIdx="0" presStyleCnt="3">
        <dgm:presLayoutVars>
          <dgm:bulletEnabled val="1"/>
        </dgm:presLayoutVars>
      </dgm:prSet>
      <dgm:spPr/>
    </dgm:pt>
    <dgm:pt modelId="{84AFFB33-2506-4783-A529-5B6BCC4EE987}" type="pres">
      <dgm:prSet presAssocID="{92C40782-5282-4F7A-AD75-BB741EBB52E2}" presName="sibTrans" presStyleLbl="sibTrans2D1" presStyleIdx="0" presStyleCnt="2"/>
      <dgm:spPr/>
    </dgm:pt>
    <dgm:pt modelId="{A4A37690-88E1-4189-A02F-104324D5942A}" type="pres">
      <dgm:prSet presAssocID="{92C40782-5282-4F7A-AD75-BB741EBB52E2}" presName="connTx" presStyleLbl="sibTrans2D1" presStyleIdx="0" presStyleCnt="2"/>
      <dgm:spPr/>
    </dgm:pt>
    <dgm:pt modelId="{EF2F2FE5-4AC3-451B-9035-C47408515865}" type="pres">
      <dgm:prSet presAssocID="{2C3FE4F1-C32E-4BCB-A1D0-34A8A874B8B4}" presName="composite" presStyleCnt="0"/>
      <dgm:spPr/>
    </dgm:pt>
    <dgm:pt modelId="{A7589F2C-47A5-4D36-8B97-AB1B42761506}" type="pres">
      <dgm:prSet presAssocID="{2C3FE4F1-C32E-4BCB-A1D0-34A8A874B8B4}" presName="parTx" presStyleLbl="node1" presStyleIdx="0" presStyleCnt="3">
        <dgm:presLayoutVars>
          <dgm:chMax val="0"/>
          <dgm:chPref val="0"/>
          <dgm:bulletEnabled val="1"/>
        </dgm:presLayoutVars>
      </dgm:prSet>
      <dgm:spPr/>
    </dgm:pt>
    <dgm:pt modelId="{128F9AD3-02D4-4367-88BC-3AB2A8CA1182}" type="pres">
      <dgm:prSet presAssocID="{2C3FE4F1-C32E-4BCB-A1D0-34A8A874B8B4}" presName="parSh" presStyleLbl="node1" presStyleIdx="1" presStyleCnt="3"/>
      <dgm:spPr/>
    </dgm:pt>
    <dgm:pt modelId="{E5355819-CB59-4DF4-90C1-7664A08AB72D}" type="pres">
      <dgm:prSet presAssocID="{2C3FE4F1-C32E-4BCB-A1D0-34A8A874B8B4}" presName="desTx" presStyleLbl="fgAcc1" presStyleIdx="1" presStyleCnt="3">
        <dgm:presLayoutVars>
          <dgm:bulletEnabled val="1"/>
        </dgm:presLayoutVars>
      </dgm:prSet>
      <dgm:spPr/>
    </dgm:pt>
    <dgm:pt modelId="{F276802A-F0AD-4FBD-8DA0-D60B82055AC4}" type="pres">
      <dgm:prSet presAssocID="{68AB6F7E-4B84-494D-AAB1-BC991F570DF7}" presName="sibTrans" presStyleLbl="sibTrans2D1" presStyleIdx="1" presStyleCnt="2"/>
      <dgm:spPr/>
    </dgm:pt>
    <dgm:pt modelId="{AC4CF61C-B68D-4F88-BD8D-A80BB02AD22F}" type="pres">
      <dgm:prSet presAssocID="{68AB6F7E-4B84-494D-AAB1-BC991F570DF7}" presName="connTx" presStyleLbl="sibTrans2D1" presStyleIdx="1" presStyleCnt="2"/>
      <dgm:spPr/>
    </dgm:pt>
    <dgm:pt modelId="{BCCF08B8-6E73-45D6-B81A-7D419ACEE341}" type="pres">
      <dgm:prSet presAssocID="{EB397676-6F10-487E-B931-459DCAEA0BC9}" presName="composite" presStyleCnt="0"/>
      <dgm:spPr/>
    </dgm:pt>
    <dgm:pt modelId="{7882B9C3-F491-4E26-AA6C-C8AE30701377}" type="pres">
      <dgm:prSet presAssocID="{EB397676-6F10-487E-B931-459DCAEA0BC9}" presName="parTx" presStyleLbl="node1" presStyleIdx="1" presStyleCnt="3">
        <dgm:presLayoutVars>
          <dgm:chMax val="0"/>
          <dgm:chPref val="0"/>
          <dgm:bulletEnabled val="1"/>
        </dgm:presLayoutVars>
      </dgm:prSet>
      <dgm:spPr/>
    </dgm:pt>
    <dgm:pt modelId="{4389806E-7F24-4F5C-93DB-F8DABCEDC9A0}" type="pres">
      <dgm:prSet presAssocID="{EB397676-6F10-487E-B931-459DCAEA0BC9}" presName="parSh" presStyleLbl="node1" presStyleIdx="2" presStyleCnt="3"/>
      <dgm:spPr/>
    </dgm:pt>
    <dgm:pt modelId="{02756BA5-8F9D-48CA-B643-B6AAAA915B88}" type="pres">
      <dgm:prSet presAssocID="{EB397676-6F10-487E-B931-459DCAEA0BC9}" presName="desTx" presStyleLbl="fgAcc1" presStyleIdx="2" presStyleCnt="3">
        <dgm:presLayoutVars>
          <dgm:bulletEnabled val="1"/>
        </dgm:presLayoutVars>
      </dgm:prSet>
      <dgm:spPr/>
    </dgm:pt>
  </dgm:ptLst>
  <dgm:cxnLst>
    <dgm:cxn modelId="{A902D60B-D33E-415F-840F-46F10DEC7EE0}" type="presOf" srcId="{92C40782-5282-4F7A-AD75-BB741EBB52E2}" destId="{A4A37690-88E1-4189-A02F-104324D5942A}" srcOrd="1" destOrd="0" presId="urn:microsoft.com/office/officeart/2005/8/layout/process3"/>
    <dgm:cxn modelId="{BBAE1410-6A8B-40AF-B738-48CC324DEC7F}" type="presOf" srcId="{92C40782-5282-4F7A-AD75-BB741EBB52E2}" destId="{84AFFB33-2506-4783-A529-5B6BCC4EE987}" srcOrd="0" destOrd="0" presId="urn:microsoft.com/office/officeart/2005/8/layout/process3"/>
    <dgm:cxn modelId="{C239A71A-6F94-4D16-839D-2FB3663F4253}" srcId="{D801B3DC-EE76-4D1F-AF3C-C4B40CDC25CA}" destId="{2C3FE4F1-C32E-4BCB-A1D0-34A8A874B8B4}" srcOrd="1" destOrd="0" parTransId="{04D599C2-C2BC-4944-841E-4D402878DE3B}" sibTransId="{68AB6F7E-4B84-494D-AAB1-BC991F570DF7}"/>
    <dgm:cxn modelId="{BCCBE923-B535-4647-A9B6-25392F7EAF1F}" type="presOf" srcId="{71372B5B-9195-4D64-B6AD-645C34710A29}" destId="{E5355819-CB59-4DF4-90C1-7664A08AB72D}" srcOrd="0" destOrd="3" presId="urn:microsoft.com/office/officeart/2005/8/layout/process3"/>
    <dgm:cxn modelId="{A8EE8524-BDB5-410D-9A85-6103FC6DBFF6}" type="presOf" srcId="{91C953C9-D967-48BC-8CAB-CC4ED4FA7759}" destId="{E5355819-CB59-4DF4-90C1-7664A08AB72D}" srcOrd="0" destOrd="2" presId="urn:microsoft.com/office/officeart/2005/8/layout/process3"/>
    <dgm:cxn modelId="{55413526-7870-4FF1-A500-4D334FE36644}" type="presOf" srcId="{BABF587E-C6B0-433F-BB92-5C434B6162BD}" destId="{E5355819-CB59-4DF4-90C1-7664A08AB72D}" srcOrd="0" destOrd="0" presId="urn:microsoft.com/office/officeart/2005/8/layout/process3"/>
    <dgm:cxn modelId="{9B9EA52A-2655-45D2-9103-A1B8DD0EC98D}" srcId="{BB0B46C6-FC29-4458-8EBC-0F0942DCEEE6}" destId="{0C04D157-02E4-47DB-806E-C8D1CF8D2A94}" srcOrd="2" destOrd="0" parTransId="{221F7263-A2C3-4957-868E-D12611C5BDF5}" sibTransId="{802EC65B-8138-4D4C-98F4-B5A6F3F96154}"/>
    <dgm:cxn modelId="{6BB4EB34-1C18-4559-A87E-10087BF11955}" srcId="{2C3FE4F1-C32E-4BCB-A1D0-34A8A874B8B4}" destId="{91C953C9-D967-48BC-8CAB-CC4ED4FA7759}" srcOrd="2" destOrd="0" parTransId="{4258670C-B343-4EAF-804C-2D1A150C1DAC}" sibTransId="{1DFC9AD6-D451-4F0F-A27F-F4FF0CACB4A9}"/>
    <dgm:cxn modelId="{6F05F95B-71C2-4F30-BFCB-A3DDCA82762B}" srcId="{D801B3DC-EE76-4D1F-AF3C-C4B40CDC25CA}" destId="{EB397676-6F10-487E-B931-459DCAEA0BC9}" srcOrd="2" destOrd="0" parTransId="{2E431BEB-4DDB-49B5-ACDC-27070FEAC68A}" sibTransId="{96F7B196-DFAB-4CAC-AECF-D226FC37668D}"/>
    <dgm:cxn modelId="{56E63A43-BABD-45D7-8C95-52590F2E4BA6}" srcId="{BB0B46C6-FC29-4458-8EBC-0F0942DCEEE6}" destId="{1C930375-42F0-4AE6-BE37-9680E27353B4}" srcOrd="0" destOrd="0" parTransId="{CFB7A91D-57B0-4077-A65B-DABD1732B1BB}" sibTransId="{E946690C-9468-48F1-8DB7-6A08FB13F3DB}"/>
    <dgm:cxn modelId="{22836F43-646F-412A-A714-9D402E5F1BA2}" type="presOf" srcId="{0C04D157-02E4-47DB-806E-C8D1CF8D2A94}" destId="{5CDB12E9-6334-4F0E-9690-A6DDCE30891B}" srcOrd="0" destOrd="2" presId="urn:microsoft.com/office/officeart/2005/8/layout/process3"/>
    <dgm:cxn modelId="{95427D68-CF5C-4703-A054-58D219D72440}" type="presOf" srcId="{D801B3DC-EE76-4D1F-AF3C-C4B40CDC25CA}" destId="{1DD6CD16-45DB-447D-B73F-AA5104992BB6}" srcOrd="0" destOrd="0" presId="urn:microsoft.com/office/officeart/2005/8/layout/process3"/>
    <dgm:cxn modelId="{F868E06A-C574-4825-ADBF-DD4495DCD558}" srcId="{2C3FE4F1-C32E-4BCB-A1D0-34A8A874B8B4}" destId="{3634C268-2ED5-4227-97A0-8E5DFD1369DC}" srcOrd="1" destOrd="0" parTransId="{EFC0BB54-B504-4EE7-9A35-A90B7E13328E}" sibTransId="{382C8215-CA99-4D10-89D2-20393AE6FC47}"/>
    <dgm:cxn modelId="{E3AF956B-5531-4C4F-AFC2-CA37DD382455}" type="presOf" srcId="{1EF98664-76B0-4221-9678-682EEC512656}" destId="{5CDB12E9-6334-4F0E-9690-A6DDCE30891B}" srcOrd="0" destOrd="3" presId="urn:microsoft.com/office/officeart/2005/8/layout/process3"/>
    <dgm:cxn modelId="{73C0444C-55AE-4443-AABE-754DF6B3B0D5}" type="presOf" srcId="{EB397676-6F10-487E-B931-459DCAEA0BC9}" destId="{4389806E-7F24-4F5C-93DB-F8DABCEDC9A0}" srcOrd="1" destOrd="0" presId="urn:microsoft.com/office/officeart/2005/8/layout/process3"/>
    <dgm:cxn modelId="{7AD80751-451B-4D44-8590-5F2F13C77BD6}" type="presOf" srcId="{2C3FE4F1-C32E-4BCB-A1D0-34A8A874B8B4}" destId="{A7589F2C-47A5-4D36-8B97-AB1B42761506}" srcOrd="0" destOrd="0" presId="urn:microsoft.com/office/officeart/2005/8/layout/process3"/>
    <dgm:cxn modelId="{45177672-E5BA-441D-9E40-8674949B4862}" srcId="{BB0B46C6-FC29-4458-8EBC-0F0942DCEEE6}" destId="{4A5574DA-E596-4CE5-8C8A-168E9AB6372B}" srcOrd="4" destOrd="0" parTransId="{B68A5BF5-7962-4C88-AC5E-A431EB62409A}" sibTransId="{9ECB0A5B-FB61-4FC3-97E3-A85E04F69CB7}"/>
    <dgm:cxn modelId="{CFCAF47E-9CC6-4840-AE6B-4F693FA430C4}" srcId="{D801B3DC-EE76-4D1F-AF3C-C4B40CDC25CA}" destId="{BB0B46C6-FC29-4458-8EBC-0F0942DCEEE6}" srcOrd="0" destOrd="0" parTransId="{9ED6DDB8-AFC2-4FBC-809B-4AA8492729DA}" sibTransId="{92C40782-5282-4F7A-AD75-BB741EBB52E2}"/>
    <dgm:cxn modelId="{11DB7983-FEC7-420A-B86E-2282E4AD28F1}" type="presOf" srcId="{A25535B9-9D54-4A66-BF74-98285C1118DD}" destId="{02756BA5-8F9D-48CA-B643-B6AAAA915B88}" srcOrd="0" destOrd="2" presId="urn:microsoft.com/office/officeart/2005/8/layout/process3"/>
    <dgm:cxn modelId="{55723086-DEC3-4DB6-A18A-AC98141C2A61}" srcId="{EB397676-6F10-487E-B931-459DCAEA0BC9}" destId="{A25535B9-9D54-4A66-BF74-98285C1118DD}" srcOrd="2" destOrd="0" parTransId="{C7B066C2-144B-4402-A89E-371B35404F1D}" sibTransId="{178AC8E7-FE93-40C5-85E9-150D2019C124}"/>
    <dgm:cxn modelId="{3D70348A-1535-4220-B3D1-51D24D08093C}" type="presOf" srcId="{2C3FE4F1-C32E-4BCB-A1D0-34A8A874B8B4}" destId="{128F9AD3-02D4-4367-88BC-3AB2A8CA1182}" srcOrd="1" destOrd="0" presId="urn:microsoft.com/office/officeart/2005/8/layout/process3"/>
    <dgm:cxn modelId="{84168E93-7FCD-41F4-ACFB-49C81C49043E}" type="presOf" srcId="{3634C268-2ED5-4227-97A0-8E5DFD1369DC}" destId="{E5355819-CB59-4DF4-90C1-7664A08AB72D}" srcOrd="0" destOrd="1" presId="urn:microsoft.com/office/officeart/2005/8/layout/process3"/>
    <dgm:cxn modelId="{1EC77397-5D1A-4F5D-B310-0FD7542393BB}" type="presOf" srcId="{EB397676-6F10-487E-B931-459DCAEA0BC9}" destId="{7882B9C3-F491-4E26-AA6C-C8AE30701377}" srcOrd="0" destOrd="0" presId="urn:microsoft.com/office/officeart/2005/8/layout/process3"/>
    <dgm:cxn modelId="{20E43C9D-4FCE-446F-B4F7-9A72F100718A}" srcId="{BB0B46C6-FC29-4458-8EBC-0F0942DCEEE6}" destId="{7D3AB4DE-A3DF-4F5D-B90C-BAA9496EB2FA}" srcOrd="1" destOrd="0" parTransId="{C837799B-88D3-490C-98DC-62DE2C33F30E}" sibTransId="{DEB13BDB-E3F2-4AB4-9048-0F54CC46F637}"/>
    <dgm:cxn modelId="{D1B015A1-6A7F-476C-A084-C0EA353FF1BB}" srcId="{EB397676-6F10-487E-B931-459DCAEA0BC9}" destId="{743C9F7C-A9B4-4D58-95A0-F78CA4589935}" srcOrd="1" destOrd="0" parTransId="{E065FAF2-DD84-43CA-8E07-846CEF869021}" sibTransId="{717F2C72-3E3A-4FFB-AB78-80766A09C57A}"/>
    <dgm:cxn modelId="{1ACF1EA2-20F0-42E0-81DB-572EF7927C8C}" type="presOf" srcId="{68AB6F7E-4B84-494D-AAB1-BC991F570DF7}" destId="{AC4CF61C-B68D-4F88-BD8D-A80BB02AD22F}" srcOrd="1" destOrd="0" presId="urn:microsoft.com/office/officeart/2005/8/layout/process3"/>
    <dgm:cxn modelId="{4F2A7DA2-B259-4320-BD86-CB396A12304B}" srcId="{2C3FE4F1-C32E-4BCB-A1D0-34A8A874B8B4}" destId="{71372B5B-9195-4D64-B6AD-645C34710A29}" srcOrd="3" destOrd="0" parTransId="{14054551-05E9-45AD-BCD2-558C9457E37A}" sibTransId="{ADA37BD6-1315-41FD-A6FC-22292979D3D0}"/>
    <dgm:cxn modelId="{D50E41A6-4667-4989-86DE-3787F15AA768}" type="presOf" srcId="{BB0B46C6-FC29-4458-8EBC-0F0942DCEEE6}" destId="{2886A75F-DB4D-4F7E-9310-2177D461EF1A}" srcOrd="1" destOrd="0" presId="urn:microsoft.com/office/officeart/2005/8/layout/process3"/>
    <dgm:cxn modelId="{A89137A7-A929-4567-BF16-D7D3C46BADE3}" srcId="{2C3FE4F1-C32E-4BCB-A1D0-34A8A874B8B4}" destId="{BABF587E-C6B0-433F-BB92-5C434B6162BD}" srcOrd="0" destOrd="0" parTransId="{27B3D059-A5AF-4F85-BEE7-5CA9320346FD}" sibTransId="{E2737E25-E3ED-4275-8DA8-DCC719B17D77}"/>
    <dgm:cxn modelId="{A7E70AAD-4028-4C2D-883E-2A3DB78AC0E0}" type="presOf" srcId="{4A5574DA-E596-4CE5-8C8A-168E9AB6372B}" destId="{5CDB12E9-6334-4F0E-9690-A6DDCE30891B}" srcOrd="0" destOrd="4" presId="urn:microsoft.com/office/officeart/2005/8/layout/process3"/>
    <dgm:cxn modelId="{54E2D4BD-E51D-488B-BC9A-EB70B6A3FEB7}" type="presOf" srcId="{743C9F7C-A9B4-4D58-95A0-F78CA4589935}" destId="{02756BA5-8F9D-48CA-B643-B6AAAA915B88}" srcOrd="0" destOrd="1" presId="urn:microsoft.com/office/officeart/2005/8/layout/process3"/>
    <dgm:cxn modelId="{2C632AC3-4C76-400B-8270-A9F6FD941BC8}" type="presOf" srcId="{1C930375-42F0-4AE6-BE37-9680E27353B4}" destId="{5CDB12E9-6334-4F0E-9690-A6DDCE30891B}" srcOrd="0" destOrd="0" presId="urn:microsoft.com/office/officeart/2005/8/layout/process3"/>
    <dgm:cxn modelId="{64BCF5C6-4ECE-486B-8F7B-B578F1CC0097}" type="presOf" srcId="{68AB6F7E-4B84-494D-AAB1-BC991F570DF7}" destId="{F276802A-F0AD-4FBD-8DA0-D60B82055AC4}" srcOrd="0" destOrd="0" presId="urn:microsoft.com/office/officeart/2005/8/layout/process3"/>
    <dgm:cxn modelId="{3591A7D4-505C-4D92-8074-B2B4CAB7A69C}" type="presOf" srcId="{B662B528-7D50-497E-B0BD-95453665435C}" destId="{02756BA5-8F9D-48CA-B643-B6AAAA915B88}" srcOrd="0" destOrd="3" presId="urn:microsoft.com/office/officeart/2005/8/layout/process3"/>
    <dgm:cxn modelId="{4FFF31E6-F8CA-4A36-ACC0-112D03A2ADAF}" type="presOf" srcId="{BB0B46C6-FC29-4458-8EBC-0F0942DCEEE6}" destId="{F972E392-0DE9-4CEB-B46B-4237042CFB7F}" srcOrd="0" destOrd="0" presId="urn:microsoft.com/office/officeart/2005/8/layout/process3"/>
    <dgm:cxn modelId="{FE916EEA-3C5E-4B3C-9E1B-BEA1DBB52663}" srcId="{BB0B46C6-FC29-4458-8EBC-0F0942DCEEE6}" destId="{1EF98664-76B0-4221-9678-682EEC512656}" srcOrd="3" destOrd="0" parTransId="{6474E975-B31D-451C-A607-5EC4463E5688}" sibTransId="{E10D0E83-7005-4614-A06E-9DE6BAC29DA3}"/>
    <dgm:cxn modelId="{4F53EEEE-04F9-469D-8429-41195D0C707C}" srcId="{EB397676-6F10-487E-B931-459DCAEA0BC9}" destId="{176462A4-117A-4B55-AA47-3F0C9122A761}" srcOrd="0" destOrd="0" parTransId="{9D649DB8-6D0D-4F3D-86D4-2532DC4D4904}" sibTransId="{CEF0DB6B-DFF1-4D09-84AA-9F33C98A6DD3}"/>
    <dgm:cxn modelId="{85E20FF8-C0A0-4CC8-B3A3-D1D613D80E84}" srcId="{EB397676-6F10-487E-B931-459DCAEA0BC9}" destId="{B662B528-7D50-497E-B0BD-95453665435C}" srcOrd="3" destOrd="0" parTransId="{45F2734A-7365-4D9F-BA1F-3575AF0A4325}" sibTransId="{B5715FD7-44C5-4947-981F-60BF4EDBF50B}"/>
    <dgm:cxn modelId="{7846D0F8-8C37-41C5-86D0-F58D1A5A056F}" type="presOf" srcId="{7D3AB4DE-A3DF-4F5D-B90C-BAA9496EB2FA}" destId="{5CDB12E9-6334-4F0E-9690-A6DDCE30891B}" srcOrd="0" destOrd="1" presId="urn:microsoft.com/office/officeart/2005/8/layout/process3"/>
    <dgm:cxn modelId="{6056C6F9-774D-49F4-BEAC-3EE6D2CE2F9C}" type="presOf" srcId="{176462A4-117A-4B55-AA47-3F0C9122A761}" destId="{02756BA5-8F9D-48CA-B643-B6AAAA915B88}" srcOrd="0" destOrd="0" presId="urn:microsoft.com/office/officeart/2005/8/layout/process3"/>
    <dgm:cxn modelId="{89998024-2CCA-4E43-AF7B-76519748B5A6}" type="presParOf" srcId="{1DD6CD16-45DB-447D-B73F-AA5104992BB6}" destId="{0C302DBC-7D02-47EC-ACA9-28F2C1D00CEE}" srcOrd="0" destOrd="0" presId="urn:microsoft.com/office/officeart/2005/8/layout/process3"/>
    <dgm:cxn modelId="{54A4CDCA-4B09-4A25-B006-A8A19C48550B}" type="presParOf" srcId="{0C302DBC-7D02-47EC-ACA9-28F2C1D00CEE}" destId="{F972E392-0DE9-4CEB-B46B-4237042CFB7F}" srcOrd="0" destOrd="0" presId="urn:microsoft.com/office/officeart/2005/8/layout/process3"/>
    <dgm:cxn modelId="{9E0BD695-743B-4952-B726-C3CC4A0B785B}" type="presParOf" srcId="{0C302DBC-7D02-47EC-ACA9-28F2C1D00CEE}" destId="{2886A75F-DB4D-4F7E-9310-2177D461EF1A}" srcOrd="1" destOrd="0" presId="urn:microsoft.com/office/officeart/2005/8/layout/process3"/>
    <dgm:cxn modelId="{21183D10-AC9B-41A8-84A4-2315EFA1AA8C}" type="presParOf" srcId="{0C302DBC-7D02-47EC-ACA9-28F2C1D00CEE}" destId="{5CDB12E9-6334-4F0E-9690-A6DDCE30891B}" srcOrd="2" destOrd="0" presId="urn:microsoft.com/office/officeart/2005/8/layout/process3"/>
    <dgm:cxn modelId="{A6F3931D-C13A-48C8-B8F4-B0B3E59ADBCA}" type="presParOf" srcId="{1DD6CD16-45DB-447D-B73F-AA5104992BB6}" destId="{84AFFB33-2506-4783-A529-5B6BCC4EE987}" srcOrd="1" destOrd="0" presId="urn:microsoft.com/office/officeart/2005/8/layout/process3"/>
    <dgm:cxn modelId="{F344C10E-4FB0-4822-93A5-B7FE3CFD19A9}" type="presParOf" srcId="{84AFFB33-2506-4783-A529-5B6BCC4EE987}" destId="{A4A37690-88E1-4189-A02F-104324D5942A}" srcOrd="0" destOrd="0" presId="urn:microsoft.com/office/officeart/2005/8/layout/process3"/>
    <dgm:cxn modelId="{C5737984-4DDE-4763-91DE-A3FB742BC837}" type="presParOf" srcId="{1DD6CD16-45DB-447D-B73F-AA5104992BB6}" destId="{EF2F2FE5-4AC3-451B-9035-C47408515865}" srcOrd="2" destOrd="0" presId="urn:microsoft.com/office/officeart/2005/8/layout/process3"/>
    <dgm:cxn modelId="{39443F1F-EB09-481D-AA4E-1C9D8ACE8961}" type="presParOf" srcId="{EF2F2FE5-4AC3-451B-9035-C47408515865}" destId="{A7589F2C-47A5-4D36-8B97-AB1B42761506}" srcOrd="0" destOrd="0" presId="urn:microsoft.com/office/officeart/2005/8/layout/process3"/>
    <dgm:cxn modelId="{07A6C869-3368-4E08-A5EA-005A4E10B6E2}" type="presParOf" srcId="{EF2F2FE5-4AC3-451B-9035-C47408515865}" destId="{128F9AD3-02D4-4367-88BC-3AB2A8CA1182}" srcOrd="1" destOrd="0" presId="urn:microsoft.com/office/officeart/2005/8/layout/process3"/>
    <dgm:cxn modelId="{2C48517E-12CB-4D58-B027-A86884E40890}" type="presParOf" srcId="{EF2F2FE5-4AC3-451B-9035-C47408515865}" destId="{E5355819-CB59-4DF4-90C1-7664A08AB72D}" srcOrd="2" destOrd="0" presId="urn:microsoft.com/office/officeart/2005/8/layout/process3"/>
    <dgm:cxn modelId="{BCE913EF-84BE-4862-8195-6E8E83BA0597}" type="presParOf" srcId="{1DD6CD16-45DB-447D-B73F-AA5104992BB6}" destId="{F276802A-F0AD-4FBD-8DA0-D60B82055AC4}" srcOrd="3" destOrd="0" presId="urn:microsoft.com/office/officeart/2005/8/layout/process3"/>
    <dgm:cxn modelId="{5E300C6C-4DAA-4E48-AB1E-81C2AE40B0E2}" type="presParOf" srcId="{F276802A-F0AD-4FBD-8DA0-D60B82055AC4}" destId="{AC4CF61C-B68D-4F88-BD8D-A80BB02AD22F}" srcOrd="0" destOrd="0" presId="urn:microsoft.com/office/officeart/2005/8/layout/process3"/>
    <dgm:cxn modelId="{DC641730-3453-4A61-B75C-79F0E53C5BB9}" type="presParOf" srcId="{1DD6CD16-45DB-447D-B73F-AA5104992BB6}" destId="{BCCF08B8-6E73-45D6-B81A-7D419ACEE341}" srcOrd="4" destOrd="0" presId="urn:microsoft.com/office/officeart/2005/8/layout/process3"/>
    <dgm:cxn modelId="{D01900F5-2BDD-4AAE-89E6-527274BB76AE}" type="presParOf" srcId="{BCCF08B8-6E73-45D6-B81A-7D419ACEE341}" destId="{7882B9C3-F491-4E26-AA6C-C8AE30701377}" srcOrd="0" destOrd="0" presId="urn:microsoft.com/office/officeart/2005/8/layout/process3"/>
    <dgm:cxn modelId="{6C104D58-2778-40ED-A298-7453F73D8AFF}" type="presParOf" srcId="{BCCF08B8-6E73-45D6-B81A-7D419ACEE341}" destId="{4389806E-7F24-4F5C-93DB-F8DABCEDC9A0}" srcOrd="1" destOrd="0" presId="urn:microsoft.com/office/officeart/2005/8/layout/process3"/>
    <dgm:cxn modelId="{9A4729B0-FD25-472F-9C96-420632CBCF11}" type="presParOf" srcId="{BCCF08B8-6E73-45D6-B81A-7D419ACEE341}" destId="{02756BA5-8F9D-48CA-B643-B6AAAA915B88}"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11C193-1189-46B7-B81D-8C8377A32457}" type="doc">
      <dgm:prSet loTypeId="urn:microsoft.com/office/officeart/2005/8/layout/hList7" loCatId="process" qsTypeId="urn:microsoft.com/office/officeart/2005/8/quickstyle/simple1" qsCatId="simple" csTypeId="urn:microsoft.com/office/officeart/2005/8/colors/colorful1" csCatId="colorful" phldr="1"/>
      <dgm:spPr/>
    </dgm:pt>
    <dgm:pt modelId="{6F23C7FB-47B5-4652-974B-FE6D6E015AE4}">
      <dgm:prSet phldrT="[Text]"/>
      <dgm:spPr/>
      <dgm:t>
        <a:bodyPr/>
        <a:lstStyle/>
        <a:p>
          <a:r>
            <a:rPr lang="en-US" dirty="0"/>
            <a:t>Client-end</a:t>
          </a:r>
          <a:endParaRPr lang="en-PK" dirty="0"/>
        </a:p>
      </dgm:t>
    </dgm:pt>
    <dgm:pt modelId="{9435D47F-24C3-48EE-A6ED-888D99DABC47}" type="parTrans" cxnId="{AB22F97B-5C4F-4116-A896-E8163C992EA4}">
      <dgm:prSet/>
      <dgm:spPr/>
      <dgm:t>
        <a:bodyPr/>
        <a:lstStyle/>
        <a:p>
          <a:endParaRPr lang="en-PK"/>
        </a:p>
      </dgm:t>
    </dgm:pt>
    <dgm:pt modelId="{95C8C9B2-43B6-433C-A7EB-1C7DCB0C5CB9}" type="sibTrans" cxnId="{AB22F97B-5C4F-4116-A896-E8163C992EA4}">
      <dgm:prSet/>
      <dgm:spPr/>
      <dgm:t>
        <a:bodyPr/>
        <a:lstStyle/>
        <a:p>
          <a:endParaRPr lang="en-PK"/>
        </a:p>
      </dgm:t>
    </dgm:pt>
    <dgm:pt modelId="{CA1C999F-33F9-4259-9AA7-6080C7F87BFB}">
      <dgm:prSet phldrT="[Text]"/>
      <dgm:spPr/>
      <dgm:t>
        <a:bodyPr/>
        <a:lstStyle/>
        <a:p>
          <a:r>
            <a:rPr lang="en-US" dirty="0"/>
            <a:t>Controller Tier</a:t>
          </a:r>
          <a:endParaRPr lang="en-PK" dirty="0"/>
        </a:p>
      </dgm:t>
    </dgm:pt>
    <dgm:pt modelId="{A31102E2-0280-484D-A211-ABCA53D4CDFF}" type="parTrans" cxnId="{ABA134D7-AD8E-4881-8C0C-6F472192A085}">
      <dgm:prSet/>
      <dgm:spPr/>
      <dgm:t>
        <a:bodyPr/>
        <a:lstStyle/>
        <a:p>
          <a:endParaRPr lang="en-PK"/>
        </a:p>
      </dgm:t>
    </dgm:pt>
    <dgm:pt modelId="{32A7432A-D59D-4397-96CE-DB50BEC0F075}" type="sibTrans" cxnId="{ABA134D7-AD8E-4881-8C0C-6F472192A085}">
      <dgm:prSet/>
      <dgm:spPr/>
      <dgm:t>
        <a:bodyPr/>
        <a:lstStyle/>
        <a:p>
          <a:endParaRPr lang="en-PK"/>
        </a:p>
      </dgm:t>
    </dgm:pt>
    <dgm:pt modelId="{00ED1EA4-CB68-4715-B343-A28567E492C4}">
      <dgm:prSet phldrT="[Text]"/>
      <dgm:spPr/>
      <dgm:t>
        <a:bodyPr/>
        <a:lstStyle/>
        <a:p>
          <a:r>
            <a:rPr lang="en-US" dirty="0"/>
            <a:t>Service Tier</a:t>
          </a:r>
          <a:endParaRPr lang="en-PK" dirty="0"/>
        </a:p>
      </dgm:t>
    </dgm:pt>
    <dgm:pt modelId="{17E5C054-BF3A-4AFC-960C-F22083DF0224}" type="parTrans" cxnId="{5929E54C-D1BC-42C7-AFF4-837ACFE5FBA2}">
      <dgm:prSet/>
      <dgm:spPr/>
      <dgm:t>
        <a:bodyPr/>
        <a:lstStyle/>
        <a:p>
          <a:endParaRPr lang="en-PK"/>
        </a:p>
      </dgm:t>
    </dgm:pt>
    <dgm:pt modelId="{C8660B16-22C5-46E5-9392-71003E3F5A4D}" type="sibTrans" cxnId="{5929E54C-D1BC-42C7-AFF4-837ACFE5FBA2}">
      <dgm:prSet/>
      <dgm:spPr/>
      <dgm:t>
        <a:bodyPr/>
        <a:lstStyle/>
        <a:p>
          <a:endParaRPr lang="en-PK"/>
        </a:p>
      </dgm:t>
    </dgm:pt>
    <dgm:pt modelId="{EE9B54D8-158B-4536-8EB1-ECE04DCFCB23}">
      <dgm:prSet phldrT="[Text]"/>
      <dgm:spPr/>
      <dgm:t>
        <a:bodyPr/>
        <a:lstStyle/>
        <a:p>
          <a:r>
            <a:rPr lang="en-US" dirty="0"/>
            <a:t>Data Access Tier</a:t>
          </a:r>
          <a:endParaRPr lang="en-PK" dirty="0"/>
        </a:p>
      </dgm:t>
    </dgm:pt>
    <dgm:pt modelId="{4FE7BEE4-E9D9-4A22-9A1E-A30582548867}" type="parTrans" cxnId="{6204B906-A4CC-4D38-B570-3014F0CA0C23}">
      <dgm:prSet/>
      <dgm:spPr/>
      <dgm:t>
        <a:bodyPr/>
        <a:lstStyle/>
        <a:p>
          <a:endParaRPr lang="en-PK"/>
        </a:p>
      </dgm:t>
    </dgm:pt>
    <dgm:pt modelId="{0F66B7A3-5CCA-451B-880C-054B72639B11}" type="sibTrans" cxnId="{6204B906-A4CC-4D38-B570-3014F0CA0C23}">
      <dgm:prSet/>
      <dgm:spPr/>
      <dgm:t>
        <a:bodyPr/>
        <a:lstStyle/>
        <a:p>
          <a:endParaRPr lang="en-PK"/>
        </a:p>
      </dgm:t>
    </dgm:pt>
    <dgm:pt modelId="{854203CC-3D2D-4AA1-8048-58C265727BA4}">
      <dgm:prSet phldrT="[Text]"/>
      <dgm:spPr/>
      <dgm:t>
        <a:bodyPr/>
        <a:lstStyle/>
        <a:p>
          <a:r>
            <a:rPr lang="en-US" dirty="0"/>
            <a:t>Database</a:t>
          </a:r>
          <a:endParaRPr lang="en-PK" dirty="0"/>
        </a:p>
      </dgm:t>
    </dgm:pt>
    <dgm:pt modelId="{73332D7F-0DBC-406C-A2E6-EA25AF83174F}" type="parTrans" cxnId="{61633CC4-C6B6-4C2C-A8F6-31BBD98EA1EE}">
      <dgm:prSet/>
      <dgm:spPr/>
      <dgm:t>
        <a:bodyPr/>
        <a:lstStyle/>
        <a:p>
          <a:endParaRPr lang="en-PK"/>
        </a:p>
      </dgm:t>
    </dgm:pt>
    <dgm:pt modelId="{84F0A0FB-9A08-4EEC-B8F8-69661A90FB35}" type="sibTrans" cxnId="{61633CC4-C6B6-4C2C-A8F6-31BBD98EA1EE}">
      <dgm:prSet/>
      <dgm:spPr/>
      <dgm:t>
        <a:bodyPr/>
        <a:lstStyle/>
        <a:p>
          <a:endParaRPr lang="en-PK"/>
        </a:p>
      </dgm:t>
    </dgm:pt>
    <dgm:pt modelId="{9D730F1C-5DCD-4FCC-9934-9F7D2DBA581C}" type="pres">
      <dgm:prSet presAssocID="{CD11C193-1189-46B7-B81D-8C8377A32457}" presName="Name0" presStyleCnt="0">
        <dgm:presLayoutVars>
          <dgm:dir/>
          <dgm:resizeHandles val="exact"/>
        </dgm:presLayoutVars>
      </dgm:prSet>
      <dgm:spPr/>
    </dgm:pt>
    <dgm:pt modelId="{AE6B8C5F-2616-40EF-A11C-E243C37A6106}" type="pres">
      <dgm:prSet presAssocID="{CD11C193-1189-46B7-B81D-8C8377A32457}" presName="fgShape" presStyleLbl="fgShp" presStyleIdx="0" presStyleCnt="1" custScaleX="77254" custLinFactNeighborX="10738"/>
      <dgm:spPr/>
    </dgm:pt>
    <dgm:pt modelId="{590C1BEA-824C-4F53-B3A4-28B04EC84765}" type="pres">
      <dgm:prSet presAssocID="{CD11C193-1189-46B7-B81D-8C8377A32457}" presName="linComp" presStyleCnt="0"/>
      <dgm:spPr/>
    </dgm:pt>
    <dgm:pt modelId="{FD63B921-2E54-4238-A133-3A255038D539}" type="pres">
      <dgm:prSet presAssocID="{6F23C7FB-47B5-4652-974B-FE6D6E015AE4}" presName="compNode" presStyleCnt="0"/>
      <dgm:spPr/>
    </dgm:pt>
    <dgm:pt modelId="{B4BB09A3-05EA-49B1-9F5C-7CB4016F16C1}" type="pres">
      <dgm:prSet presAssocID="{6F23C7FB-47B5-4652-974B-FE6D6E015AE4}" presName="bkgdShape" presStyleLbl="node1" presStyleIdx="0" presStyleCnt="5"/>
      <dgm:spPr/>
    </dgm:pt>
    <dgm:pt modelId="{EFF04105-AF3F-4AFD-B17E-E8C3078019E9}" type="pres">
      <dgm:prSet presAssocID="{6F23C7FB-47B5-4652-974B-FE6D6E015AE4}" presName="nodeTx" presStyleLbl="node1" presStyleIdx="0" presStyleCnt="5">
        <dgm:presLayoutVars>
          <dgm:bulletEnabled val="1"/>
        </dgm:presLayoutVars>
      </dgm:prSet>
      <dgm:spPr/>
    </dgm:pt>
    <dgm:pt modelId="{5B468E95-0686-4793-A025-F023CA9BBF76}" type="pres">
      <dgm:prSet presAssocID="{6F23C7FB-47B5-4652-974B-FE6D6E015AE4}" presName="invisiNode" presStyleLbl="node1" presStyleIdx="0" presStyleCnt="5"/>
      <dgm:spPr/>
    </dgm:pt>
    <dgm:pt modelId="{013AE71D-A6B8-40C9-95C4-A02BD9DD2EE9}" type="pres">
      <dgm:prSet presAssocID="{6F23C7FB-47B5-4652-974B-FE6D6E015AE4}" presName="imagNode" presStyleLbl="fgImgPlac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Customer review with solid fill"/>
        </a:ext>
      </dgm:extLst>
    </dgm:pt>
    <dgm:pt modelId="{0EC7B128-8EFA-4C52-B471-DA08AE11B478}" type="pres">
      <dgm:prSet presAssocID="{95C8C9B2-43B6-433C-A7EB-1C7DCB0C5CB9}" presName="sibTrans" presStyleLbl="sibTrans2D1" presStyleIdx="0" presStyleCnt="0"/>
      <dgm:spPr/>
    </dgm:pt>
    <dgm:pt modelId="{0A73EB1D-49C7-4B55-8361-0618AAEDBBEF}" type="pres">
      <dgm:prSet presAssocID="{CA1C999F-33F9-4259-9AA7-6080C7F87BFB}" presName="compNode" presStyleCnt="0"/>
      <dgm:spPr/>
    </dgm:pt>
    <dgm:pt modelId="{53F27FEA-267B-44CE-B16A-D554F3A1E717}" type="pres">
      <dgm:prSet presAssocID="{CA1C999F-33F9-4259-9AA7-6080C7F87BFB}" presName="bkgdShape" presStyleLbl="node1" presStyleIdx="1" presStyleCnt="5"/>
      <dgm:spPr/>
    </dgm:pt>
    <dgm:pt modelId="{0C4D5A41-E2B4-43D8-BE35-0C3B2218B3FE}" type="pres">
      <dgm:prSet presAssocID="{CA1C999F-33F9-4259-9AA7-6080C7F87BFB}" presName="nodeTx" presStyleLbl="node1" presStyleIdx="1" presStyleCnt="5">
        <dgm:presLayoutVars>
          <dgm:bulletEnabled val="1"/>
        </dgm:presLayoutVars>
      </dgm:prSet>
      <dgm:spPr/>
    </dgm:pt>
    <dgm:pt modelId="{E6C88DC4-3B74-40ED-8BCC-CF4C0E6149F4}" type="pres">
      <dgm:prSet presAssocID="{CA1C999F-33F9-4259-9AA7-6080C7F87BFB}" presName="invisiNode" presStyleLbl="node1" presStyleIdx="1" presStyleCnt="5"/>
      <dgm:spPr/>
    </dgm:pt>
    <dgm:pt modelId="{A90DA187-B0C1-46F2-8076-10C86A73CE7A}" type="pres">
      <dgm:prSet presAssocID="{CA1C999F-33F9-4259-9AA7-6080C7F87BFB}" presName="imagNode" presStyleLbl="fgImgPlac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Tick with solid fill"/>
        </a:ext>
      </dgm:extLst>
    </dgm:pt>
    <dgm:pt modelId="{9A690A34-483C-4A12-98B3-FFF705A21CB6}" type="pres">
      <dgm:prSet presAssocID="{32A7432A-D59D-4397-96CE-DB50BEC0F075}" presName="sibTrans" presStyleLbl="sibTrans2D1" presStyleIdx="0" presStyleCnt="0"/>
      <dgm:spPr/>
    </dgm:pt>
    <dgm:pt modelId="{C7013BB7-33E7-4ECA-A622-AFED9AF05412}" type="pres">
      <dgm:prSet presAssocID="{00ED1EA4-CB68-4715-B343-A28567E492C4}" presName="compNode" presStyleCnt="0"/>
      <dgm:spPr/>
    </dgm:pt>
    <dgm:pt modelId="{FD79A22D-DD55-4201-A087-FEC873351DCE}" type="pres">
      <dgm:prSet presAssocID="{00ED1EA4-CB68-4715-B343-A28567E492C4}" presName="bkgdShape" presStyleLbl="node1" presStyleIdx="2" presStyleCnt="5"/>
      <dgm:spPr/>
    </dgm:pt>
    <dgm:pt modelId="{A85730EB-EB27-4CFF-9E06-F561A3A7BEC7}" type="pres">
      <dgm:prSet presAssocID="{00ED1EA4-CB68-4715-B343-A28567E492C4}" presName="nodeTx" presStyleLbl="node1" presStyleIdx="2" presStyleCnt="5">
        <dgm:presLayoutVars>
          <dgm:bulletEnabled val="1"/>
        </dgm:presLayoutVars>
      </dgm:prSet>
      <dgm:spPr/>
    </dgm:pt>
    <dgm:pt modelId="{246E5D9B-09F0-49DD-9DAF-E27A90B842A3}" type="pres">
      <dgm:prSet presAssocID="{00ED1EA4-CB68-4715-B343-A28567E492C4}" presName="invisiNode" presStyleLbl="node1" presStyleIdx="2" presStyleCnt="5"/>
      <dgm:spPr/>
    </dgm:pt>
    <dgm:pt modelId="{C9271441-DDB8-4C60-9288-CF952DB6B309}" type="pres">
      <dgm:prSet presAssocID="{00ED1EA4-CB68-4715-B343-A28567E492C4}" presName="imagNode" presStyleLbl="fgImgPlac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Workflow with solid fill"/>
        </a:ext>
      </dgm:extLst>
    </dgm:pt>
    <dgm:pt modelId="{38C2245A-8EAA-4FEC-90FE-52FFB3A257F0}" type="pres">
      <dgm:prSet presAssocID="{C8660B16-22C5-46E5-9392-71003E3F5A4D}" presName="sibTrans" presStyleLbl="sibTrans2D1" presStyleIdx="0" presStyleCnt="0"/>
      <dgm:spPr/>
    </dgm:pt>
    <dgm:pt modelId="{98E312C9-40A0-402B-8BBB-2CC2D84A3C42}" type="pres">
      <dgm:prSet presAssocID="{EE9B54D8-158B-4536-8EB1-ECE04DCFCB23}" presName="compNode" presStyleCnt="0"/>
      <dgm:spPr/>
    </dgm:pt>
    <dgm:pt modelId="{72748189-8275-4753-92BA-9780B2C0A5ED}" type="pres">
      <dgm:prSet presAssocID="{EE9B54D8-158B-4536-8EB1-ECE04DCFCB23}" presName="bkgdShape" presStyleLbl="node1" presStyleIdx="3" presStyleCnt="5"/>
      <dgm:spPr/>
    </dgm:pt>
    <dgm:pt modelId="{7C51DE7D-DBF5-47B7-81EC-9ACB40090B75}" type="pres">
      <dgm:prSet presAssocID="{EE9B54D8-158B-4536-8EB1-ECE04DCFCB23}" presName="nodeTx" presStyleLbl="node1" presStyleIdx="3" presStyleCnt="5">
        <dgm:presLayoutVars>
          <dgm:bulletEnabled val="1"/>
        </dgm:presLayoutVars>
      </dgm:prSet>
      <dgm:spPr/>
    </dgm:pt>
    <dgm:pt modelId="{E108D5AA-BA26-40F2-80D6-355C97D5081C}" type="pres">
      <dgm:prSet presAssocID="{EE9B54D8-158B-4536-8EB1-ECE04DCFCB23}" presName="invisiNode" presStyleLbl="node1" presStyleIdx="3" presStyleCnt="5"/>
      <dgm:spPr/>
    </dgm:pt>
    <dgm:pt modelId="{CE234D19-57FB-440C-A68E-86841E860527}" type="pres">
      <dgm:prSet presAssocID="{EE9B54D8-158B-4536-8EB1-ECE04DCFCB23}" presName="imagNode" presStyleLbl="fgImgPlac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Server with solid fill"/>
        </a:ext>
      </dgm:extLst>
    </dgm:pt>
    <dgm:pt modelId="{1F61DABD-9C73-4926-A55C-71CBAF2CDC5D}" type="pres">
      <dgm:prSet presAssocID="{0F66B7A3-5CCA-451B-880C-054B72639B11}" presName="sibTrans" presStyleLbl="sibTrans2D1" presStyleIdx="0" presStyleCnt="0"/>
      <dgm:spPr/>
    </dgm:pt>
    <dgm:pt modelId="{942FBEAC-5EC6-4103-954D-3500BC0AC939}" type="pres">
      <dgm:prSet presAssocID="{854203CC-3D2D-4AA1-8048-58C265727BA4}" presName="compNode" presStyleCnt="0"/>
      <dgm:spPr/>
    </dgm:pt>
    <dgm:pt modelId="{28211EC3-1C16-4508-9C11-DBE3D23FD8F1}" type="pres">
      <dgm:prSet presAssocID="{854203CC-3D2D-4AA1-8048-58C265727BA4}" presName="bkgdShape" presStyleLbl="node1" presStyleIdx="4" presStyleCnt="5"/>
      <dgm:spPr/>
    </dgm:pt>
    <dgm:pt modelId="{CCF12287-6048-42C6-8A9E-769F1DEC128C}" type="pres">
      <dgm:prSet presAssocID="{854203CC-3D2D-4AA1-8048-58C265727BA4}" presName="nodeTx" presStyleLbl="node1" presStyleIdx="4" presStyleCnt="5">
        <dgm:presLayoutVars>
          <dgm:bulletEnabled val="1"/>
        </dgm:presLayoutVars>
      </dgm:prSet>
      <dgm:spPr/>
    </dgm:pt>
    <dgm:pt modelId="{5868F57F-CFA7-4966-9B23-AB41F4113936}" type="pres">
      <dgm:prSet presAssocID="{854203CC-3D2D-4AA1-8048-58C265727BA4}" presName="invisiNode" presStyleLbl="node1" presStyleIdx="4" presStyleCnt="5"/>
      <dgm:spPr/>
    </dgm:pt>
    <dgm:pt modelId="{1B5F92C5-C53D-404C-854F-573599E2F80C}" type="pres">
      <dgm:prSet presAssocID="{854203CC-3D2D-4AA1-8048-58C265727BA4}" presName="imagNode" presStyleLbl="fgImgPlac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Database with solid fill"/>
        </a:ext>
      </dgm:extLst>
    </dgm:pt>
  </dgm:ptLst>
  <dgm:cxnLst>
    <dgm:cxn modelId="{6204B906-A4CC-4D38-B570-3014F0CA0C23}" srcId="{CD11C193-1189-46B7-B81D-8C8377A32457}" destId="{EE9B54D8-158B-4536-8EB1-ECE04DCFCB23}" srcOrd="3" destOrd="0" parTransId="{4FE7BEE4-E9D9-4A22-9A1E-A30582548867}" sibTransId="{0F66B7A3-5CCA-451B-880C-054B72639B11}"/>
    <dgm:cxn modelId="{D9E68B0F-5EBA-4211-852E-674AD4930289}" type="presOf" srcId="{854203CC-3D2D-4AA1-8048-58C265727BA4}" destId="{28211EC3-1C16-4508-9C11-DBE3D23FD8F1}" srcOrd="0" destOrd="0" presId="urn:microsoft.com/office/officeart/2005/8/layout/hList7"/>
    <dgm:cxn modelId="{F252FB22-56EF-4A41-993D-658FA02129FC}" type="presOf" srcId="{CA1C999F-33F9-4259-9AA7-6080C7F87BFB}" destId="{53F27FEA-267B-44CE-B16A-D554F3A1E717}" srcOrd="0" destOrd="0" presId="urn:microsoft.com/office/officeart/2005/8/layout/hList7"/>
    <dgm:cxn modelId="{69341F2D-53F0-4DA5-A79B-36010E22ED96}" type="presOf" srcId="{EE9B54D8-158B-4536-8EB1-ECE04DCFCB23}" destId="{72748189-8275-4753-92BA-9780B2C0A5ED}" srcOrd="0" destOrd="0" presId="urn:microsoft.com/office/officeart/2005/8/layout/hList7"/>
    <dgm:cxn modelId="{0D09C43A-4481-4C55-A3A1-5CE9FD0C41E7}" type="presOf" srcId="{854203CC-3D2D-4AA1-8048-58C265727BA4}" destId="{CCF12287-6048-42C6-8A9E-769F1DEC128C}" srcOrd="1" destOrd="0" presId="urn:microsoft.com/office/officeart/2005/8/layout/hList7"/>
    <dgm:cxn modelId="{89E09640-2EEF-4369-8796-E64AAE870453}" type="presOf" srcId="{CD11C193-1189-46B7-B81D-8C8377A32457}" destId="{9D730F1C-5DCD-4FCC-9934-9F7D2DBA581C}" srcOrd="0" destOrd="0" presId="urn:microsoft.com/office/officeart/2005/8/layout/hList7"/>
    <dgm:cxn modelId="{315F4F68-C2DD-4C9B-90D5-B4F165BD2D69}" type="presOf" srcId="{6F23C7FB-47B5-4652-974B-FE6D6E015AE4}" destId="{B4BB09A3-05EA-49B1-9F5C-7CB4016F16C1}" srcOrd="0" destOrd="0" presId="urn:microsoft.com/office/officeart/2005/8/layout/hList7"/>
    <dgm:cxn modelId="{5929E54C-D1BC-42C7-AFF4-837ACFE5FBA2}" srcId="{CD11C193-1189-46B7-B81D-8C8377A32457}" destId="{00ED1EA4-CB68-4715-B343-A28567E492C4}" srcOrd="2" destOrd="0" parTransId="{17E5C054-BF3A-4AFC-960C-F22083DF0224}" sibTransId="{C8660B16-22C5-46E5-9392-71003E3F5A4D}"/>
    <dgm:cxn modelId="{9E88B658-9CE7-4112-A071-55B3603CE4FF}" type="presOf" srcId="{32A7432A-D59D-4397-96CE-DB50BEC0F075}" destId="{9A690A34-483C-4A12-98B3-FFF705A21CB6}" srcOrd="0" destOrd="0" presId="urn:microsoft.com/office/officeart/2005/8/layout/hList7"/>
    <dgm:cxn modelId="{AB22F97B-5C4F-4116-A896-E8163C992EA4}" srcId="{CD11C193-1189-46B7-B81D-8C8377A32457}" destId="{6F23C7FB-47B5-4652-974B-FE6D6E015AE4}" srcOrd="0" destOrd="0" parTransId="{9435D47F-24C3-48EE-A6ED-888D99DABC47}" sibTransId="{95C8C9B2-43B6-433C-A7EB-1C7DCB0C5CB9}"/>
    <dgm:cxn modelId="{BEFB6B8A-C14E-49CC-A55E-646E98E3E428}" type="presOf" srcId="{95C8C9B2-43B6-433C-A7EB-1C7DCB0C5CB9}" destId="{0EC7B128-8EFA-4C52-B471-DA08AE11B478}" srcOrd="0" destOrd="0" presId="urn:microsoft.com/office/officeart/2005/8/layout/hList7"/>
    <dgm:cxn modelId="{F5AF8D8E-DCF8-45D1-B304-8921F9FC76A6}" type="presOf" srcId="{00ED1EA4-CB68-4715-B343-A28567E492C4}" destId="{FD79A22D-DD55-4201-A087-FEC873351DCE}" srcOrd="0" destOrd="0" presId="urn:microsoft.com/office/officeart/2005/8/layout/hList7"/>
    <dgm:cxn modelId="{53BCF392-5295-456B-BF88-88214F89C006}" type="presOf" srcId="{00ED1EA4-CB68-4715-B343-A28567E492C4}" destId="{A85730EB-EB27-4CFF-9E06-F561A3A7BEC7}" srcOrd="1" destOrd="0" presId="urn:microsoft.com/office/officeart/2005/8/layout/hList7"/>
    <dgm:cxn modelId="{179EC4B0-0F5A-440A-974E-44C61BB5A35B}" type="presOf" srcId="{0F66B7A3-5CCA-451B-880C-054B72639B11}" destId="{1F61DABD-9C73-4926-A55C-71CBAF2CDC5D}" srcOrd="0" destOrd="0" presId="urn:microsoft.com/office/officeart/2005/8/layout/hList7"/>
    <dgm:cxn modelId="{61633CC4-C6B6-4C2C-A8F6-31BBD98EA1EE}" srcId="{CD11C193-1189-46B7-B81D-8C8377A32457}" destId="{854203CC-3D2D-4AA1-8048-58C265727BA4}" srcOrd="4" destOrd="0" parTransId="{73332D7F-0DBC-406C-A2E6-EA25AF83174F}" sibTransId="{84F0A0FB-9A08-4EEC-B8F8-69661A90FB35}"/>
    <dgm:cxn modelId="{ABA134D7-AD8E-4881-8C0C-6F472192A085}" srcId="{CD11C193-1189-46B7-B81D-8C8377A32457}" destId="{CA1C999F-33F9-4259-9AA7-6080C7F87BFB}" srcOrd="1" destOrd="0" parTransId="{A31102E2-0280-484D-A211-ABCA53D4CDFF}" sibTransId="{32A7432A-D59D-4397-96CE-DB50BEC0F075}"/>
    <dgm:cxn modelId="{3D05FDEA-515A-4825-B882-940E936F4417}" type="presOf" srcId="{EE9B54D8-158B-4536-8EB1-ECE04DCFCB23}" destId="{7C51DE7D-DBF5-47B7-81EC-9ACB40090B75}" srcOrd="1" destOrd="0" presId="urn:microsoft.com/office/officeart/2005/8/layout/hList7"/>
    <dgm:cxn modelId="{2EBE33EF-4137-4F6B-99E8-13A690415689}" type="presOf" srcId="{CA1C999F-33F9-4259-9AA7-6080C7F87BFB}" destId="{0C4D5A41-E2B4-43D8-BE35-0C3B2218B3FE}" srcOrd="1" destOrd="0" presId="urn:microsoft.com/office/officeart/2005/8/layout/hList7"/>
    <dgm:cxn modelId="{BB77EFF4-E6C3-45A0-835A-1659B9E9CFEE}" type="presOf" srcId="{6F23C7FB-47B5-4652-974B-FE6D6E015AE4}" destId="{EFF04105-AF3F-4AFD-B17E-E8C3078019E9}" srcOrd="1" destOrd="0" presId="urn:microsoft.com/office/officeart/2005/8/layout/hList7"/>
    <dgm:cxn modelId="{167897FC-F046-403C-BEEB-E04435B8E36D}" type="presOf" srcId="{C8660B16-22C5-46E5-9392-71003E3F5A4D}" destId="{38C2245A-8EAA-4FEC-90FE-52FFB3A257F0}" srcOrd="0" destOrd="0" presId="urn:microsoft.com/office/officeart/2005/8/layout/hList7"/>
    <dgm:cxn modelId="{0E1E4328-08BE-43A5-B067-EC25EEE83F38}" type="presParOf" srcId="{9D730F1C-5DCD-4FCC-9934-9F7D2DBA581C}" destId="{AE6B8C5F-2616-40EF-A11C-E243C37A6106}" srcOrd="0" destOrd="0" presId="urn:microsoft.com/office/officeart/2005/8/layout/hList7"/>
    <dgm:cxn modelId="{92A2FEBB-E1A1-4360-900F-C2BFF88BAE68}" type="presParOf" srcId="{9D730F1C-5DCD-4FCC-9934-9F7D2DBA581C}" destId="{590C1BEA-824C-4F53-B3A4-28B04EC84765}" srcOrd="1" destOrd="0" presId="urn:microsoft.com/office/officeart/2005/8/layout/hList7"/>
    <dgm:cxn modelId="{2D261865-F660-445C-A7D8-9033721F49B3}" type="presParOf" srcId="{590C1BEA-824C-4F53-B3A4-28B04EC84765}" destId="{FD63B921-2E54-4238-A133-3A255038D539}" srcOrd="0" destOrd="0" presId="urn:microsoft.com/office/officeart/2005/8/layout/hList7"/>
    <dgm:cxn modelId="{E313A4E5-B6E7-445E-939B-036D80CE8A53}" type="presParOf" srcId="{FD63B921-2E54-4238-A133-3A255038D539}" destId="{B4BB09A3-05EA-49B1-9F5C-7CB4016F16C1}" srcOrd="0" destOrd="0" presId="urn:microsoft.com/office/officeart/2005/8/layout/hList7"/>
    <dgm:cxn modelId="{9ACDB262-24A6-4623-A0C8-0692F4A44C07}" type="presParOf" srcId="{FD63B921-2E54-4238-A133-3A255038D539}" destId="{EFF04105-AF3F-4AFD-B17E-E8C3078019E9}" srcOrd="1" destOrd="0" presId="urn:microsoft.com/office/officeart/2005/8/layout/hList7"/>
    <dgm:cxn modelId="{BB5FDEBD-5F07-4C95-BC59-AF97CE660524}" type="presParOf" srcId="{FD63B921-2E54-4238-A133-3A255038D539}" destId="{5B468E95-0686-4793-A025-F023CA9BBF76}" srcOrd="2" destOrd="0" presId="urn:microsoft.com/office/officeart/2005/8/layout/hList7"/>
    <dgm:cxn modelId="{7FFB9953-F26D-40E7-BC58-D5376C67A8B4}" type="presParOf" srcId="{FD63B921-2E54-4238-A133-3A255038D539}" destId="{013AE71D-A6B8-40C9-95C4-A02BD9DD2EE9}" srcOrd="3" destOrd="0" presId="urn:microsoft.com/office/officeart/2005/8/layout/hList7"/>
    <dgm:cxn modelId="{E4716F91-869E-4DB2-96AC-71CB2F1EE28B}" type="presParOf" srcId="{590C1BEA-824C-4F53-B3A4-28B04EC84765}" destId="{0EC7B128-8EFA-4C52-B471-DA08AE11B478}" srcOrd="1" destOrd="0" presId="urn:microsoft.com/office/officeart/2005/8/layout/hList7"/>
    <dgm:cxn modelId="{3DE9CA08-16D9-4902-BF88-5A939CA84795}" type="presParOf" srcId="{590C1BEA-824C-4F53-B3A4-28B04EC84765}" destId="{0A73EB1D-49C7-4B55-8361-0618AAEDBBEF}" srcOrd="2" destOrd="0" presId="urn:microsoft.com/office/officeart/2005/8/layout/hList7"/>
    <dgm:cxn modelId="{3C8F1A3F-7E5B-4681-9172-06565CE4C9DE}" type="presParOf" srcId="{0A73EB1D-49C7-4B55-8361-0618AAEDBBEF}" destId="{53F27FEA-267B-44CE-B16A-D554F3A1E717}" srcOrd="0" destOrd="0" presId="urn:microsoft.com/office/officeart/2005/8/layout/hList7"/>
    <dgm:cxn modelId="{6DBEF5CF-0965-4426-905F-3E2CC57ADC98}" type="presParOf" srcId="{0A73EB1D-49C7-4B55-8361-0618AAEDBBEF}" destId="{0C4D5A41-E2B4-43D8-BE35-0C3B2218B3FE}" srcOrd="1" destOrd="0" presId="urn:microsoft.com/office/officeart/2005/8/layout/hList7"/>
    <dgm:cxn modelId="{B83E3EF9-9B3F-40E3-9308-ECF7DA3968B4}" type="presParOf" srcId="{0A73EB1D-49C7-4B55-8361-0618AAEDBBEF}" destId="{E6C88DC4-3B74-40ED-8BCC-CF4C0E6149F4}" srcOrd="2" destOrd="0" presId="urn:microsoft.com/office/officeart/2005/8/layout/hList7"/>
    <dgm:cxn modelId="{B0C5B698-E963-45C9-B488-42658FED67BF}" type="presParOf" srcId="{0A73EB1D-49C7-4B55-8361-0618AAEDBBEF}" destId="{A90DA187-B0C1-46F2-8076-10C86A73CE7A}" srcOrd="3" destOrd="0" presId="urn:microsoft.com/office/officeart/2005/8/layout/hList7"/>
    <dgm:cxn modelId="{1468FA46-4EE9-474C-A1C8-C3D46C9181EC}" type="presParOf" srcId="{590C1BEA-824C-4F53-B3A4-28B04EC84765}" destId="{9A690A34-483C-4A12-98B3-FFF705A21CB6}" srcOrd="3" destOrd="0" presId="urn:microsoft.com/office/officeart/2005/8/layout/hList7"/>
    <dgm:cxn modelId="{5FF3EFA7-171A-4DFC-9238-7AC24F207968}" type="presParOf" srcId="{590C1BEA-824C-4F53-B3A4-28B04EC84765}" destId="{C7013BB7-33E7-4ECA-A622-AFED9AF05412}" srcOrd="4" destOrd="0" presId="urn:microsoft.com/office/officeart/2005/8/layout/hList7"/>
    <dgm:cxn modelId="{C400209C-E552-40E0-99BB-B6A10CCC85B8}" type="presParOf" srcId="{C7013BB7-33E7-4ECA-A622-AFED9AF05412}" destId="{FD79A22D-DD55-4201-A087-FEC873351DCE}" srcOrd="0" destOrd="0" presId="urn:microsoft.com/office/officeart/2005/8/layout/hList7"/>
    <dgm:cxn modelId="{38788FAA-A30E-4CE5-89C8-E19CA6A864C1}" type="presParOf" srcId="{C7013BB7-33E7-4ECA-A622-AFED9AF05412}" destId="{A85730EB-EB27-4CFF-9E06-F561A3A7BEC7}" srcOrd="1" destOrd="0" presId="urn:microsoft.com/office/officeart/2005/8/layout/hList7"/>
    <dgm:cxn modelId="{7FCE3FF4-24B2-475C-9B03-5166D0DBAEA1}" type="presParOf" srcId="{C7013BB7-33E7-4ECA-A622-AFED9AF05412}" destId="{246E5D9B-09F0-49DD-9DAF-E27A90B842A3}" srcOrd="2" destOrd="0" presId="urn:microsoft.com/office/officeart/2005/8/layout/hList7"/>
    <dgm:cxn modelId="{5F804004-4F57-4BD7-9777-4B04B861D9DB}" type="presParOf" srcId="{C7013BB7-33E7-4ECA-A622-AFED9AF05412}" destId="{C9271441-DDB8-4C60-9288-CF952DB6B309}" srcOrd="3" destOrd="0" presId="urn:microsoft.com/office/officeart/2005/8/layout/hList7"/>
    <dgm:cxn modelId="{1C94FEA2-C3BE-4205-8F29-A5E34133226F}" type="presParOf" srcId="{590C1BEA-824C-4F53-B3A4-28B04EC84765}" destId="{38C2245A-8EAA-4FEC-90FE-52FFB3A257F0}" srcOrd="5" destOrd="0" presId="urn:microsoft.com/office/officeart/2005/8/layout/hList7"/>
    <dgm:cxn modelId="{2FBE59DA-1819-4184-BF56-9AABCF00612F}" type="presParOf" srcId="{590C1BEA-824C-4F53-B3A4-28B04EC84765}" destId="{98E312C9-40A0-402B-8BBB-2CC2D84A3C42}" srcOrd="6" destOrd="0" presId="urn:microsoft.com/office/officeart/2005/8/layout/hList7"/>
    <dgm:cxn modelId="{673DD249-C6BA-4EB2-9C80-12770C68C27E}" type="presParOf" srcId="{98E312C9-40A0-402B-8BBB-2CC2D84A3C42}" destId="{72748189-8275-4753-92BA-9780B2C0A5ED}" srcOrd="0" destOrd="0" presId="urn:microsoft.com/office/officeart/2005/8/layout/hList7"/>
    <dgm:cxn modelId="{4A5A20DC-5408-4658-B7BD-CB5BAE75FA93}" type="presParOf" srcId="{98E312C9-40A0-402B-8BBB-2CC2D84A3C42}" destId="{7C51DE7D-DBF5-47B7-81EC-9ACB40090B75}" srcOrd="1" destOrd="0" presId="urn:microsoft.com/office/officeart/2005/8/layout/hList7"/>
    <dgm:cxn modelId="{379A9D05-AE67-40B1-88D7-3DFA3E88CC58}" type="presParOf" srcId="{98E312C9-40A0-402B-8BBB-2CC2D84A3C42}" destId="{E108D5AA-BA26-40F2-80D6-355C97D5081C}" srcOrd="2" destOrd="0" presId="urn:microsoft.com/office/officeart/2005/8/layout/hList7"/>
    <dgm:cxn modelId="{6D9E74AD-76E7-4FA3-B571-4C7A0143CF6F}" type="presParOf" srcId="{98E312C9-40A0-402B-8BBB-2CC2D84A3C42}" destId="{CE234D19-57FB-440C-A68E-86841E860527}" srcOrd="3" destOrd="0" presId="urn:microsoft.com/office/officeart/2005/8/layout/hList7"/>
    <dgm:cxn modelId="{244F75E3-84B8-4C7D-B8FA-114964ACAEC5}" type="presParOf" srcId="{590C1BEA-824C-4F53-B3A4-28B04EC84765}" destId="{1F61DABD-9C73-4926-A55C-71CBAF2CDC5D}" srcOrd="7" destOrd="0" presId="urn:microsoft.com/office/officeart/2005/8/layout/hList7"/>
    <dgm:cxn modelId="{572FE07D-C027-42FA-93B0-FAA2B5AA2702}" type="presParOf" srcId="{590C1BEA-824C-4F53-B3A4-28B04EC84765}" destId="{942FBEAC-5EC6-4103-954D-3500BC0AC939}" srcOrd="8" destOrd="0" presId="urn:microsoft.com/office/officeart/2005/8/layout/hList7"/>
    <dgm:cxn modelId="{E69330A5-DA77-4509-9FC1-C7209BA0BECF}" type="presParOf" srcId="{942FBEAC-5EC6-4103-954D-3500BC0AC939}" destId="{28211EC3-1C16-4508-9C11-DBE3D23FD8F1}" srcOrd="0" destOrd="0" presId="urn:microsoft.com/office/officeart/2005/8/layout/hList7"/>
    <dgm:cxn modelId="{28163B05-349C-421E-A811-991F118F8F1F}" type="presParOf" srcId="{942FBEAC-5EC6-4103-954D-3500BC0AC939}" destId="{CCF12287-6048-42C6-8A9E-769F1DEC128C}" srcOrd="1" destOrd="0" presId="urn:microsoft.com/office/officeart/2005/8/layout/hList7"/>
    <dgm:cxn modelId="{61ED16D0-E67B-4B4B-9F79-D5DE770AA767}" type="presParOf" srcId="{942FBEAC-5EC6-4103-954D-3500BC0AC939}" destId="{5868F57F-CFA7-4966-9B23-AB41F4113936}" srcOrd="2" destOrd="0" presId="urn:microsoft.com/office/officeart/2005/8/layout/hList7"/>
    <dgm:cxn modelId="{D0123AFC-8279-441D-8A2F-05D4576D9368}" type="presParOf" srcId="{942FBEAC-5EC6-4103-954D-3500BC0AC939}" destId="{1B5F92C5-C53D-404C-854F-573599E2F80C}"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86A75F-DB4D-4F7E-9310-2177D461EF1A}">
      <dsp:nvSpPr>
        <dsp:cNvPr id="0" name=""/>
        <dsp:cNvSpPr/>
      </dsp:nvSpPr>
      <dsp:spPr>
        <a:xfrm>
          <a:off x="5840" y="45595"/>
          <a:ext cx="2655595" cy="108000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95250" numCol="1" spcCol="1270" anchor="t" anchorCtr="0">
          <a:noAutofit/>
        </a:bodyPr>
        <a:lstStyle/>
        <a:p>
          <a:pPr marL="0" lvl="0" indent="0" algn="l" defTabSz="1111250">
            <a:lnSpc>
              <a:spcPct val="90000"/>
            </a:lnSpc>
            <a:spcBef>
              <a:spcPct val="0"/>
            </a:spcBef>
            <a:spcAft>
              <a:spcPct val="35000"/>
            </a:spcAft>
            <a:buNone/>
          </a:pPr>
          <a:r>
            <a:rPr lang="en-US" sz="2500" kern="1200" dirty="0"/>
            <a:t>Request method</a:t>
          </a:r>
          <a:endParaRPr lang="en-PK" sz="2500" kern="1200" dirty="0"/>
        </a:p>
      </dsp:txBody>
      <dsp:txXfrm>
        <a:off x="5840" y="45595"/>
        <a:ext cx="2655595" cy="720000"/>
      </dsp:txXfrm>
    </dsp:sp>
    <dsp:sp modelId="{5CDB12E9-6334-4F0E-9690-A6DDCE30891B}">
      <dsp:nvSpPr>
        <dsp:cNvPr id="0" name=""/>
        <dsp:cNvSpPr/>
      </dsp:nvSpPr>
      <dsp:spPr>
        <a:xfrm>
          <a:off x="549757" y="765595"/>
          <a:ext cx="2655595" cy="324000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t" anchorCtr="0">
          <a:noAutofit/>
        </a:bodyPr>
        <a:lstStyle/>
        <a:p>
          <a:pPr marL="228600" lvl="1" indent="-228600" algn="l" defTabSz="1111250">
            <a:lnSpc>
              <a:spcPct val="90000"/>
            </a:lnSpc>
            <a:spcBef>
              <a:spcPct val="0"/>
            </a:spcBef>
            <a:spcAft>
              <a:spcPct val="15000"/>
            </a:spcAft>
            <a:buFont typeface="Wingdings" panose="05000000000000000000" pitchFamily="2" charset="2"/>
            <a:buChar char="§"/>
          </a:pPr>
          <a:r>
            <a:rPr lang="en-US" sz="2500" kern="1200" dirty="0"/>
            <a:t>POST</a:t>
          </a:r>
          <a:endParaRPr lang="en-PK" sz="2500" kern="1200" dirty="0"/>
        </a:p>
        <a:p>
          <a:pPr marL="228600" lvl="1" indent="-228600" algn="l" defTabSz="1111250">
            <a:lnSpc>
              <a:spcPct val="90000"/>
            </a:lnSpc>
            <a:spcBef>
              <a:spcPct val="0"/>
            </a:spcBef>
            <a:spcAft>
              <a:spcPct val="15000"/>
            </a:spcAft>
            <a:buChar char="•"/>
          </a:pPr>
          <a:r>
            <a:rPr lang="en-US" sz="2500" kern="1200"/>
            <a:t>GET</a:t>
          </a:r>
          <a:endParaRPr lang="en-US" sz="2500" kern="1200" dirty="0"/>
        </a:p>
        <a:p>
          <a:pPr marL="228600" lvl="1" indent="-228600" algn="l" defTabSz="1111250">
            <a:lnSpc>
              <a:spcPct val="90000"/>
            </a:lnSpc>
            <a:spcBef>
              <a:spcPct val="0"/>
            </a:spcBef>
            <a:spcAft>
              <a:spcPct val="15000"/>
            </a:spcAft>
            <a:buChar char="•"/>
          </a:pPr>
          <a:r>
            <a:rPr lang="en-US" sz="2500" kern="1200"/>
            <a:t>PUT</a:t>
          </a:r>
          <a:endParaRPr lang="en-US" sz="2500" kern="1200" dirty="0"/>
        </a:p>
        <a:p>
          <a:pPr marL="228600" lvl="1" indent="-228600" algn="l" defTabSz="1111250">
            <a:lnSpc>
              <a:spcPct val="90000"/>
            </a:lnSpc>
            <a:spcBef>
              <a:spcPct val="0"/>
            </a:spcBef>
            <a:spcAft>
              <a:spcPct val="15000"/>
            </a:spcAft>
            <a:buChar char="•"/>
          </a:pPr>
          <a:r>
            <a:rPr lang="en-US" sz="2500" kern="1200"/>
            <a:t>DELETE</a:t>
          </a:r>
          <a:endParaRPr lang="en-US" sz="2500" kern="1200" dirty="0"/>
        </a:p>
        <a:p>
          <a:pPr marL="228600" lvl="1" indent="-228600" algn="l" defTabSz="1111250">
            <a:lnSpc>
              <a:spcPct val="90000"/>
            </a:lnSpc>
            <a:spcBef>
              <a:spcPct val="0"/>
            </a:spcBef>
            <a:spcAft>
              <a:spcPct val="15000"/>
            </a:spcAft>
            <a:buChar char="•"/>
          </a:pPr>
          <a:r>
            <a:rPr lang="en-US" sz="2500" kern="1200" dirty="0"/>
            <a:t>PATCH (consider deprecated)</a:t>
          </a:r>
        </a:p>
      </dsp:txBody>
      <dsp:txXfrm>
        <a:off x="627537" y="843375"/>
        <a:ext cx="2500035" cy="3084440"/>
      </dsp:txXfrm>
    </dsp:sp>
    <dsp:sp modelId="{84AFFB33-2506-4783-A529-5B6BCC4EE987}">
      <dsp:nvSpPr>
        <dsp:cNvPr id="0" name=""/>
        <dsp:cNvSpPr/>
      </dsp:nvSpPr>
      <dsp:spPr>
        <a:xfrm>
          <a:off x="3064014" y="75012"/>
          <a:ext cx="853466" cy="661166"/>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PK" sz="2000" kern="1200"/>
        </a:p>
      </dsp:txBody>
      <dsp:txXfrm>
        <a:off x="3064014" y="207245"/>
        <a:ext cx="655116" cy="396700"/>
      </dsp:txXfrm>
    </dsp:sp>
    <dsp:sp modelId="{128F9AD3-02D4-4367-88BC-3AB2A8CA1182}">
      <dsp:nvSpPr>
        <dsp:cNvPr id="0" name=""/>
        <dsp:cNvSpPr/>
      </dsp:nvSpPr>
      <dsp:spPr>
        <a:xfrm>
          <a:off x="4271751" y="45595"/>
          <a:ext cx="2655595" cy="108000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95250" numCol="1" spcCol="1270" anchor="t" anchorCtr="0">
          <a:noAutofit/>
        </a:bodyPr>
        <a:lstStyle/>
        <a:p>
          <a:pPr marL="0" lvl="0" indent="0" algn="l" defTabSz="1111250">
            <a:lnSpc>
              <a:spcPct val="90000"/>
            </a:lnSpc>
            <a:spcBef>
              <a:spcPct val="0"/>
            </a:spcBef>
            <a:spcAft>
              <a:spcPct val="35000"/>
            </a:spcAft>
            <a:buNone/>
          </a:pPr>
          <a:r>
            <a:rPr lang="en-US" sz="2500" kern="1200" dirty="0"/>
            <a:t>API operation</a:t>
          </a:r>
          <a:endParaRPr lang="en-PK" sz="2500" kern="1200" dirty="0"/>
        </a:p>
      </dsp:txBody>
      <dsp:txXfrm>
        <a:off x="4271751" y="45595"/>
        <a:ext cx="2655595" cy="720000"/>
      </dsp:txXfrm>
    </dsp:sp>
    <dsp:sp modelId="{E5355819-CB59-4DF4-90C1-7664A08AB72D}">
      <dsp:nvSpPr>
        <dsp:cNvPr id="0" name=""/>
        <dsp:cNvSpPr/>
      </dsp:nvSpPr>
      <dsp:spPr>
        <a:xfrm>
          <a:off x="4815668" y="765595"/>
          <a:ext cx="2655595" cy="324000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t" anchorCtr="0">
          <a:noAutofit/>
        </a:bodyPr>
        <a:lstStyle/>
        <a:p>
          <a:pPr marL="228600" lvl="1" indent="-228600" algn="l" defTabSz="1111250">
            <a:lnSpc>
              <a:spcPct val="90000"/>
            </a:lnSpc>
            <a:spcBef>
              <a:spcPct val="0"/>
            </a:spcBef>
            <a:spcAft>
              <a:spcPct val="15000"/>
            </a:spcAft>
            <a:buFont typeface="Wingdings" panose="05000000000000000000" pitchFamily="2" charset="2"/>
            <a:buChar char="§"/>
          </a:pPr>
          <a:r>
            <a:rPr lang="en-US" sz="2500" kern="1200" dirty="0"/>
            <a:t>CREATE</a:t>
          </a:r>
          <a:endParaRPr lang="en-PK" sz="2500" kern="1200" dirty="0"/>
        </a:p>
        <a:p>
          <a:pPr marL="228600" lvl="1" indent="-228600" algn="l" defTabSz="1111250">
            <a:lnSpc>
              <a:spcPct val="90000"/>
            </a:lnSpc>
            <a:spcBef>
              <a:spcPct val="0"/>
            </a:spcBef>
            <a:spcAft>
              <a:spcPct val="15000"/>
            </a:spcAft>
            <a:buChar char="•"/>
          </a:pPr>
          <a:r>
            <a:rPr lang="en-US" sz="2500" kern="1200"/>
            <a:t>READ</a:t>
          </a:r>
          <a:endParaRPr lang="en-US" sz="2500" kern="1200" dirty="0"/>
        </a:p>
        <a:p>
          <a:pPr marL="228600" lvl="1" indent="-228600" algn="l" defTabSz="1111250">
            <a:lnSpc>
              <a:spcPct val="90000"/>
            </a:lnSpc>
            <a:spcBef>
              <a:spcPct val="0"/>
            </a:spcBef>
            <a:spcAft>
              <a:spcPct val="15000"/>
            </a:spcAft>
            <a:buChar char="•"/>
          </a:pPr>
          <a:r>
            <a:rPr lang="en-US" sz="2500" kern="1200"/>
            <a:t>UPDATE</a:t>
          </a:r>
          <a:endParaRPr lang="en-US" sz="2500" kern="1200" dirty="0"/>
        </a:p>
        <a:p>
          <a:pPr marL="228600" lvl="1" indent="-228600" algn="l" defTabSz="1111250">
            <a:lnSpc>
              <a:spcPct val="90000"/>
            </a:lnSpc>
            <a:spcBef>
              <a:spcPct val="0"/>
            </a:spcBef>
            <a:spcAft>
              <a:spcPct val="15000"/>
            </a:spcAft>
            <a:buChar char="•"/>
          </a:pPr>
          <a:r>
            <a:rPr lang="en-US" sz="2500" kern="1200" dirty="0"/>
            <a:t>DELETE</a:t>
          </a:r>
        </a:p>
      </dsp:txBody>
      <dsp:txXfrm>
        <a:off x="4893448" y="843375"/>
        <a:ext cx="2500035" cy="3084440"/>
      </dsp:txXfrm>
    </dsp:sp>
    <dsp:sp modelId="{F276802A-F0AD-4FBD-8DA0-D60B82055AC4}">
      <dsp:nvSpPr>
        <dsp:cNvPr id="0" name=""/>
        <dsp:cNvSpPr/>
      </dsp:nvSpPr>
      <dsp:spPr>
        <a:xfrm>
          <a:off x="7329925" y="75012"/>
          <a:ext cx="853466" cy="661166"/>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PK" sz="2000" kern="1200"/>
        </a:p>
      </dsp:txBody>
      <dsp:txXfrm>
        <a:off x="7329925" y="207245"/>
        <a:ext cx="655116" cy="396700"/>
      </dsp:txXfrm>
    </dsp:sp>
    <dsp:sp modelId="{4389806E-7F24-4F5C-93DB-F8DABCEDC9A0}">
      <dsp:nvSpPr>
        <dsp:cNvPr id="0" name=""/>
        <dsp:cNvSpPr/>
      </dsp:nvSpPr>
      <dsp:spPr>
        <a:xfrm>
          <a:off x="8537661" y="45595"/>
          <a:ext cx="2655595" cy="108000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95250" numCol="1" spcCol="1270" anchor="t" anchorCtr="0">
          <a:noAutofit/>
        </a:bodyPr>
        <a:lstStyle/>
        <a:p>
          <a:pPr marL="0" lvl="0" indent="0" algn="l" defTabSz="1111250">
            <a:lnSpc>
              <a:spcPct val="90000"/>
            </a:lnSpc>
            <a:spcBef>
              <a:spcPct val="0"/>
            </a:spcBef>
            <a:spcAft>
              <a:spcPct val="35000"/>
            </a:spcAft>
            <a:buNone/>
          </a:pPr>
          <a:r>
            <a:rPr lang="en-US" sz="2500" kern="1200" dirty="0"/>
            <a:t>DB operation</a:t>
          </a:r>
          <a:endParaRPr lang="en-PK" sz="2500" kern="1200" dirty="0"/>
        </a:p>
      </dsp:txBody>
      <dsp:txXfrm>
        <a:off x="8537661" y="45595"/>
        <a:ext cx="2655595" cy="720000"/>
      </dsp:txXfrm>
    </dsp:sp>
    <dsp:sp modelId="{02756BA5-8F9D-48CA-B643-B6AAAA915B88}">
      <dsp:nvSpPr>
        <dsp:cNvPr id="0" name=""/>
        <dsp:cNvSpPr/>
      </dsp:nvSpPr>
      <dsp:spPr>
        <a:xfrm>
          <a:off x="9081578" y="765595"/>
          <a:ext cx="2655595" cy="3240000"/>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INSERT</a:t>
          </a:r>
          <a:endParaRPr lang="en-PK" sz="2500" kern="1200" dirty="0"/>
        </a:p>
        <a:p>
          <a:pPr marL="228600" lvl="1" indent="-228600" algn="l" defTabSz="1111250">
            <a:lnSpc>
              <a:spcPct val="90000"/>
            </a:lnSpc>
            <a:spcBef>
              <a:spcPct val="0"/>
            </a:spcBef>
            <a:spcAft>
              <a:spcPct val="15000"/>
            </a:spcAft>
            <a:buChar char="•"/>
          </a:pPr>
          <a:r>
            <a:rPr lang="en-US" sz="2500" kern="1200" dirty="0"/>
            <a:t>SELECT, VIEW</a:t>
          </a:r>
          <a:endParaRPr lang="en-PK" sz="2500" kern="1200" dirty="0"/>
        </a:p>
        <a:p>
          <a:pPr marL="228600" lvl="1" indent="-228600" algn="l" defTabSz="1111250">
            <a:lnSpc>
              <a:spcPct val="90000"/>
            </a:lnSpc>
            <a:spcBef>
              <a:spcPct val="0"/>
            </a:spcBef>
            <a:spcAft>
              <a:spcPct val="15000"/>
            </a:spcAft>
            <a:buChar char="•"/>
          </a:pPr>
          <a:r>
            <a:rPr lang="en-US" sz="2500" kern="1200" dirty="0"/>
            <a:t>UPDATE</a:t>
          </a:r>
          <a:endParaRPr lang="en-PK" sz="2500" kern="1200" dirty="0"/>
        </a:p>
        <a:p>
          <a:pPr marL="228600" lvl="1" indent="-228600" algn="l" defTabSz="1111250">
            <a:lnSpc>
              <a:spcPct val="90000"/>
            </a:lnSpc>
            <a:spcBef>
              <a:spcPct val="0"/>
            </a:spcBef>
            <a:spcAft>
              <a:spcPct val="15000"/>
            </a:spcAft>
            <a:buChar char="•"/>
          </a:pPr>
          <a:r>
            <a:rPr lang="en-US" sz="2500" kern="1200" dirty="0"/>
            <a:t>DELETE</a:t>
          </a:r>
          <a:endParaRPr lang="en-PK" sz="2500" kern="1200" dirty="0"/>
        </a:p>
      </dsp:txBody>
      <dsp:txXfrm>
        <a:off x="9159358" y="843375"/>
        <a:ext cx="2500035" cy="30844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B09A3-05EA-49B1-9F5C-7CB4016F16C1}">
      <dsp:nvSpPr>
        <dsp:cNvPr id="0" name=""/>
        <dsp:cNvSpPr/>
      </dsp:nvSpPr>
      <dsp:spPr>
        <a:xfrm>
          <a:off x="0" y="0"/>
          <a:ext cx="2293557" cy="4909054"/>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dirty="0"/>
            <a:t>Client-end</a:t>
          </a:r>
          <a:endParaRPr lang="en-PK" sz="3400" kern="1200" dirty="0"/>
        </a:p>
      </dsp:txBody>
      <dsp:txXfrm>
        <a:off x="0" y="1963621"/>
        <a:ext cx="2293557" cy="1963621"/>
      </dsp:txXfrm>
    </dsp:sp>
    <dsp:sp modelId="{013AE71D-A6B8-40C9-95C4-A02BD9DD2EE9}">
      <dsp:nvSpPr>
        <dsp:cNvPr id="0" name=""/>
        <dsp:cNvSpPr/>
      </dsp:nvSpPr>
      <dsp:spPr>
        <a:xfrm>
          <a:off x="329421" y="294543"/>
          <a:ext cx="1634714" cy="1634714"/>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F27FEA-267B-44CE-B16A-D554F3A1E717}">
      <dsp:nvSpPr>
        <dsp:cNvPr id="0" name=""/>
        <dsp:cNvSpPr/>
      </dsp:nvSpPr>
      <dsp:spPr>
        <a:xfrm>
          <a:off x="2362364" y="0"/>
          <a:ext cx="2293557" cy="490905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dirty="0"/>
            <a:t>Controller Tier</a:t>
          </a:r>
          <a:endParaRPr lang="en-PK" sz="3400" kern="1200" dirty="0"/>
        </a:p>
      </dsp:txBody>
      <dsp:txXfrm>
        <a:off x="2362364" y="1963621"/>
        <a:ext cx="2293557" cy="1963621"/>
      </dsp:txXfrm>
    </dsp:sp>
    <dsp:sp modelId="{A90DA187-B0C1-46F2-8076-10C86A73CE7A}">
      <dsp:nvSpPr>
        <dsp:cNvPr id="0" name=""/>
        <dsp:cNvSpPr/>
      </dsp:nvSpPr>
      <dsp:spPr>
        <a:xfrm>
          <a:off x="2691785" y="294543"/>
          <a:ext cx="1634714" cy="1634714"/>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79A22D-DD55-4201-A087-FEC873351DCE}">
      <dsp:nvSpPr>
        <dsp:cNvPr id="0" name=""/>
        <dsp:cNvSpPr/>
      </dsp:nvSpPr>
      <dsp:spPr>
        <a:xfrm>
          <a:off x="4724729" y="0"/>
          <a:ext cx="2293557" cy="490905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dirty="0"/>
            <a:t>Service Tier</a:t>
          </a:r>
          <a:endParaRPr lang="en-PK" sz="3400" kern="1200" dirty="0"/>
        </a:p>
      </dsp:txBody>
      <dsp:txXfrm>
        <a:off x="4724729" y="1963621"/>
        <a:ext cx="2293557" cy="1963621"/>
      </dsp:txXfrm>
    </dsp:sp>
    <dsp:sp modelId="{C9271441-DDB8-4C60-9288-CF952DB6B309}">
      <dsp:nvSpPr>
        <dsp:cNvPr id="0" name=""/>
        <dsp:cNvSpPr/>
      </dsp:nvSpPr>
      <dsp:spPr>
        <a:xfrm>
          <a:off x="5054150" y="294543"/>
          <a:ext cx="1634714" cy="1634714"/>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748189-8275-4753-92BA-9780B2C0A5ED}">
      <dsp:nvSpPr>
        <dsp:cNvPr id="0" name=""/>
        <dsp:cNvSpPr/>
      </dsp:nvSpPr>
      <dsp:spPr>
        <a:xfrm>
          <a:off x="7087093" y="0"/>
          <a:ext cx="2293557" cy="490905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dirty="0"/>
            <a:t>Data Access Tier</a:t>
          </a:r>
          <a:endParaRPr lang="en-PK" sz="3400" kern="1200" dirty="0"/>
        </a:p>
      </dsp:txBody>
      <dsp:txXfrm>
        <a:off x="7087093" y="1963621"/>
        <a:ext cx="2293557" cy="1963621"/>
      </dsp:txXfrm>
    </dsp:sp>
    <dsp:sp modelId="{CE234D19-57FB-440C-A68E-86841E860527}">
      <dsp:nvSpPr>
        <dsp:cNvPr id="0" name=""/>
        <dsp:cNvSpPr/>
      </dsp:nvSpPr>
      <dsp:spPr>
        <a:xfrm>
          <a:off x="7416515" y="294543"/>
          <a:ext cx="1634714" cy="1634714"/>
        </a:xfrm>
        <a:prstGeom prst="ellipse">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211EC3-1C16-4508-9C11-DBE3D23FD8F1}">
      <dsp:nvSpPr>
        <dsp:cNvPr id="0" name=""/>
        <dsp:cNvSpPr/>
      </dsp:nvSpPr>
      <dsp:spPr>
        <a:xfrm>
          <a:off x="9449458" y="0"/>
          <a:ext cx="2293557" cy="4909054"/>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en-US" sz="3400" kern="1200" dirty="0"/>
            <a:t>Database</a:t>
          </a:r>
          <a:endParaRPr lang="en-PK" sz="3400" kern="1200" dirty="0"/>
        </a:p>
      </dsp:txBody>
      <dsp:txXfrm>
        <a:off x="9449458" y="1963621"/>
        <a:ext cx="2293557" cy="1963621"/>
      </dsp:txXfrm>
    </dsp:sp>
    <dsp:sp modelId="{1B5F92C5-C53D-404C-854F-573599E2F80C}">
      <dsp:nvSpPr>
        <dsp:cNvPr id="0" name=""/>
        <dsp:cNvSpPr/>
      </dsp:nvSpPr>
      <dsp:spPr>
        <a:xfrm>
          <a:off x="9778879" y="294543"/>
          <a:ext cx="1634714" cy="1634714"/>
        </a:xfrm>
        <a:prstGeom prst="ellipse">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6B8C5F-2616-40EF-A11C-E243C37A6106}">
      <dsp:nvSpPr>
        <dsp:cNvPr id="0" name=""/>
        <dsp:cNvSpPr/>
      </dsp:nvSpPr>
      <dsp:spPr>
        <a:xfrm>
          <a:off x="2858499" y="3927243"/>
          <a:ext cx="8346193" cy="736358"/>
        </a:xfrm>
        <a:prstGeom prst="leftRightArrow">
          <a:avLst/>
        </a:prstGeom>
        <a:solidFill>
          <a:schemeClr val="accent2">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4/6/2023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4/6/2023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b="0" i="0" dirty="0">
              <a:solidFill>
                <a:srgbClr val="273239"/>
              </a:solidFill>
              <a:effectLst/>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00228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PATCH only sends the data which needs to be modified. It is useful where bandwidth is very limited, on there’s high risk of data sniffing. Neither of these problems exist today as they once did.</a:t>
            </a:r>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802831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273239"/>
                </a:solidFill>
                <a:effectLst/>
                <a:latin typeface="Consolas" panose="020B0609020204030204" pitchFamily="49" charset="0"/>
              </a:rPr>
              <a:t>You can call them Layers, Stages, or whatever you like. The concept remains same.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154179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3883813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4272421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596352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05155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568876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3241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012727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373335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baham.kiet.edu.pk/registervehicle.html"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microsoft.com/office/2007/relationships/hdphoto" Target="../media/hdphoto1.wdp"/><Relationship Id="rId7"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Web APPLICATION Development (111834)</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2078874"/>
            <a:ext cx="4114800" cy="4220325"/>
          </a:xfrm>
        </p:spPr>
        <p:txBody>
          <a:bodyPr/>
          <a:lstStyle/>
          <a:p>
            <a:r>
              <a:rPr lang="en-US" sz="1800" b="0" i="0" u="none" strike="noStrike" baseline="0" dirty="0">
                <a:solidFill>
                  <a:srgbClr val="404040"/>
                </a:solidFill>
                <a:latin typeface="Trebuchet MS" panose="020B0603020202020204" pitchFamily="34" charset="0"/>
              </a:rPr>
              <a:t>HTTP Request method</a:t>
            </a:r>
          </a:p>
          <a:p>
            <a:r>
              <a:rPr lang="en-US" dirty="0">
                <a:solidFill>
                  <a:srgbClr val="404040"/>
                </a:solidFill>
                <a:latin typeface="Trebuchet MS" panose="020B0603020202020204" pitchFamily="34" charset="0"/>
              </a:rPr>
              <a:t>CRUD operations</a:t>
            </a:r>
          </a:p>
          <a:p>
            <a:r>
              <a:rPr lang="en-US" dirty="0">
                <a:solidFill>
                  <a:srgbClr val="404040"/>
                </a:solidFill>
                <a:latin typeface="Trebuchet MS" panose="020B0603020202020204" pitchFamily="34" charset="0"/>
              </a:rPr>
              <a:t>Application Tiers</a:t>
            </a:r>
          </a:p>
          <a:p>
            <a:r>
              <a:rPr lang="en-US" dirty="0">
                <a:solidFill>
                  <a:srgbClr val="404040"/>
                </a:solidFill>
                <a:latin typeface="Trebuchet MS" panose="020B0603020202020204" pitchFamily="34" charset="0"/>
              </a:rPr>
              <a:t>Application Tiers Example</a:t>
            </a:r>
          </a:p>
          <a:p>
            <a:r>
              <a:rPr lang="en-US" dirty="0">
                <a:solidFill>
                  <a:srgbClr val="404040"/>
                </a:solidFill>
                <a:latin typeface="Trebuchet MS" panose="020B0603020202020204" pitchFamily="34" charset="0"/>
              </a:rPr>
              <a:t>Session</a:t>
            </a:r>
          </a:p>
          <a:p>
            <a:r>
              <a:rPr lang="en-US" dirty="0">
                <a:solidFill>
                  <a:srgbClr val="404040"/>
                </a:solidFill>
                <a:latin typeface="Trebuchet MS" panose="020B0603020202020204" pitchFamily="34" charset="0"/>
              </a:rPr>
              <a:t>Cookie management</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HTTP Request method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GET: get data, but do not change anything on server</a:t>
            </a:r>
          </a:p>
          <a:p>
            <a:pPr>
              <a:lnSpc>
                <a:spcPct val="120000"/>
              </a:lnSpc>
              <a:buFont typeface="Wingdings" panose="05000000000000000000" pitchFamily="2" charset="2"/>
              <a:buChar char="§"/>
            </a:pPr>
            <a:r>
              <a:rPr lang="en-US" sz="3000" dirty="0"/>
              <a:t>POST: store one or more data objects</a:t>
            </a:r>
          </a:p>
          <a:p>
            <a:pPr>
              <a:lnSpc>
                <a:spcPct val="120000"/>
              </a:lnSpc>
              <a:buFont typeface="Wingdings" panose="05000000000000000000" pitchFamily="2" charset="2"/>
              <a:buChar char="§"/>
            </a:pPr>
            <a:r>
              <a:rPr lang="en-US" sz="3000" dirty="0"/>
              <a:t>PUT: update an existing object</a:t>
            </a:r>
          </a:p>
          <a:p>
            <a:pPr>
              <a:lnSpc>
                <a:spcPct val="120000"/>
              </a:lnSpc>
              <a:buFont typeface="Wingdings" panose="05000000000000000000" pitchFamily="2" charset="2"/>
              <a:buChar char="§"/>
            </a:pPr>
            <a:r>
              <a:rPr lang="en-US" sz="3000" dirty="0"/>
              <a:t>DELETE: remove an </a:t>
            </a:r>
            <a:r>
              <a:rPr lang="en-US" sz="3000"/>
              <a:t>existing object</a:t>
            </a:r>
            <a:endParaRPr lang="en-US" sz="3000" dirty="0"/>
          </a:p>
          <a:p>
            <a:pPr lvl="1">
              <a:lnSpc>
                <a:spcPct val="120000"/>
              </a:lnSpc>
              <a:buFont typeface="Wingdings" panose="05000000000000000000" pitchFamily="2" charset="2"/>
              <a:buChar char="§"/>
            </a:pPr>
            <a:r>
              <a:rPr lang="en-US" sz="2800" dirty="0"/>
              <a:t>Soft delete</a:t>
            </a:r>
          </a:p>
          <a:p>
            <a:pPr lvl="1">
              <a:lnSpc>
                <a:spcPct val="120000"/>
              </a:lnSpc>
              <a:buFont typeface="Wingdings" panose="05000000000000000000" pitchFamily="2" charset="2"/>
              <a:buChar char="§"/>
            </a:pPr>
            <a:r>
              <a:rPr lang="en-US" sz="2800" dirty="0"/>
              <a:t>Purge</a:t>
            </a:r>
          </a:p>
          <a:p>
            <a:pPr>
              <a:lnSpc>
                <a:spcPct val="120000"/>
              </a:lnSpc>
              <a:buFont typeface="Wingdings" panose="05000000000000000000" pitchFamily="2" charset="2"/>
              <a:buChar char="§"/>
            </a:pPr>
            <a:r>
              <a:rPr lang="en-US" sz="3000" dirty="0"/>
              <a:t>PATCH (deprecated)</a:t>
            </a:r>
          </a:p>
        </p:txBody>
      </p:sp>
    </p:spTree>
    <p:extLst>
      <p:ext uri="{BB962C8B-B14F-4D97-AF65-F5344CB8AC3E}">
        <p14:creationId xmlns:p14="http://schemas.microsoft.com/office/powerpoint/2010/main" val="158580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CRUD Operations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endParaRPr lang="en-US" sz="3000" dirty="0"/>
          </a:p>
        </p:txBody>
      </p:sp>
      <p:graphicFrame>
        <p:nvGraphicFramePr>
          <p:cNvPr id="4" name="Diagram 3">
            <a:extLst>
              <a:ext uri="{FF2B5EF4-FFF2-40B4-BE49-F238E27FC236}">
                <a16:creationId xmlns:a16="http://schemas.microsoft.com/office/drawing/2014/main" id="{37644E6C-2C83-E6C9-FF4D-333FCCA40FCE}"/>
              </a:ext>
            </a:extLst>
          </p:cNvPr>
          <p:cNvGraphicFramePr/>
          <p:nvPr>
            <p:extLst>
              <p:ext uri="{D42A27DB-BD31-4B8C-83A1-F6EECF244321}">
                <p14:modId xmlns:p14="http://schemas.microsoft.com/office/powerpoint/2010/main" val="2664787156"/>
              </p:ext>
            </p:extLst>
          </p:nvPr>
        </p:nvGraphicFramePr>
        <p:xfrm>
          <a:off x="220384" y="1511409"/>
          <a:ext cx="11743015" cy="40511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4756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Application Tiers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endParaRPr lang="en-US" sz="3000" dirty="0"/>
          </a:p>
        </p:txBody>
      </p:sp>
      <p:graphicFrame>
        <p:nvGraphicFramePr>
          <p:cNvPr id="8" name="Diagram 7">
            <a:extLst>
              <a:ext uri="{FF2B5EF4-FFF2-40B4-BE49-F238E27FC236}">
                <a16:creationId xmlns:a16="http://schemas.microsoft.com/office/drawing/2014/main" id="{B2E52D86-13CD-E39E-3DCB-BFE439CE2C1D}"/>
              </a:ext>
            </a:extLst>
          </p:cNvPr>
          <p:cNvGraphicFramePr/>
          <p:nvPr>
            <p:extLst>
              <p:ext uri="{D42A27DB-BD31-4B8C-83A1-F6EECF244321}">
                <p14:modId xmlns:p14="http://schemas.microsoft.com/office/powerpoint/2010/main" val="491931501"/>
              </p:ext>
            </p:extLst>
          </p:nvPr>
        </p:nvGraphicFramePr>
        <p:xfrm>
          <a:off x="220384" y="1511409"/>
          <a:ext cx="11743016" cy="49090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31734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Application Tiers –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600" dirty="0"/>
              <a:t>Scenario: a Companion wants to request to share a vehicle. He logs into the </a:t>
            </a:r>
            <a:r>
              <a:rPr lang="en-US" sz="3600" dirty="0" err="1"/>
              <a:t>Baham</a:t>
            </a:r>
            <a:r>
              <a:rPr lang="en-US" sz="3600" dirty="0"/>
              <a:t> and choses an available Vehicle.</a:t>
            </a:r>
          </a:p>
          <a:p>
            <a:pPr marL="0" indent="0">
              <a:lnSpc>
                <a:spcPct val="120000"/>
              </a:lnSpc>
              <a:buNone/>
            </a:pPr>
            <a:r>
              <a:rPr lang="en-US" sz="3600" dirty="0"/>
              <a:t>The controller receives the following packet:</a:t>
            </a:r>
          </a:p>
          <a:p>
            <a:pPr marL="0" indent="0">
              <a:lnSpc>
                <a:spcPct val="120000"/>
              </a:lnSpc>
              <a:buNone/>
            </a:pPr>
            <a:r>
              <a:rPr lang="en-US" sz="3600" b="1" dirty="0"/>
              <a:t>Header: </a:t>
            </a:r>
            <a:r>
              <a:rPr lang="en-US" sz="2900" dirty="0">
                <a:latin typeface="Cascadia Code Light" panose="020B0609020000020004" pitchFamily="49" charset="0"/>
                <a:cs typeface="Cascadia Code Light" panose="020B0609020000020004" pitchFamily="49" charset="0"/>
              </a:rPr>
              <a:t>POST /requestvehicle.html HTTP/1.1</a:t>
            </a:r>
            <a:br>
              <a:rPr lang="en-US" sz="2900" dirty="0">
                <a:latin typeface="Cascadia Code Light" panose="020B0609020000020004" pitchFamily="49" charset="0"/>
                <a:cs typeface="Cascadia Code Light" panose="020B0609020000020004" pitchFamily="49" charset="0"/>
              </a:rPr>
            </a:br>
            <a:r>
              <a:rPr lang="en-US" sz="2900" dirty="0">
                <a:latin typeface="Cascadia Code Light" panose="020B0609020000020004" pitchFamily="49" charset="0"/>
                <a:cs typeface="Cascadia Code Light" panose="020B0609020000020004" pitchFamily="49" charset="0"/>
              </a:rPr>
              <a:t>User-Agent: Mozilla/4.0 (compatible; MSIE5.01; Windows NT)</a:t>
            </a:r>
            <a:br>
              <a:rPr lang="en-US" sz="2900" dirty="0">
                <a:latin typeface="Cascadia Code Light" panose="020B0609020000020004" pitchFamily="49" charset="0"/>
                <a:cs typeface="Cascadia Code Light" panose="020B0609020000020004" pitchFamily="49" charset="0"/>
              </a:rPr>
            </a:br>
            <a:r>
              <a:rPr lang="en-US" sz="2900" dirty="0">
                <a:latin typeface="Cascadia Code Light" panose="020B0609020000020004" pitchFamily="49" charset="0"/>
                <a:cs typeface="Cascadia Code Light" panose="020B0609020000020004" pitchFamily="49" charset="0"/>
              </a:rPr>
              <a:t>Host: https://baham.kiet.edu.pk/</a:t>
            </a:r>
            <a:br>
              <a:rPr lang="en-US" sz="2900" dirty="0">
                <a:latin typeface="Cascadia Code Light" panose="020B0609020000020004" pitchFamily="49" charset="0"/>
                <a:cs typeface="Cascadia Code Light" panose="020B0609020000020004" pitchFamily="49" charset="0"/>
              </a:rPr>
            </a:br>
            <a:r>
              <a:rPr lang="en-US" sz="2900" dirty="0">
                <a:latin typeface="Cascadia Code Light" panose="020B0609020000020004" pitchFamily="49" charset="0"/>
                <a:cs typeface="Cascadia Code Light" panose="020B0609020000020004" pitchFamily="49" charset="0"/>
              </a:rPr>
              <a:t>Accept-Language: </a:t>
            </a:r>
            <a:r>
              <a:rPr lang="en-US" sz="2900" dirty="0" err="1">
                <a:latin typeface="Cascadia Code Light" panose="020B0609020000020004" pitchFamily="49" charset="0"/>
                <a:cs typeface="Cascadia Code Light" panose="020B0609020000020004" pitchFamily="49" charset="0"/>
              </a:rPr>
              <a:t>en</a:t>
            </a:r>
            <a:r>
              <a:rPr lang="en-US" sz="2900" dirty="0">
                <a:latin typeface="Cascadia Code Light" panose="020B0609020000020004" pitchFamily="49" charset="0"/>
                <a:cs typeface="Cascadia Code Light" panose="020B0609020000020004" pitchFamily="49" charset="0"/>
              </a:rPr>
              <a:t>-us</a:t>
            </a:r>
            <a:br>
              <a:rPr lang="en-US" sz="2900" dirty="0">
                <a:latin typeface="Cascadia Code Light" panose="020B0609020000020004" pitchFamily="49" charset="0"/>
                <a:cs typeface="Cascadia Code Light" panose="020B0609020000020004" pitchFamily="49" charset="0"/>
              </a:rPr>
            </a:br>
            <a:r>
              <a:rPr lang="en-US" sz="2900" dirty="0">
                <a:latin typeface="Cascadia Code Light" panose="020B0609020000020004" pitchFamily="49" charset="0"/>
                <a:cs typeface="Cascadia Code Light" panose="020B0609020000020004" pitchFamily="49" charset="0"/>
              </a:rPr>
              <a:t>Accept-Encoding: </a:t>
            </a:r>
            <a:r>
              <a:rPr lang="en-US" sz="2900" dirty="0" err="1">
                <a:latin typeface="Cascadia Code Light" panose="020B0609020000020004" pitchFamily="49" charset="0"/>
                <a:cs typeface="Cascadia Code Light" panose="020B0609020000020004" pitchFamily="49" charset="0"/>
              </a:rPr>
              <a:t>gzip</a:t>
            </a:r>
            <a:br>
              <a:rPr lang="en-US" sz="2900" dirty="0">
                <a:latin typeface="Cascadia Code Light" panose="020B0609020000020004" pitchFamily="49" charset="0"/>
                <a:cs typeface="Cascadia Code Light" panose="020B0609020000020004" pitchFamily="49" charset="0"/>
              </a:rPr>
            </a:br>
            <a:r>
              <a:rPr lang="en-US" sz="2900" dirty="0">
                <a:latin typeface="Cascadia Code Light" panose="020B0609020000020004" pitchFamily="49" charset="0"/>
                <a:cs typeface="Cascadia Code Light" panose="020B0609020000020004" pitchFamily="49" charset="0"/>
              </a:rPr>
              <a:t>Content-Type: application/x-www-form-</a:t>
            </a:r>
            <a:r>
              <a:rPr lang="en-US" sz="2900" dirty="0" err="1">
                <a:latin typeface="Cascadia Code Light" panose="020B0609020000020004" pitchFamily="49" charset="0"/>
                <a:cs typeface="Cascadia Code Light" panose="020B0609020000020004" pitchFamily="49" charset="0"/>
              </a:rPr>
              <a:t>urlencoded</a:t>
            </a:r>
            <a:br>
              <a:rPr lang="en-US" sz="2900" dirty="0">
                <a:latin typeface="Cascadia Code Light" panose="020B0609020000020004" pitchFamily="49" charset="0"/>
                <a:cs typeface="Cascadia Code Light" panose="020B0609020000020004" pitchFamily="49" charset="0"/>
              </a:rPr>
            </a:br>
            <a:r>
              <a:rPr lang="en-US" sz="2900" dirty="0">
                <a:latin typeface="Cascadia Code Light" panose="020B0609020000020004" pitchFamily="49" charset="0"/>
                <a:cs typeface="Cascadia Code Light" panose="020B0609020000020004" pitchFamily="49" charset="0"/>
              </a:rPr>
              <a:t>Connection: Keep-Alive</a:t>
            </a:r>
          </a:p>
          <a:p>
            <a:pPr marL="0" indent="0">
              <a:lnSpc>
                <a:spcPct val="120000"/>
              </a:lnSpc>
              <a:buNone/>
            </a:pPr>
            <a:r>
              <a:rPr lang="en-US" sz="3600" b="1" dirty="0"/>
              <a:t>Body:</a:t>
            </a:r>
          </a:p>
          <a:p>
            <a:pPr marL="0" indent="0">
              <a:lnSpc>
                <a:spcPct val="120000"/>
              </a:lnSpc>
              <a:buNone/>
            </a:pPr>
            <a:r>
              <a:rPr lang="en-US" sz="2900" dirty="0" err="1">
                <a:latin typeface="Cascadia Code Light" panose="020B0609020000020004" pitchFamily="49" charset="0"/>
                <a:cs typeface="Cascadia Code Light" panose="020B0609020000020004" pitchFamily="49" charset="0"/>
              </a:rPr>
              <a:t>userId</a:t>
            </a:r>
            <a:r>
              <a:rPr lang="en-US" sz="2900" dirty="0">
                <a:latin typeface="Cascadia Code Light" panose="020B0609020000020004" pitchFamily="49" charset="0"/>
                <a:cs typeface="Cascadia Code Light" panose="020B0609020000020004" pitchFamily="49" charset="0"/>
              </a:rPr>
              <a:t>=112233&amp;vehicleNo=VZL987&amp;username=</a:t>
            </a:r>
            <a:r>
              <a:rPr lang="en-US" sz="2900" dirty="0" err="1">
                <a:latin typeface="Cascadia Code Light" panose="020B0609020000020004" pitchFamily="49" charset="0"/>
                <a:cs typeface="Cascadia Code Light" panose="020B0609020000020004" pitchFamily="49" charset="0"/>
              </a:rPr>
              <a:t>alibaba&amp;password</a:t>
            </a:r>
            <a:r>
              <a:rPr lang="en-US" sz="2900" dirty="0">
                <a:latin typeface="Cascadia Code Light" panose="020B0609020000020004" pitchFamily="49" charset="0"/>
                <a:cs typeface="Cascadia Code Light" panose="020B0609020000020004" pitchFamily="49" charset="0"/>
              </a:rPr>
              <a:t>=</a:t>
            </a:r>
            <a:r>
              <a:rPr lang="en-US" sz="2900" dirty="0" err="1">
                <a:latin typeface="Cascadia Code Light" panose="020B0609020000020004" pitchFamily="49" charset="0"/>
                <a:cs typeface="Cascadia Code Light" panose="020B0609020000020004" pitchFamily="49" charset="0"/>
              </a:rPr>
              <a:t>Khuljasimsim</a:t>
            </a:r>
            <a:endParaRPr lang="en-US" sz="2900" dirty="0">
              <a:solidFill>
                <a:prstClr val="black"/>
              </a:solidFill>
              <a:latin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3443173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Application Tiers –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600" dirty="0"/>
              <a:t>The controller does the following methods:</a:t>
            </a:r>
          </a:p>
          <a:p>
            <a:pPr marL="742950" indent="-742950">
              <a:lnSpc>
                <a:spcPct val="120000"/>
              </a:lnSpc>
              <a:buFont typeface="+mj-lt"/>
              <a:buAutoNum type="arabicPeriod"/>
            </a:pPr>
            <a:r>
              <a:rPr lang="en-US" sz="3600" dirty="0"/>
              <a:t>Checks the type of request, i.e. </a:t>
            </a:r>
            <a:r>
              <a:rPr lang="en-US" sz="3600" dirty="0">
                <a:latin typeface="Cascadia Code Light" panose="020B0609020000020004" pitchFamily="49" charset="0"/>
                <a:cs typeface="Cascadia Code Light" panose="020B0609020000020004" pitchFamily="49" charset="0"/>
              </a:rPr>
              <a:t>POST</a:t>
            </a:r>
          </a:p>
          <a:p>
            <a:pPr marL="742950" indent="-742950">
              <a:lnSpc>
                <a:spcPct val="120000"/>
              </a:lnSpc>
              <a:buFont typeface="+mj-lt"/>
              <a:buAutoNum type="arabicPeriod"/>
            </a:pPr>
            <a:r>
              <a:rPr lang="en-US" sz="3600" dirty="0"/>
              <a:t>Checks for the URL the request was made to, i.e. </a:t>
            </a:r>
            <a:r>
              <a:rPr lang="en-US" sz="3100" dirty="0">
                <a:latin typeface="Cascadia Code Light" panose="020B0609020000020004" pitchFamily="49" charset="0"/>
                <a:cs typeface="Cascadia Code Light" panose="020B0609020000020004" pitchFamily="49" charset="0"/>
                <a:hlinkClick r:id="rId3"/>
              </a:rPr>
              <a:t>https://baham.kiet.edu.pk/registervehicle.html</a:t>
            </a:r>
            <a:endParaRPr lang="en-US" sz="3100" dirty="0">
              <a:latin typeface="Cascadia Code Light" panose="020B0609020000020004" pitchFamily="49" charset="0"/>
              <a:cs typeface="Cascadia Code Light" panose="020B0609020000020004" pitchFamily="49" charset="0"/>
            </a:endParaRPr>
          </a:p>
          <a:p>
            <a:pPr marL="742950" indent="-742950">
              <a:lnSpc>
                <a:spcPct val="120000"/>
              </a:lnSpc>
              <a:buFont typeface="+mj-lt"/>
              <a:buAutoNum type="arabicPeriod"/>
            </a:pPr>
            <a:r>
              <a:rPr lang="en-US" sz="3600" dirty="0"/>
              <a:t>Decompress the data packet</a:t>
            </a:r>
          </a:p>
          <a:p>
            <a:pPr marL="742950" indent="-742950">
              <a:lnSpc>
                <a:spcPct val="120000"/>
              </a:lnSpc>
              <a:buFont typeface="+mj-lt"/>
              <a:buAutoNum type="arabicPeriod"/>
            </a:pPr>
            <a:r>
              <a:rPr lang="en-US" sz="3600" dirty="0"/>
              <a:t>Sets expected type of content, i.e. a web form in this case</a:t>
            </a:r>
          </a:p>
          <a:p>
            <a:pPr marL="742950" indent="-742950">
              <a:lnSpc>
                <a:spcPct val="120000"/>
              </a:lnSpc>
              <a:buFont typeface="+mj-lt"/>
              <a:buAutoNum type="arabicPeriod"/>
            </a:pPr>
            <a:r>
              <a:rPr lang="en-US" sz="3600" dirty="0"/>
              <a:t>Reads parameters from body: </a:t>
            </a:r>
            <a:r>
              <a:rPr lang="en-US" sz="3600" dirty="0" err="1">
                <a:latin typeface="Cascadia Code Light" panose="020B0609020000020004" pitchFamily="49" charset="0"/>
                <a:cs typeface="Cascadia Code Light" panose="020B0609020000020004" pitchFamily="49" charset="0"/>
              </a:rPr>
              <a:t>user_id</a:t>
            </a:r>
            <a:r>
              <a:rPr lang="en-US" sz="3600" dirty="0">
                <a:latin typeface="Cascadia Code Light" panose="020B0609020000020004" pitchFamily="49" charset="0"/>
                <a:cs typeface="Cascadia Code Light" panose="020B0609020000020004" pitchFamily="49" charset="0"/>
              </a:rPr>
              <a:t> = “112233”, </a:t>
            </a:r>
            <a:r>
              <a:rPr lang="en-US" sz="3600" dirty="0" err="1">
                <a:latin typeface="Cascadia Code Light" panose="020B0609020000020004" pitchFamily="49" charset="0"/>
                <a:cs typeface="Cascadia Code Light" panose="020B0609020000020004" pitchFamily="49" charset="0"/>
              </a:rPr>
              <a:t>vehicle_registration_number</a:t>
            </a:r>
            <a:r>
              <a:rPr lang="en-US" sz="3600" dirty="0">
                <a:latin typeface="Cascadia Code Light" panose="020B0609020000020004" pitchFamily="49" charset="0"/>
                <a:cs typeface="Cascadia Code Light" panose="020B0609020000020004" pitchFamily="49" charset="0"/>
              </a:rPr>
              <a:t> = “VZL987”, username = “</a:t>
            </a:r>
            <a:r>
              <a:rPr lang="en-US" sz="3600" dirty="0" err="1">
                <a:latin typeface="Cascadia Code Light" panose="020B0609020000020004" pitchFamily="49" charset="0"/>
                <a:cs typeface="Cascadia Code Light" panose="020B0609020000020004" pitchFamily="49" charset="0"/>
              </a:rPr>
              <a:t>alibaba</a:t>
            </a:r>
            <a:r>
              <a:rPr lang="en-US" sz="3600" dirty="0">
                <a:latin typeface="Cascadia Code Light" panose="020B0609020000020004" pitchFamily="49" charset="0"/>
                <a:cs typeface="Cascadia Code Light" panose="020B0609020000020004" pitchFamily="49" charset="0"/>
              </a:rPr>
              <a:t>”, password = “</a:t>
            </a:r>
            <a:r>
              <a:rPr lang="en-US" sz="3600" dirty="0" err="1">
                <a:latin typeface="Cascadia Code Light" panose="020B0609020000020004" pitchFamily="49" charset="0"/>
                <a:cs typeface="Cascadia Code Light" panose="020B0609020000020004" pitchFamily="49" charset="0"/>
              </a:rPr>
              <a:t>Khuljasimsim</a:t>
            </a:r>
            <a:r>
              <a:rPr lang="en-US" sz="3600" dirty="0">
                <a:latin typeface="Cascadia Code Light" panose="020B0609020000020004" pitchFamily="49" charset="0"/>
                <a:cs typeface="Cascadia Code Light" panose="020B0609020000020004" pitchFamily="49" charset="0"/>
              </a:rPr>
              <a:t>”</a:t>
            </a:r>
          </a:p>
        </p:txBody>
      </p:sp>
    </p:spTree>
    <p:extLst>
      <p:ext uri="{BB962C8B-B14F-4D97-AF65-F5344CB8AC3E}">
        <p14:creationId xmlns:p14="http://schemas.microsoft.com/office/powerpoint/2010/main" val="92931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Application Tiers –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600" dirty="0"/>
              <a:t>The controller asks the Service tier to:</a:t>
            </a:r>
          </a:p>
          <a:p>
            <a:pPr marL="742950" indent="-742950">
              <a:lnSpc>
                <a:spcPct val="120000"/>
              </a:lnSpc>
              <a:buFont typeface="+mj-lt"/>
              <a:buAutoNum type="arabicPeriod"/>
            </a:pPr>
            <a:r>
              <a:rPr lang="en-US" sz="3600" dirty="0"/>
              <a:t>Authenticate the user account:</a:t>
            </a:r>
            <a:br>
              <a:rPr lang="en-US" sz="3600" dirty="0"/>
            </a:br>
            <a:r>
              <a:rPr lang="en-US" sz="2900" dirty="0">
                <a:latin typeface="Cascadia Code Light" panose="020B0609020000020004" pitchFamily="49" charset="0"/>
                <a:cs typeface="Cascadia Code Light" panose="020B0609020000020004" pitchFamily="49" charset="0"/>
              </a:rPr>
              <a:t>authenticate(“</a:t>
            </a:r>
            <a:r>
              <a:rPr lang="en-US" sz="2900" dirty="0" err="1">
                <a:latin typeface="Cascadia Code Light" panose="020B0609020000020004" pitchFamily="49" charset="0"/>
                <a:cs typeface="Cascadia Code Light" panose="020B0609020000020004" pitchFamily="49" charset="0"/>
              </a:rPr>
              <a:t>alibaba</a:t>
            </a:r>
            <a:r>
              <a:rPr lang="en-US" sz="2900" dirty="0">
                <a:latin typeface="Cascadia Code Light" panose="020B0609020000020004" pitchFamily="49" charset="0"/>
                <a:cs typeface="Cascadia Code Light" panose="020B0609020000020004" pitchFamily="49" charset="0"/>
              </a:rPr>
              <a:t>”,” </a:t>
            </a:r>
            <a:r>
              <a:rPr lang="en-US" sz="2900" dirty="0" err="1">
                <a:latin typeface="Cascadia Code Light" panose="020B0609020000020004" pitchFamily="49" charset="0"/>
                <a:cs typeface="Cascadia Code Light" panose="020B0609020000020004" pitchFamily="49" charset="0"/>
              </a:rPr>
              <a:t>Khuljasimsim</a:t>
            </a:r>
            <a:r>
              <a:rPr lang="en-US" sz="2900" dirty="0">
                <a:latin typeface="Cascadia Code Light" panose="020B0609020000020004" pitchFamily="49" charset="0"/>
                <a:cs typeface="Cascadia Code Light" panose="020B0609020000020004" pitchFamily="49" charset="0"/>
              </a:rPr>
              <a:t>”)</a:t>
            </a:r>
          </a:p>
          <a:p>
            <a:pPr marL="742950" indent="-742950">
              <a:lnSpc>
                <a:spcPct val="120000"/>
              </a:lnSpc>
              <a:buFont typeface="+mj-lt"/>
              <a:buAutoNum type="arabicPeriod"/>
            </a:pPr>
            <a:r>
              <a:rPr lang="en-US" sz="3600" dirty="0"/>
              <a:t>On successful authentication, the controller asks Service to make a sharing request by calling respective method:</a:t>
            </a:r>
            <a:br>
              <a:rPr lang="en-US" sz="3600" dirty="0"/>
            </a:br>
            <a:r>
              <a:rPr lang="en-US" sz="2900" dirty="0" err="1">
                <a:latin typeface="Cascadia Code Light" panose="020B0609020000020004" pitchFamily="49" charset="0"/>
                <a:cs typeface="Cascadia Code Light" panose="020B0609020000020004" pitchFamily="49" charset="0"/>
              </a:rPr>
              <a:t>requestVehicle</a:t>
            </a:r>
            <a:r>
              <a:rPr lang="en-US" sz="2900" dirty="0">
                <a:latin typeface="Cascadia Code Light" panose="020B0609020000020004" pitchFamily="49" charset="0"/>
                <a:cs typeface="Cascadia Code Light" panose="020B0609020000020004" pitchFamily="49" charset="0"/>
              </a:rPr>
              <a:t>(“112233”, “VZL987”)</a:t>
            </a:r>
          </a:p>
          <a:p>
            <a:pPr marL="742950" indent="-742950">
              <a:lnSpc>
                <a:spcPct val="120000"/>
              </a:lnSpc>
              <a:buFont typeface="+mj-lt"/>
              <a:buAutoNum type="arabicPeriod"/>
            </a:pPr>
            <a:r>
              <a:rPr lang="en-US" sz="3600" dirty="0"/>
              <a:t>The controller now waits for the Service to do the operation.</a:t>
            </a:r>
          </a:p>
        </p:txBody>
      </p:sp>
    </p:spTree>
    <p:extLst>
      <p:ext uri="{BB962C8B-B14F-4D97-AF65-F5344CB8AC3E}">
        <p14:creationId xmlns:p14="http://schemas.microsoft.com/office/powerpoint/2010/main" val="375349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Application Tiers – An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500" dirty="0"/>
              <a:t>The Service tier handles all business rules:</a:t>
            </a:r>
          </a:p>
          <a:p>
            <a:pPr marL="742950" indent="-742950">
              <a:lnSpc>
                <a:spcPct val="120000"/>
              </a:lnSpc>
              <a:buFont typeface="+mj-lt"/>
              <a:buAutoNum type="arabicPeriod"/>
            </a:pPr>
            <a:r>
              <a:rPr lang="en-US" sz="2800" dirty="0"/>
              <a:t>Is this user active? </a:t>
            </a:r>
            <a:r>
              <a:rPr lang="en-US" sz="2800" dirty="0" err="1">
                <a:latin typeface="Cascadia Code Light" panose="020B0609020000020004" pitchFamily="49" charset="0"/>
                <a:cs typeface="Cascadia Code Light" panose="020B0609020000020004" pitchFamily="49" charset="0"/>
              </a:rPr>
              <a:t>getUserStatus</a:t>
            </a:r>
            <a:r>
              <a:rPr lang="en-US" sz="2800" dirty="0">
                <a:latin typeface="Cascadia Code Light" panose="020B0609020000020004" pitchFamily="49" charset="0"/>
                <a:cs typeface="Cascadia Code Light" panose="020B0609020000020004" pitchFamily="49" charset="0"/>
              </a:rPr>
              <a:t>(“112233”)</a:t>
            </a:r>
          </a:p>
          <a:p>
            <a:pPr marL="742950" indent="-742950">
              <a:lnSpc>
                <a:spcPct val="120000"/>
              </a:lnSpc>
              <a:buFont typeface="+mj-lt"/>
              <a:buAutoNum type="arabicPeriod"/>
            </a:pPr>
            <a:r>
              <a:rPr lang="en-US" sz="2800" dirty="0"/>
              <a:t>Is this vehicle currently available? </a:t>
            </a:r>
            <a:r>
              <a:rPr lang="en-US" sz="2800" dirty="0" err="1">
                <a:latin typeface="Cascadia Code Light" panose="020B0609020000020004" pitchFamily="49" charset="0"/>
                <a:cs typeface="Cascadia Code Light" panose="020B0609020000020004" pitchFamily="49" charset="0"/>
              </a:rPr>
              <a:t>getVehicleStatus</a:t>
            </a:r>
            <a:r>
              <a:rPr lang="en-US" sz="2800" dirty="0">
                <a:latin typeface="Cascadia Code Light" panose="020B0609020000020004" pitchFamily="49" charset="0"/>
                <a:cs typeface="Cascadia Code Light" panose="020B0609020000020004" pitchFamily="49" charset="0"/>
              </a:rPr>
              <a:t>(“VZL987”)</a:t>
            </a:r>
          </a:p>
          <a:p>
            <a:pPr marL="742950" indent="-742950">
              <a:lnSpc>
                <a:spcPct val="120000"/>
              </a:lnSpc>
              <a:buFont typeface="+mj-lt"/>
              <a:buAutoNum type="arabicPeriod"/>
            </a:pPr>
            <a:r>
              <a:rPr lang="en-US" sz="2800" dirty="0"/>
              <a:t>Is the vehicle already full? </a:t>
            </a:r>
            <a:r>
              <a:rPr lang="en-US" sz="2800" dirty="0" err="1">
                <a:latin typeface="Cascadia Code Light" panose="020B0609020000020004" pitchFamily="49" charset="0"/>
                <a:cs typeface="Cascadia Code Light" panose="020B0609020000020004" pitchFamily="49" charset="0"/>
              </a:rPr>
              <a:t>getVehicleCapacity</a:t>
            </a:r>
            <a:r>
              <a:rPr lang="en-US" sz="2800" dirty="0">
                <a:latin typeface="Cascadia Code Light" panose="020B0609020000020004" pitchFamily="49" charset="0"/>
                <a:cs typeface="Cascadia Code Light" panose="020B0609020000020004" pitchFamily="49" charset="0"/>
              </a:rPr>
              <a:t>(“VZL987”)</a:t>
            </a:r>
            <a:endParaRPr lang="en-US" sz="2800" dirty="0"/>
          </a:p>
          <a:p>
            <a:pPr marL="742950" indent="-742950">
              <a:lnSpc>
                <a:spcPct val="120000"/>
              </a:lnSpc>
              <a:buFont typeface="+mj-lt"/>
              <a:buAutoNum type="arabicPeriod"/>
            </a:pPr>
            <a:r>
              <a:rPr lang="en-US" sz="2800" dirty="0"/>
              <a:t>Is the user already in a contract? </a:t>
            </a:r>
            <a:r>
              <a:rPr lang="en-US" sz="2800" dirty="0" err="1">
                <a:latin typeface="Cascadia Code Light" panose="020B0609020000020004" pitchFamily="49" charset="0"/>
                <a:cs typeface="Cascadia Code Light" panose="020B0609020000020004" pitchFamily="49" charset="0"/>
              </a:rPr>
              <a:t>getContracts</a:t>
            </a:r>
            <a:r>
              <a:rPr lang="en-US" sz="2800" dirty="0">
                <a:latin typeface="Cascadia Code Light" panose="020B0609020000020004" pitchFamily="49" charset="0"/>
                <a:cs typeface="Cascadia Code Light" panose="020B0609020000020004" pitchFamily="49" charset="0"/>
              </a:rPr>
              <a:t>(“112233”)</a:t>
            </a:r>
            <a:endParaRPr lang="en-US" sz="2800" dirty="0"/>
          </a:p>
          <a:p>
            <a:pPr marL="742950" indent="-742950">
              <a:lnSpc>
                <a:spcPct val="120000"/>
              </a:lnSpc>
              <a:buFont typeface="+mj-lt"/>
              <a:buAutoNum type="arabicPeriod"/>
            </a:pPr>
            <a:r>
              <a:rPr lang="en-US" sz="2800" dirty="0"/>
              <a:t>All Okay? Then proceed to request. Ask the Data Access Tier to save sharing request object.</a:t>
            </a:r>
          </a:p>
        </p:txBody>
      </p:sp>
    </p:spTree>
    <p:extLst>
      <p:ext uri="{BB962C8B-B14F-4D97-AF65-F5344CB8AC3E}">
        <p14:creationId xmlns:p14="http://schemas.microsoft.com/office/powerpoint/2010/main" val="49014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Application Tiers – An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32587"/>
            <a:ext cx="1128606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100" dirty="0"/>
              <a:t>The Data Access tier handles all data rules. A typical method looks something like</a:t>
            </a:r>
          </a:p>
          <a:p>
            <a:pPr marL="0" indent="0">
              <a:lnSpc>
                <a:spcPct val="120000"/>
              </a:lnSpc>
              <a:buNone/>
            </a:pPr>
            <a:r>
              <a:rPr lang="en-US" sz="2800" dirty="0" err="1">
                <a:latin typeface="Cascadia Code Light" panose="020B0609020000020004" pitchFamily="49" charset="0"/>
                <a:cs typeface="Cascadia Code Light" panose="020B0609020000020004" pitchFamily="49" charset="0"/>
              </a:rPr>
              <a:t>requestVehicle</a:t>
            </a:r>
            <a:r>
              <a:rPr lang="en-US" sz="2800" dirty="0">
                <a:latin typeface="Cascadia Code Light" panose="020B0609020000020004" pitchFamily="49" charset="0"/>
                <a:cs typeface="Cascadia Code Light" panose="020B0609020000020004" pitchFamily="49" charset="0"/>
              </a:rPr>
              <a:t>(</a:t>
            </a:r>
            <a:r>
              <a:rPr lang="en-US" sz="2800" dirty="0" err="1">
                <a:latin typeface="Cascadia Code Light" panose="020B0609020000020004" pitchFamily="49" charset="0"/>
                <a:cs typeface="Cascadia Code Light" panose="020B0609020000020004" pitchFamily="49" charset="0"/>
              </a:rPr>
              <a:t>userId</a:t>
            </a:r>
            <a:r>
              <a:rPr lang="en-US" sz="2800" dirty="0">
                <a:latin typeface="Cascadia Code Light" panose="020B0609020000020004" pitchFamily="49" charset="0"/>
                <a:cs typeface="Cascadia Code Light" panose="020B0609020000020004" pitchFamily="49" charset="0"/>
              </a:rPr>
              <a:t>, </a:t>
            </a:r>
            <a:r>
              <a:rPr lang="en-US" sz="2800" dirty="0" err="1">
                <a:latin typeface="Cascadia Code Light" panose="020B0609020000020004" pitchFamily="49" charset="0"/>
                <a:cs typeface="Cascadia Code Light" panose="020B0609020000020004" pitchFamily="49" charset="0"/>
              </a:rPr>
              <a:t>vehicleId</a:t>
            </a:r>
            <a:r>
              <a:rPr lang="en-US" sz="2800" dirty="0">
                <a:latin typeface="Cascadia Code Light" panose="020B0609020000020004" pitchFamily="49" charset="0"/>
                <a:cs typeface="Cascadia Code Light" panose="020B0609020000020004" pitchFamily="49" charset="0"/>
              </a:rPr>
              <a:t>):</a:t>
            </a:r>
            <a:br>
              <a:rPr lang="en-US" sz="2800" dirty="0">
                <a:latin typeface="Cascadia Code Light" panose="020B0609020000020004" pitchFamily="49" charset="0"/>
                <a:cs typeface="Cascadia Code Light" panose="020B0609020000020004" pitchFamily="49" charset="0"/>
              </a:rPr>
            </a:br>
            <a:r>
              <a:rPr lang="en-US" sz="2800" dirty="0">
                <a:latin typeface="Cascadia Code Light" panose="020B0609020000020004" pitchFamily="49" charset="0"/>
                <a:cs typeface="Cascadia Code Light" panose="020B0609020000020004" pitchFamily="49" charset="0"/>
              </a:rPr>
              <a:t>	user = </a:t>
            </a:r>
            <a:r>
              <a:rPr lang="en-US" sz="2800" dirty="0" err="1">
                <a:latin typeface="Cascadia Code Light" panose="020B0609020000020004" pitchFamily="49" charset="0"/>
                <a:cs typeface="Cascadia Code Light" panose="020B0609020000020004" pitchFamily="49" charset="0"/>
              </a:rPr>
              <a:t>getUserById</a:t>
            </a:r>
            <a:r>
              <a:rPr lang="en-US" sz="2800" dirty="0">
                <a:latin typeface="Cascadia Code Light" panose="020B0609020000020004" pitchFamily="49" charset="0"/>
                <a:cs typeface="Cascadia Code Light" panose="020B0609020000020004" pitchFamily="49" charset="0"/>
              </a:rPr>
              <a:t>(</a:t>
            </a:r>
            <a:r>
              <a:rPr lang="en-US" sz="2800" dirty="0" err="1">
                <a:latin typeface="Cascadia Code Light" panose="020B0609020000020004" pitchFamily="49" charset="0"/>
                <a:cs typeface="Cascadia Code Light" panose="020B0609020000020004" pitchFamily="49" charset="0"/>
              </a:rPr>
              <a:t>userId</a:t>
            </a:r>
            <a:r>
              <a:rPr lang="en-US" sz="2800" dirty="0">
                <a:latin typeface="Cascadia Code Light" panose="020B0609020000020004" pitchFamily="49" charset="0"/>
                <a:cs typeface="Cascadia Code Light" panose="020B0609020000020004" pitchFamily="49" charset="0"/>
              </a:rPr>
              <a:t>)</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	vehicle = </a:t>
            </a:r>
            <a:r>
              <a:rPr lang="en-US" sz="2800" dirty="0" err="1">
                <a:latin typeface="Cascadia Code Light" panose="020B0609020000020004" pitchFamily="49" charset="0"/>
                <a:cs typeface="Cascadia Code Light" panose="020B0609020000020004" pitchFamily="49" charset="0"/>
              </a:rPr>
              <a:t>getVehicleById</a:t>
            </a:r>
            <a:r>
              <a:rPr lang="en-US" sz="2800" dirty="0">
                <a:latin typeface="Cascadia Code Light" panose="020B0609020000020004" pitchFamily="49" charset="0"/>
                <a:cs typeface="Cascadia Code Light" panose="020B0609020000020004" pitchFamily="49" charset="0"/>
              </a:rPr>
              <a:t>(</a:t>
            </a:r>
            <a:r>
              <a:rPr lang="en-US" sz="2800" dirty="0" err="1">
                <a:latin typeface="Cascadia Code Light" panose="020B0609020000020004" pitchFamily="49" charset="0"/>
                <a:cs typeface="Cascadia Code Light" panose="020B0609020000020004" pitchFamily="49" charset="0"/>
              </a:rPr>
              <a:t>vehicleId</a:t>
            </a:r>
            <a:r>
              <a:rPr lang="en-US" sz="2800" dirty="0">
                <a:latin typeface="Cascadia Code Light" panose="020B0609020000020004" pitchFamily="49" charset="0"/>
                <a:cs typeface="Cascadia Code Light" panose="020B0609020000020004" pitchFamily="49" charset="0"/>
              </a:rPr>
              <a:t>)</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	if user == null || vehicle == null:</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		return false</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	</a:t>
            </a:r>
            <a:r>
              <a:rPr lang="en-US" sz="2800" dirty="0" err="1">
                <a:latin typeface="Cascadia Code Light" panose="020B0609020000020004" pitchFamily="49" charset="0"/>
                <a:cs typeface="Cascadia Code Light" panose="020B0609020000020004" pitchFamily="49" charset="0"/>
              </a:rPr>
              <a:t>saveRequest</a:t>
            </a:r>
            <a:r>
              <a:rPr lang="en-US" sz="2800" dirty="0">
                <a:latin typeface="Cascadia Code Light" panose="020B0609020000020004" pitchFamily="49" charset="0"/>
                <a:cs typeface="Cascadia Code Light" panose="020B0609020000020004" pitchFamily="49" charset="0"/>
              </a:rPr>
              <a:t>(user, vehicle)</a:t>
            </a:r>
          </a:p>
          <a:p>
            <a:pPr marL="0" indent="0">
              <a:lnSpc>
                <a:spcPct val="120000"/>
              </a:lnSpc>
              <a:buNone/>
            </a:pPr>
            <a:r>
              <a:rPr lang="en-US" sz="2800" dirty="0" err="1">
                <a:latin typeface="Cascadia Code Light" panose="020B0609020000020004" pitchFamily="49" charset="0"/>
                <a:cs typeface="Cascadia Code Light" panose="020B0609020000020004" pitchFamily="49" charset="0"/>
              </a:rPr>
              <a:t>saveRequest</a:t>
            </a:r>
            <a:r>
              <a:rPr lang="en-US" sz="2800" dirty="0">
                <a:latin typeface="Cascadia Code Light" panose="020B0609020000020004" pitchFamily="49" charset="0"/>
                <a:cs typeface="Cascadia Code Light" panose="020B0609020000020004" pitchFamily="49" charset="0"/>
              </a:rPr>
              <a:t> </a:t>
            </a:r>
            <a:r>
              <a:rPr lang="en-US" sz="2800" dirty="0"/>
              <a:t>executes the following query on the DB:</a:t>
            </a:r>
            <a:br>
              <a:rPr lang="en-US" sz="2800" dirty="0"/>
            </a:br>
            <a:r>
              <a:rPr lang="en-US" sz="2800" dirty="0">
                <a:latin typeface="Cascadia Code Light" panose="020B0609020000020004" pitchFamily="49" charset="0"/>
                <a:cs typeface="Cascadia Code Light" panose="020B0609020000020004" pitchFamily="49" charset="0"/>
              </a:rPr>
              <a:t>insert into </a:t>
            </a:r>
            <a:r>
              <a:rPr lang="en-US" sz="2800" dirty="0" err="1">
                <a:latin typeface="Cascadia Code Light" panose="020B0609020000020004" pitchFamily="49" charset="0"/>
                <a:cs typeface="Cascadia Code Light" panose="020B0609020000020004" pitchFamily="49" charset="0"/>
              </a:rPr>
              <a:t>vehicle_request</a:t>
            </a:r>
            <a:r>
              <a:rPr lang="en-US" sz="2800" dirty="0">
                <a:latin typeface="Cascadia Code Light" panose="020B0609020000020004" pitchFamily="49" charset="0"/>
                <a:cs typeface="Cascadia Code Light" panose="020B0609020000020004" pitchFamily="49" charset="0"/>
              </a:rPr>
              <a:t> (</a:t>
            </a:r>
            <a:r>
              <a:rPr lang="en-US" sz="2800" dirty="0" err="1">
                <a:latin typeface="Cascadia Code Light" panose="020B0609020000020004" pitchFamily="49" charset="0"/>
                <a:cs typeface="Cascadia Code Light" panose="020B0609020000020004" pitchFamily="49" charset="0"/>
              </a:rPr>
              <a:t>user_id</a:t>
            </a:r>
            <a:r>
              <a:rPr lang="en-US" sz="2800" dirty="0">
                <a:latin typeface="Cascadia Code Light" panose="020B0609020000020004" pitchFamily="49" charset="0"/>
                <a:cs typeface="Cascadia Code Light" panose="020B0609020000020004" pitchFamily="49" charset="0"/>
              </a:rPr>
              <a:t>, </a:t>
            </a:r>
            <a:r>
              <a:rPr lang="en-US" sz="2800" dirty="0" err="1">
                <a:latin typeface="Cascadia Code Light" panose="020B0609020000020004" pitchFamily="49" charset="0"/>
                <a:cs typeface="Cascadia Code Light" panose="020B0609020000020004" pitchFamily="49" charset="0"/>
              </a:rPr>
              <a:t>vehicle_id</a:t>
            </a:r>
            <a:r>
              <a:rPr lang="en-US" sz="2800" dirty="0">
                <a:latin typeface="Cascadia Code Light" panose="020B0609020000020004" pitchFamily="49" charset="0"/>
                <a:cs typeface="Cascadia Code Light" panose="020B0609020000020004" pitchFamily="49" charset="0"/>
              </a:rPr>
              <a:t>, status) values (user.id, vehicle.id, ‘PENDING’);</a:t>
            </a:r>
          </a:p>
        </p:txBody>
      </p:sp>
    </p:spTree>
    <p:extLst>
      <p:ext uri="{BB962C8B-B14F-4D97-AF65-F5344CB8AC3E}">
        <p14:creationId xmlns:p14="http://schemas.microsoft.com/office/powerpoint/2010/main" val="1030274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Application Tiers – An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22755"/>
            <a:ext cx="1128606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2800" dirty="0"/>
              <a:t>The way back:</a:t>
            </a:r>
          </a:p>
          <a:p>
            <a:pPr marL="742950" indent="-742950">
              <a:lnSpc>
                <a:spcPct val="120000"/>
              </a:lnSpc>
              <a:buFont typeface="+mj-lt"/>
              <a:buAutoNum type="arabicPeriod"/>
            </a:pPr>
            <a:r>
              <a:rPr lang="en-US" sz="2800" dirty="0"/>
              <a:t>DBMS returns the query execution code, i.e. 1 (no. of rows affected).</a:t>
            </a:r>
          </a:p>
          <a:p>
            <a:pPr marL="742950" indent="-742950">
              <a:lnSpc>
                <a:spcPct val="120000"/>
              </a:lnSpc>
              <a:buFont typeface="+mj-lt"/>
              <a:buAutoNum type="arabicPeriod"/>
            </a:pPr>
            <a:r>
              <a:rPr lang="en-US" sz="2800" dirty="0"/>
              <a:t>The Data Access Tier returns “True” back to Service, indicating that the record was successfully stored.</a:t>
            </a:r>
          </a:p>
          <a:p>
            <a:pPr marL="742950" indent="-742950">
              <a:lnSpc>
                <a:spcPct val="120000"/>
              </a:lnSpc>
              <a:buFont typeface="+mj-lt"/>
              <a:buAutoNum type="arabicPeriod"/>
            </a:pPr>
            <a:r>
              <a:rPr lang="en-US" sz="2800" dirty="0"/>
              <a:t>The Service Tier executes a few more methods: </a:t>
            </a:r>
            <a:r>
              <a:rPr lang="en-US" sz="2200" dirty="0" err="1">
                <a:latin typeface="Cascadia Code Light" panose="020B0609020000020004" pitchFamily="49" charset="0"/>
                <a:cs typeface="Cascadia Code Light" panose="020B0609020000020004" pitchFamily="49" charset="0"/>
              </a:rPr>
              <a:t>updateVehiclePassengers</a:t>
            </a:r>
            <a:r>
              <a:rPr lang="en-US" sz="2200" dirty="0">
                <a:latin typeface="Cascadia Code Light" panose="020B0609020000020004" pitchFamily="49" charset="0"/>
                <a:cs typeface="Cascadia Code Light" panose="020B0609020000020004" pitchFamily="49" charset="0"/>
              </a:rPr>
              <a:t>(“112233”), </a:t>
            </a:r>
            <a:r>
              <a:rPr lang="en-US" sz="2200" dirty="0" err="1">
                <a:latin typeface="Cascadia Code Light" panose="020B0609020000020004" pitchFamily="49" charset="0"/>
                <a:cs typeface="Cascadia Code Light" panose="020B0609020000020004" pitchFamily="49" charset="0"/>
              </a:rPr>
              <a:t>notifyOwner</a:t>
            </a:r>
            <a:r>
              <a:rPr lang="en-US" sz="2200" dirty="0">
                <a:latin typeface="Cascadia Code Light" panose="020B0609020000020004" pitchFamily="49" charset="0"/>
                <a:cs typeface="Cascadia Code Light" panose="020B0609020000020004" pitchFamily="49" charset="0"/>
              </a:rPr>
              <a:t>(“VZL987”)</a:t>
            </a:r>
          </a:p>
          <a:p>
            <a:pPr marL="742950" indent="-742950">
              <a:lnSpc>
                <a:spcPct val="120000"/>
              </a:lnSpc>
              <a:buFont typeface="+mj-lt"/>
              <a:buAutoNum type="arabicPeriod"/>
            </a:pPr>
            <a:r>
              <a:rPr lang="en-US" sz="2800" dirty="0"/>
              <a:t>Service returns “True” back to the Controller.</a:t>
            </a:r>
          </a:p>
          <a:p>
            <a:pPr marL="742950" indent="-742950">
              <a:lnSpc>
                <a:spcPct val="120000"/>
              </a:lnSpc>
              <a:buFont typeface="+mj-lt"/>
              <a:buAutoNum type="arabicPeriod"/>
            </a:pPr>
            <a:r>
              <a:rPr lang="en-US" sz="2800" dirty="0"/>
              <a:t>Controller prepares the HTTP Response</a:t>
            </a:r>
          </a:p>
          <a:p>
            <a:pPr marL="742950" indent="-742950">
              <a:lnSpc>
                <a:spcPct val="120000"/>
              </a:lnSpc>
              <a:buFont typeface="+mj-lt"/>
              <a:buAutoNum type="arabicPeriod"/>
            </a:pPr>
            <a:endParaRPr lang="en-US" sz="2800" dirty="0"/>
          </a:p>
        </p:txBody>
      </p:sp>
    </p:spTree>
    <p:extLst>
      <p:ext uri="{BB962C8B-B14F-4D97-AF65-F5344CB8AC3E}">
        <p14:creationId xmlns:p14="http://schemas.microsoft.com/office/powerpoint/2010/main" val="2931984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Application Tiers – An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77334" y="1522755"/>
            <a:ext cx="1128606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2800" dirty="0">
                <a:latin typeface="Cascadia Code Light" panose="020B0609020000020004" pitchFamily="49" charset="0"/>
                <a:cs typeface="Cascadia Code Light" panose="020B0609020000020004" pitchFamily="49" charset="0"/>
              </a:rPr>
              <a:t>HTTP/1.1 200 OK</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Date: Sun, 05 Mar 2023 10:15:00 UTC+5</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Server: Apache/2.2.14 (Win64)</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Last-Modified: Sun, 05 Mar 2023 10:15:00 UTC+5</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Content-Length: length</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Content-Type: text/html</a:t>
            </a:r>
          </a:p>
          <a:p>
            <a:pPr marL="0" indent="0">
              <a:lnSpc>
                <a:spcPct val="120000"/>
              </a:lnSpc>
              <a:buNone/>
            </a:pPr>
            <a:r>
              <a:rPr lang="en-US" sz="2800" dirty="0">
                <a:latin typeface="Cascadia Code Light" panose="020B0609020000020004" pitchFamily="49" charset="0"/>
                <a:cs typeface="Cascadia Code Light" panose="020B0609020000020004" pitchFamily="49" charset="0"/>
              </a:rPr>
              <a:t>Connection: Closed</a:t>
            </a:r>
          </a:p>
        </p:txBody>
      </p:sp>
    </p:spTree>
    <p:extLst>
      <p:ext uri="{BB962C8B-B14F-4D97-AF65-F5344CB8AC3E}">
        <p14:creationId xmlns:p14="http://schemas.microsoft.com/office/powerpoint/2010/main" val="3341398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2875</TotalTime>
  <Words>792</Words>
  <Application>Microsoft Office PowerPoint</Application>
  <PresentationFormat>Widescreen</PresentationFormat>
  <Paragraphs>116</Paragraphs>
  <Slides>13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Cascadia Code Light</vt:lpstr>
      <vt:lpstr>Consolas</vt:lpstr>
      <vt:lpstr>Trebuchet MS</vt:lpstr>
      <vt:lpstr>Wingdings</vt:lpstr>
      <vt:lpstr>Office Theme</vt:lpstr>
      <vt:lpstr>Web APPLICATION Development (111834)</vt:lpstr>
      <vt:lpstr>Agenda</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251</cp:revision>
  <dcterms:created xsi:type="dcterms:W3CDTF">2022-11-22T20:08:03Z</dcterms:created>
  <dcterms:modified xsi:type="dcterms:W3CDTF">2023-04-06T03:40:56Z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