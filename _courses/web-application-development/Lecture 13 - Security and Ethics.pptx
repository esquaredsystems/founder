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handoutMasterIdLst>
    <p:handoutMasterId r:id="rId32"/>
  </p:handoutMasterIdLst>
  <p:sldIdLst>
    <p:sldId id="2448" r:id="rId5"/>
    <p:sldId id="2462" r:id="rId6"/>
    <p:sldId id="2515" r:id="rId7"/>
    <p:sldId id="2516" r:id="rId8"/>
    <p:sldId id="2522" r:id="rId9"/>
    <p:sldId id="2537" r:id="rId10"/>
    <p:sldId id="2523" r:id="rId11"/>
    <p:sldId id="2521" r:id="rId12"/>
    <p:sldId id="2524" r:id="rId13"/>
    <p:sldId id="2519" r:id="rId14"/>
    <p:sldId id="2520" r:id="rId15"/>
    <p:sldId id="2518" r:id="rId16"/>
    <p:sldId id="2525" r:id="rId17"/>
    <p:sldId id="2526" r:id="rId18"/>
    <p:sldId id="2528" r:id="rId19"/>
    <p:sldId id="2531" r:id="rId20"/>
    <p:sldId id="2532" r:id="rId21"/>
    <p:sldId id="2535" r:id="rId22"/>
    <p:sldId id="2533" r:id="rId23"/>
    <p:sldId id="2534" r:id="rId24"/>
    <p:sldId id="2530" r:id="rId25"/>
    <p:sldId id="2538" r:id="rId26"/>
    <p:sldId id="2539" r:id="rId27"/>
    <p:sldId id="2540" r:id="rId28"/>
    <p:sldId id="2536" r:id="rId29"/>
    <p:sldId id="243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750F2E-066A-4969-BB22-AA4B2440C81E}" v="15532" dt="2023-06-01T10:06:56.3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89" autoAdjust="0"/>
    <p:restoredTop sz="86797" autoAdjust="0"/>
  </p:normalViewPr>
  <p:slideViewPr>
    <p:cSldViewPr snapToGrid="0">
      <p:cViewPr varScale="1">
        <p:scale>
          <a:sx n="71" d="100"/>
          <a:sy n="71" d="100"/>
        </p:scale>
        <p:origin x="782" y="62"/>
      </p:cViewPr>
      <p:guideLst>
        <p:guide orient="horz" pos="1992"/>
        <p:guide pos="3840"/>
        <p:guide orient="horz" pos="1416"/>
      </p:guideLst>
    </p:cSldViewPr>
  </p:slideViewPr>
  <p:outlineViewPr>
    <p:cViewPr>
      <p:scale>
        <a:sx n="33" d="100"/>
        <a:sy n="33" d="100"/>
      </p:scale>
      <p:origin x="0" y="-5189"/>
    </p:cViewPr>
  </p:outlineViewPr>
  <p:notesTextViewPr>
    <p:cViewPr>
      <p:scale>
        <a:sx n="3" d="2"/>
        <a:sy n="3" d="2"/>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F2F5802D-354D-407D-8D81-A3C636993E9B}"/>
    <pc:docChg chg="undo redo custSel addSld modSld">
      <pc:chgData name="Owais Ahmed" userId="6abc7d4556b3b071" providerId="LiveId" clId="{F2F5802D-354D-407D-8D81-A3C636993E9B}" dt="2023-05-25T09:32:15.877" v="3973" actId="27636"/>
      <pc:docMkLst>
        <pc:docMk/>
      </pc:docMkLst>
      <pc:sldChg chg="modSp mod">
        <pc:chgData name="Owais Ahmed" userId="6abc7d4556b3b071" providerId="LiveId" clId="{F2F5802D-354D-407D-8D81-A3C636993E9B}" dt="2023-05-25T07:17:40.690" v="2369" actId="20577"/>
        <pc:sldMkLst>
          <pc:docMk/>
          <pc:sldMk cId="1649098948" sldId="2462"/>
        </pc:sldMkLst>
        <pc:spChg chg="mod">
          <ac:chgData name="Owais Ahmed" userId="6abc7d4556b3b071" providerId="LiveId" clId="{F2F5802D-354D-407D-8D81-A3C636993E9B}" dt="2023-05-25T07:17:40.690" v="2369" actId="20577"/>
          <ac:spMkLst>
            <pc:docMk/>
            <pc:sldMk cId="1649098948" sldId="2462"/>
            <ac:spMk id="6" creationId="{F3C89A40-EEAA-43AB-9A3A-B2CFDE450F1B}"/>
          </ac:spMkLst>
        </pc:spChg>
      </pc:sldChg>
      <pc:sldChg chg="modSp add mod modAnim">
        <pc:chgData name="Owais Ahmed" userId="6abc7d4556b3b071" providerId="LiveId" clId="{F2F5802D-354D-407D-8D81-A3C636993E9B}" dt="2023-05-25T09:32:15.877" v="3973" actId="27636"/>
        <pc:sldMkLst>
          <pc:docMk/>
          <pc:sldMk cId="2508916948" sldId="2508"/>
        </pc:sldMkLst>
        <pc:spChg chg="mod">
          <ac:chgData name="Owais Ahmed" userId="6abc7d4556b3b071" providerId="LiveId" clId="{F2F5802D-354D-407D-8D81-A3C636993E9B}" dt="2023-05-25T09:32:15.877" v="3973" actId="27636"/>
          <ac:spMkLst>
            <pc:docMk/>
            <pc:sldMk cId="2508916948" sldId="2508"/>
            <ac:spMk id="3" creationId="{4A1C0383-58FE-E486-295E-B33B8683B938}"/>
          </ac:spMkLst>
        </pc:spChg>
      </pc:sldChg>
      <pc:sldChg chg="modAnim">
        <pc:chgData name="Owais Ahmed" userId="6abc7d4556b3b071" providerId="LiveId" clId="{F2F5802D-354D-407D-8D81-A3C636993E9B}" dt="2023-05-25T07:08:41.865" v="2174"/>
        <pc:sldMkLst>
          <pc:docMk/>
          <pc:sldMk cId="1296916818" sldId="2519"/>
        </pc:sldMkLst>
      </pc:sldChg>
      <pc:sldChg chg="modAnim">
        <pc:chgData name="Owais Ahmed" userId="6abc7d4556b3b071" providerId="LiveId" clId="{F2F5802D-354D-407D-8D81-A3C636993E9B}" dt="2023-05-25T07:08:50.635" v="2175"/>
        <pc:sldMkLst>
          <pc:docMk/>
          <pc:sldMk cId="1014548738" sldId="2520"/>
        </pc:sldMkLst>
      </pc:sldChg>
      <pc:sldChg chg="modSp modAnim">
        <pc:chgData name="Owais Ahmed" userId="6abc7d4556b3b071" providerId="LiveId" clId="{F2F5802D-354D-407D-8D81-A3C636993E9B}" dt="2023-05-25T07:09:21.099" v="2177"/>
        <pc:sldMkLst>
          <pc:docMk/>
          <pc:sldMk cId="81605483" sldId="2523"/>
        </pc:sldMkLst>
        <pc:spChg chg="mod">
          <ac:chgData name="Owais Ahmed" userId="6abc7d4556b3b071" providerId="LiveId" clId="{F2F5802D-354D-407D-8D81-A3C636993E9B}" dt="2023-05-22T06:14:30.508" v="356" actId="20577"/>
          <ac:spMkLst>
            <pc:docMk/>
            <pc:sldMk cId="81605483" sldId="2523"/>
            <ac:spMk id="3" creationId="{4A1C0383-58FE-E486-295E-B33B8683B938}"/>
          </ac:spMkLst>
        </pc:spChg>
      </pc:sldChg>
      <pc:sldChg chg="addSp modSp add mod modAnim">
        <pc:chgData name="Owais Ahmed" userId="6abc7d4556b3b071" providerId="LiveId" clId="{F2F5802D-354D-407D-8D81-A3C636993E9B}" dt="2023-05-22T06:32:41.632" v="777" actId="20577"/>
        <pc:sldMkLst>
          <pc:docMk/>
          <pc:sldMk cId="601257443" sldId="2524"/>
        </pc:sldMkLst>
        <pc:spChg chg="mod">
          <ac:chgData name="Owais Ahmed" userId="6abc7d4556b3b071" providerId="LiveId" clId="{F2F5802D-354D-407D-8D81-A3C636993E9B}" dt="2023-05-22T06:32:41.632" v="777" actId="20577"/>
          <ac:spMkLst>
            <pc:docMk/>
            <pc:sldMk cId="601257443" sldId="2524"/>
            <ac:spMk id="3" creationId="{4A1C0383-58FE-E486-295E-B33B8683B938}"/>
          </ac:spMkLst>
        </pc:spChg>
        <pc:spChg chg="add mod">
          <ac:chgData name="Owais Ahmed" userId="6abc7d4556b3b071" providerId="LiveId" clId="{F2F5802D-354D-407D-8D81-A3C636993E9B}" dt="2023-05-22T06:29:29.990" v="569" actId="21"/>
          <ac:spMkLst>
            <pc:docMk/>
            <pc:sldMk cId="601257443" sldId="2524"/>
            <ac:spMk id="5" creationId="{9FA844E9-FC49-56DE-9B36-E953401DB884}"/>
          </ac:spMkLst>
        </pc:spChg>
      </pc:sldChg>
      <pc:sldChg chg="modSp modAnim">
        <pc:chgData name="Owais Ahmed" userId="6abc7d4556b3b071" providerId="LiveId" clId="{F2F5802D-354D-407D-8D81-A3C636993E9B}" dt="2023-05-25T08:37:45.733" v="3059"/>
        <pc:sldMkLst>
          <pc:docMk/>
          <pc:sldMk cId="875869451" sldId="2526"/>
        </pc:sldMkLst>
        <pc:spChg chg="mod">
          <ac:chgData name="Owais Ahmed" userId="6abc7d4556b3b071" providerId="LiveId" clId="{F2F5802D-354D-407D-8D81-A3C636993E9B}" dt="2023-05-25T08:37:45.733" v="3059"/>
          <ac:spMkLst>
            <pc:docMk/>
            <pc:sldMk cId="875869451" sldId="2526"/>
            <ac:spMk id="3" creationId="{4A1C0383-58FE-E486-295E-B33B8683B938}"/>
          </ac:spMkLst>
        </pc:spChg>
      </pc:sldChg>
      <pc:sldChg chg="modAnim">
        <pc:chgData name="Owais Ahmed" userId="6abc7d4556b3b071" providerId="LiveId" clId="{F2F5802D-354D-407D-8D81-A3C636993E9B}" dt="2023-05-25T07:09:30.657" v="2178"/>
        <pc:sldMkLst>
          <pc:docMk/>
          <pc:sldMk cId="4066448691" sldId="2527"/>
        </pc:sldMkLst>
      </pc:sldChg>
      <pc:sldChg chg="modSp mod modAnim">
        <pc:chgData name="Owais Ahmed" userId="6abc7d4556b3b071" providerId="LiveId" clId="{F2F5802D-354D-407D-8D81-A3C636993E9B}" dt="2023-05-25T08:37:38.200" v="3058" actId="27636"/>
        <pc:sldMkLst>
          <pc:docMk/>
          <pc:sldMk cId="2793464527" sldId="2528"/>
        </pc:sldMkLst>
        <pc:spChg chg="mod">
          <ac:chgData name="Owais Ahmed" userId="6abc7d4556b3b071" providerId="LiveId" clId="{F2F5802D-354D-407D-8D81-A3C636993E9B}" dt="2023-05-25T08:37:38.200" v="3058" actId="27636"/>
          <ac:spMkLst>
            <pc:docMk/>
            <pc:sldMk cId="2793464527" sldId="2528"/>
            <ac:spMk id="3" creationId="{4A1C0383-58FE-E486-295E-B33B8683B938}"/>
          </ac:spMkLst>
        </pc:spChg>
      </pc:sldChg>
      <pc:sldChg chg="modAnim">
        <pc:chgData name="Owais Ahmed" userId="6abc7d4556b3b071" providerId="LiveId" clId="{F2F5802D-354D-407D-8D81-A3C636993E9B}" dt="2023-05-25T07:09:37.119" v="2179"/>
        <pc:sldMkLst>
          <pc:docMk/>
          <pc:sldMk cId="1629157134" sldId="2529"/>
        </pc:sldMkLst>
      </pc:sldChg>
      <pc:sldChg chg="modAnim">
        <pc:chgData name="Owais Ahmed" userId="6abc7d4556b3b071" providerId="LiveId" clId="{F2F5802D-354D-407D-8D81-A3C636993E9B}" dt="2023-05-25T07:09:39.447" v="2180"/>
        <pc:sldMkLst>
          <pc:docMk/>
          <pc:sldMk cId="3744298312" sldId="2530"/>
        </pc:sldMkLst>
      </pc:sldChg>
      <pc:sldChg chg="modAnim">
        <pc:chgData name="Owais Ahmed" userId="6abc7d4556b3b071" providerId="LiveId" clId="{F2F5802D-354D-407D-8D81-A3C636993E9B}" dt="2023-05-25T07:09:42.805" v="2181"/>
        <pc:sldMkLst>
          <pc:docMk/>
          <pc:sldMk cId="1019156805" sldId="2531"/>
        </pc:sldMkLst>
      </pc:sldChg>
      <pc:sldChg chg="modAnim">
        <pc:chgData name="Owais Ahmed" userId="6abc7d4556b3b071" providerId="LiveId" clId="{F2F5802D-354D-407D-8D81-A3C636993E9B}" dt="2023-05-25T07:09:47.159" v="2182"/>
        <pc:sldMkLst>
          <pc:docMk/>
          <pc:sldMk cId="1746260340" sldId="2532"/>
        </pc:sldMkLst>
      </pc:sldChg>
      <pc:sldChg chg="modSp mod modAnim">
        <pc:chgData name="Owais Ahmed" userId="6abc7d4556b3b071" providerId="LiveId" clId="{F2F5802D-354D-407D-8D81-A3C636993E9B}" dt="2023-05-25T09:09:16.597" v="3474" actId="20577"/>
        <pc:sldMkLst>
          <pc:docMk/>
          <pc:sldMk cId="1841206640" sldId="2534"/>
        </pc:sldMkLst>
        <pc:spChg chg="mod">
          <ac:chgData name="Owais Ahmed" userId="6abc7d4556b3b071" providerId="LiveId" clId="{F2F5802D-354D-407D-8D81-A3C636993E9B}" dt="2023-05-25T09:09:16.597" v="3474" actId="20577"/>
          <ac:spMkLst>
            <pc:docMk/>
            <pc:sldMk cId="1841206640" sldId="2534"/>
            <ac:spMk id="3" creationId="{4A1C0383-58FE-E486-295E-B33B8683B938}"/>
          </ac:spMkLst>
        </pc:spChg>
      </pc:sldChg>
      <pc:sldChg chg="modSp">
        <pc:chgData name="Owais Ahmed" userId="6abc7d4556b3b071" providerId="LiveId" clId="{F2F5802D-354D-407D-8D81-A3C636993E9B}" dt="2023-05-25T09:06:40.678" v="3089" actId="20577"/>
        <pc:sldMkLst>
          <pc:docMk/>
          <pc:sldMk cId="3044777693" sldId="2536"/>
        </pc:sldMkLst>
        <pc:spChg chg="mod">
          <ac:chgData name="Owais Ahmed" userId="6abc7d4556b3b071" providerId="LiveId" clId="{F2F5802D-354D-407D-8D81-A3C636993E9B}" dt="2023-05-25T09:06:40.678" v="3089" actId="20577"/>
          <ac:spMkLst>
            <pc:docMk/>
            <pc:sldMk cId="3044777693" sldId="2536"/>
            <ac:spMk id="3" creationId="{4A1C0383-58FE-E486-295E-B33B8683B938}"/>
          </ac:spMkLst>
        </pc:spChg>
      </pc:sldChg>
      <pc:sldChg chg="modSp mod modAnim">
        <pc:chgData name="Owais Ahmed" userId="6abc7d4556b3b071" providerId="LiveId" clId="{F2F5802D-354D-407D-8D81-A3C636993E9B}" dt="2023-05-25T06:32:28.055" v="1398" actId="20577"/>
        <pc:sldMkLst>
          <pc:docMk/>
          <pc:sldMk cId="962106567" sldId="2537"/>
        </pc:sldMkLst>
        <pc:spChg chg="mod">
          <ac:chgData name="Owais Ahmed" userId="6abc7d4556b3b071" providerId="LiveId" clId="{F2F5802D-354D-407D-8D81-A3C636993E9B}" dt="2023-05-25T06:32:28.055" v="1398" actId="20577"/>
          <ac:spMkLst>
            <pc:docMk/>
            <pc:sldMk cId="962106567" sldId="2537"/>
            <ac:spMk id="3" creationId="{4A1C0383-58FE-E486-295E-B33B8683B938}"/>
          </ac:spMkLst>
        </pc:spChg>
      </pc:sldChg>
      <pc:sldChg chg="addSp modSp add mod modAnim">
        <pc:chgData name="Owais Ahmed" userId="6abc7d4556b3b071" providerId="LiveId" clId="{F2F5802D-354D-407D-8D81-A3C636993E9B}" dt="2023-05-25T07:12:56.270" v="2351"/>
        <pc:sldMkLst>
          <pc:docMk/>
          <pc:sldMk cId="818698008" sldId="2538"/>
        </pc:sldMkLst>
        <pc:spChg chg="mod">
          <ac:chgData name="Owais Ahmed" userId="6abc7d4556b3b071" providerId="LiveId" clId="{F2F5802D-354D-407D-8D81-A3C636993E9B}" dt="2023-05-25T07:12:51.649" v="2350" actId="27636"/>
          <ac:spMkLst>
            <pc:docMk/>
            <pc:sldMk cId="818698008" sldId="2538"/>
            <ac:spMk id="3" creationId="{4A1C0383-58FE-E486-295E-B33B8683B938}"/>
          </ac:spMkLst>
        </pc:spChg>
        <pc:spChg chg="add mod">
          <ac:chgData name="Owais Ahmed" userId="6abc7d4556b3b071" providerId="LiveId" clId="{F2F5802D-354D-407D-8D81-A3C636993E9B}" dt="2023-05-25T07:12:48.308" v="2348" actId="1076"/>
          <ac:spMkLst>
            <pc:docMk/>
            <pc:sldMk cId="818698008" sldId="2538"/>
            <ac:spMk id="5" creationId="{AF0E53FD-D06B-900F-EE80-3951D3129C9F}"/>
          </ac:spMkLst>
        </pc:spChg>
        <pc:spChg chg="mod">
          <ac:chgData name="Owais Ahmed" userId="6abc7d4556b3b071" providerId="LiveId" clId="{F2F5802D-354D-407D-8D81-A3C636993E9B}" dt="2023-05-25T06:32:43.772" v="1419" actId="20577"/>
          <ac:spMkLst>
            <pc:docMk/>
            <pc:sldMk cId="818698008" sldId="2538"/>
            <ac:spMk id="215" creationId="{00000000-0000-0000-0000-000000000000}"/>
          </ac:spMkLst>
        </pc:spChg>
      </pc:sldChg>
      <pc:sldChg chg="modSp add mod modAnim">
        <pc:chgData name="Owais Ahmed" userId="6abc7d4556b3b071" providerId="LiveId" clId="{F2F5802D-354D-407D-8D81-A3C636993E9B}" dt="2023-05-25T09:05:41.537" v="3084" actId="113"/>
        <pc:sldMkLst>
          <pc:docMk/>
          <pc:sldMk cId="2712496299" sldId="2539"/>
        </pc:sldMkLst>
        <pc:spChg chg="mod">
          <ac:chgData name="Owais Ahmed" userId="6abc7d4556b3b071" providerId="LiveId" clId="{F2F5802D-354D-407D-8D81-A3C636993E9B}" dt="2023-05-25T09:05:41.537" v="3084" actId="113"/>
          <ac:spMkLst>
            <pc:docMk/>
            <pc:sldMk cId="2712496299" sldId="2539"/>
            <ac:spMk id="3" creationId="{4A1C0383-58FE-E486-295E-B33B8683B938}"/>
          </ac:spMkLst>
        </pc:spChg>
        <pc:spChg chg="mod">
          <ac:chgData name="Owais Ahmed" userId="6abc7d4556b3b071" providerId="LiveId" clId="{F2F5802D-354D-407D-8D81-A3C636993E9B}" dt="2023-05-25T07:21:28.892" v="2728" actId="20577"/>
          <ac:spMkLst>
            <pc:docMk/>
            <pc:sldMk cId="2712496299" sldId="2539"/>
            <ac:spMk id="215" creationId="{00000000-0000-0000-0000-000000000000}"/>
          </ac:spMkLst>
        </pc:spChg>
      </pc:sldChg>
      <pc:sldChg chg="addSp delSp modSp add mod modAnim">
        <pc:chgData name="Owais Ahmed" userId="6abc7d4556b3b071" providerId="LiveId" clId="{F2F5802D-354D-407D-8D81-A3C636993E9B}" dt="2023-05-25T07:26:20.508" v="2786" actId="20577"/>
        <pc:sldMkLst>
          <pc:docMk/>
          <pc:sldMk cId="1660717226" sldId="2540"/>
        </pc:sldMkLst>
        <pc:spChg chg="mod">
          <ac:chgData name="Owais Ahmed" userId="6abc7d4556b3b071" providerId="LiveId" clId="{F2F5802D-354D-407D-8D81-A3C636993E9B}" dt="2023-05-25T07:20:04.909" v="2687" actId="20577"/>
          <ac:spMkLst>
            <pc:docMk/>
            <pc:sldMk cId="1660717226" sldId="2540"/>
            <ac:spMk id="3" creationId="{4A1C0383-58FE-E486-295E-B33B8683B938}"/>
          </ac:spMkLst>
        </pc:spChg>
        <pc:spChg chg="mod">
          <ac:chgData name="Owais Ahmed" userId="6abc7d4556b3b071" providerId="LiveId" clId="{F2F5802D-354D-407D-8D81-A3C636993E9B}" dt="2023-05-25T07:20:59.707" v="2711"/>
          <ac:spMkLst>
            <pc:docMk/>
            <pc:sldMk cId="1660717226" sldId="2540"/>
            <ac:spMk id="5" creationId="{AF0E53FD-D06B-900F-EE80-3951D3129C9F}"/>
          </ac:spMkLst>
        </pc:spChg>
        <pc:spChg chg="add del mod">
          <ac:chgData name="Owais Ahmed" userId="6abc7d4556b3b071" providerId="LiveId" clId="{F2F5802D-354D-407D-8D81-A3C636993E9B}" dt="2023-05-25T07:18:45.571" v="2502" actId="478"/>
          <ac:spMkLst>
            <pc:docMk/>
            <pc:sldMk cId="1660717226" sldId="2540"/>
            <ac:spMk id="6" creationId="{A12BB30C-02CA-79C4-86ED-EB93F07CBC59}"/>
          </ac:spMkLst>
        </pc:spChg>
        <pc:spChg chg="add del">
          <ac:chgData name="Owais Ahmed" userId="6abc7d4556b3b071" providerId="LiveId" clId="{F2F5802D-354D-407D-8D81-A3C636993E9B}" dt="2023-05-25T07:21:00.881" v="2712" actId="22"/>
          <ac:spMkLst>
            <pc:docMk/>
            <pc:sldMk cId="1660717226" sldId="2540"/>
            <ac:spMk id="8" creationId="{010214A6-6E21-2474-5131-630026FD85C3}"/>
          </ac:spMkLst>
        </pc:spChg>
        <pc:spChg chg="mod">
          <ac:chgData name="Owais Ahmed" userId="6abc7d4556b3b071" providerId="LiveId" clId="{F2F5802D-354D-407D-8D81-A3C636993E9B}" dt="2023-05-25T07:26:20.508" v="2786" actId="20577"/>
          <ac:spMkLst>
            <pc:docMk/>
            <pc:sldMk cId="1660717226" sldId="2540"/>
            <ac:spMk id="215" creationId="{00000000-0000-0000-0000-000000000000}"/>
          </ac:spMkLst>
        </pc:spChg>
      </pc:sldChg>
      <pc:sldChg chg="add">
        <pc:chgData name="Owais Ahmed" userId="6abc7d4556b3b071" providerId="LiveId" clId="{F2F5802D-354D-407D-8D81-A3C636993E9B}" dt="2023-05-25T07:20:11.163" v="2688" actId="2890"/>
        <pc:sldMkLst>
          <pc:docMk/>
          <pc:sldMk cId="747134569" sldId="2541"/>
        </pc:sldMkLst>
      </pc:sldChg>
      <pc:sldChg chg="addSp delSp modSp add mod modAnim">
        <pc:chgData name="Owais Ahmed" userId="6abc7d4556b3b071" providerId="LiveId" clId="{F2F5802D-354D-407D-8D81-A3C636993E9B}" dt="2023-05-25T07:27:54.469" v="3053" actId="20577"/>
        <pc:sldMkLst>
          <pc:docMk/>
          <pc:sldMk cId="2657552081" sldId="2542"/>
        </pc:sldMkLst>
        <pc:spChg chg="mod">
          <ac:chgData name="Owais Ahmed" userId="6abc7d4556b3b071" providerId="LiveId" clId="{F2F5802D-354D-407D-8D81-A3C636993E9B}" dt="2023-05-25T07:27:54.469" v="3053" actId="20577"/>
          <ac:spMkLst>
            <pc:docMk/>
            <pc:sldMk cId="2657552081" sldId="2542"/>
            <ac:spMk id="3" creationId="{4A1C0383-58FE-E486-295E-B33B8683B938}"/>
          </ac:spMkLst>
        </pc:spChg>
        <pc:spChg chg="mod">
          <ac:chgData name="Owais Ahmed" userId="6abc7d4556b3b071" providerId="LiveId" clId="{F2F5802D-354D-407D-8D81-A3C636993E9B}" dt="2023-05-25T07:27:20.529" v="2910" actId="1076"/>
          <ac:spMkLst>
            <pc:docMk/>
            <pc:sldMk cId="2657552081" sldId="2542"/>
            <ac:spMk id="5" creationId="{AF0E53FD-D06B-900F-EE80-3951D3129C9F}"/>
          </ac:spMkLst>
        </pc:spChg>
        <pc:spChg chg="add del mod">
          <ac:chgData name="Owais Ahmed" userId="6abc7d4556b3b071" providerId="LiveId" clId="{F2F5802D-354D-407D-8D81-A3C636993E9B}" dt="2023-05-25T07:27:16.354" v="2909" actId="478"/>
          <ac:spMkLst>
            <pc:docMk/>
            <pc:sldMk cId="2657552081" sldId="2542"/>
            <ac:spMk id="6" creationId="{C093E565-106C-7086-3378-A1BC4772F49A}"/>
          </ac:spMkLst>
        </pc:spChg>
        <pc:spChg chg="mod">
          <ac:chgData name="Owais Ahmed" userId="6abc7d4556b3b071" providerId="LiveId" clId="{F2F5802D-354D-407D-8D81-A3C636993E9B}" dt="2023-05-25T07:26:28.245" v="2802" actId="20577"/>
          <ac:spMkLst>
            <pc:docMk/>
            <pc:sldMk cId="2657552081" sldId="2542"/>
            <ac:spMk id="215" creationId="{00000000-0000-0000-0000-000000000000}"/>
          </ac:spMkLst>
        </pc:spChg>
      </pc:sldChg>
      <pc:sldChg chg="delSp modSp add mod delAnim modAnim">
        <pc:chgData name="Owais Ahmed" userId="6abc7d4556b3b071" providerId="LiveId" clId="{F2F5802D-354D-407D-8D81-A3C636993E9B}" dt="2023-05-25T09:14:12.838" v="3808" actId="20577"/>
        <pc:sldMkLst>
          <pc:docMk/>
          <pc:sldMk cId="864876933" sldId="2543"/>
        </pc:sldMkLst>
        <pc:spChg chg="mod">
          <ac:chgData name="Owais Ahmed" userId="6abc7d4556b3b071" providerId="LiveId" clId="{F2F5802D-354D-407D-8D81-A3C636993E9B}" dt="2023-05-25T09:14:12.838" v="3808" actId="20577"/>
          <ac:spMkLst>
            <pc:docMk/>
            <pc:sldMk cId="864876933" sldId="2543"/>
            <ac:spMk id="3" creationId="{4A1C0383-58FE-E486-295E-B33B8683B938}"/>
          </ac:spMkLst>
        </pc:spChg>
        <pc:spChg chg="del">
          <ac:chgData name="Owais Ahmed" userId="6abc7d4556b3b071" providerId="LiveId" clId="{F2F5802D-354D-407D-8D81-A3C636993E9B}" dt="2023-05-25T09:10:00.716" v="3478" actId="478"/>
          <ac:spMkLst>
            <pc:docMk/>
            <pc:sldMk cId="864876933" sldId="2543"/>
            <ac:spMk id="5" creationId="{AF0E53FD-D06B-900F-EE80-3951D3129C9F}"/>
          </ac:spMkLst>
        </pc:spChg>
      </pc:sldChg>
    </pc:docChg>
  </pc:docChgLst>
  <pc:docChgLst>
    <pc:chgData name="Owais Ahmed" userId="6abc7d4556b3b071" providerId="LiveId" clId="{DC2C46C7-22A2-4A3D-883F-7F049058F57D}"/>
    <pc:docChg chg="undo redo custSel addSld delSld modSld sldOrd">
      <pc:chgData name="Owais Ahmed" userId="6abc7d4556b3b071" providerId="LiveId" clId="{DC2C46C7-22A2-4A3D-883F-7F049058F57D}" dt="2023-05-25T16:46:17.745" v="11075"/>
      <pc:docMkLst>
        <pc:docMk/>
      </pc:docMkLst>
      <pc:sldChg chg="modSp mod">
        <pc:chgData name="Owais Ahmed" userId="6abc7d4556b3b071" providerId="LiveId" clId="{DC2C46C7-22A2-4A3D-883F-7F049058F57D}" dt="2023-05-24T17:08:26.839" v="9219" actId="20577"/>
        <pc:sldMkLst>
          <pc:docMk/>
          <pc:sldMk cId="1649098948" sldId="2462"/>
        </pc:sldMkLst>
        <pc:spChg chg="mod">
          <ac:chgData name="Owais Ahmed" userId="6abc7d4556b3b071" providerId="LiveId" clId="{DC2C46C7-22A2-4A3D-883F-7F049058F57D}" dt="2023-05-24T17:08:26.839" v="9219" actId="20577"/>
          <ac:spMkLst>
            <pc:docMk/>
            <pc:sldMk cId="1649098948" sldId="2462"/>
            <ac:spMk id="6" creationId="{F3C89A40-EEAA-43AB-9A3A-B2CFDE450F1B}"/>
          </ac:spMkLst>
        </pc:spChg>
      </pc:sldChg>
      <pc:sldChg chg="modSp mod modAnim">
        <pc:chgData name="Owais Ahmed" userId="6abc7d4556b3b071" providerId="LiveId" clId="{DC2C46C7-22A2-4A3D-883F-7F049058F57D}" dt="2023-05-20T19:10:39.335" v="1249" actId="20577"/>
        <pc:sldMkLst>
          <pc:docMk/>
          <pc:sldMk cId="4001030377" sldId="2515"/>
        </pc:sldMkLst>
        <pc:spChg chg="mod">
          <ac:chgData name="Owais Ahmed" userId="6abc7d4556b3b071" providerId="LiveId" clId="{DC2C46C7-22A2-4A3D-883F-7F049058F57D}" dt="2023-05-20T19:10:39.335" v="1249" actId="20577"/>
          <ac:spMkLst>
            <pc:docMk/>
            <pc:sldMk cId="4001030377" sldId="2515"/>
            <ac:spMk id="3" creationId="{4A1C0383-58FE-E486-295E-B33B8683B938}"/>
          </ac:spMkLst>
        </pc:spChg>
        <pc:spChg chg="mod">
          <ac:chgData name="Owais Ahmed" userId="6abc7d4556b3b071" providerId="LiveId" clId="{DC2C46C7-22A2-4A3D-883F-7F049058F57D}" dt="2023-05-20T19:03:04.761" v="122" actId="20577"/>
          <ac:spMkLst>
            <pc:docMk/>
            <pc:sldMk cId="4001030377" sldId="2515"/>
            <ac:spMk id="215" creationId="{00000000-0000-0000-0000-000000000000}"/>
          </ac:spMkLst>
        </pc:spChg>
      </pc:sldChg>
      <pc:sldChg chg="modSp add mod modAnim">
        <pc:chgData name="Owais Ahmed" userId="6abc7d4556b3b071" providerId="LiveId" clId="{DC2C46C7-22A2-4A3D-883F-7F049058F57D}" dt="2023-05-20T19:10:23.998" v="1239" actId="20577"/>
        <pc:sldMkLst>
          <pc:docMk/>
          <pc:sldMk cId="1506516009" sldId="2516"/>
        </pc:sldMkLst>
        <pc:spChg chg="mod">
          <ac:chgData name="Owais Ahmed" userId="6abc7d4556b3b071" providerId="LiveId" clId="{DC2C46C7-22A2-4A3D-883F-7F049058F57D}" dt="2023-05-20T19:10:23.998" v="1239" actId="20577"/>
          <ac:spMkLst>
            <pc:docMk/>
            <pc:sldMk cId="1506516009" sldId="2516"/>
            <ac:spMk id="3" creationId="{4A1C0383-58FE-E486-295E-B33B8683B938}"/>
          </ac:spMkLst>
        </pc:spChg>
        <pc:spChg chg="mod">
          <ac:chgData name="Owais Ahmed" userId="6abc7d4556b3b071" providerId="LiveId" clId="{DC2C46C7-22A2-4A3D-883F-7F049058F57D}" dt="2023-05-20T19:06:53.558" v="780" actId="20577"/>
          <ac:spMkLst>
            <pc:docMk/>
            <pc:sldMk cId="1506516009" sldId="2516"/>
            <ac:spMk id="215" creationId="{00000000-0000-0000-0000-000000000000}"/>
          </ac:spMkLst>
        </pc:spChg>
      </pc:sldChg>
      <pc:sldChg chg="modSp add mod modAnim">
        <pc:chgData name="Owais Ahmed" userId="6abc7d4556b3b071" providerId="LiveId" clId="{DC2C46C7-22A2-4A3D-883F-7F049058F57D}" dt="2023-05-20T19:38:07.749" v="4010" actId="20577"/>
        <pc:sldMkLst>
          <pc:docMk/>
          <pc:sldMk cId="3601543426" sldId="2517"/>
        </pc:sldMkLst>
        <pc:spChg chg="mod">
          <ac:chgData name="Owais Ahmed" userId="6abc7d4556b3b071" providerId="LiveId" clId="{DC2C46C7-22A2-4A3D-883F-7F049058F57D}" dt="2023-05-20T19:38:07.749" v="4010" actId="20577"/>
          <ac:spMkLst>
            <pc:docMk/>
            <pc:sldMk cId="3601543426" sldId="2517"/>
            <ac:spMk id="3" creationId="{4A1C0383-58FE-E486-295E-B33B8683B938}"/>
          </ac:spMkLst>
        </pc:spChg>
        <pc:spChg chg="mod">
          <ac:chgData name="Owais Ahmed" userId="6abc7d4556b3b071" providerId="LiveId" clId="{DC2C46C7-22A2-4A3D-883F-7F049058F57D}" dt="2023-05-20T19:27:36.346" v="3149" actId="6549"/>
          <ac:spMkLst>
            <pc:docMk/>
            <pc:sldMk cId="3601543426" sldId="2517"/>
            <ac:spMk id="215" creationId="{00000000-0000-0000-0000-000000000000}"/>
          </ac:spMkLst>
        </pc:spChg>
      </pc:sldChg>
      <pc:sldChg chg="modSp add mod modAnim">
        <pc:chgData name="Owais Ahmed" userId="6abc7d4556b3b071" providerId="LiveId" clId="{DC2C46C7-22A2-4A3D-883F-7F049058F57D}" dt="2023-05-20T19:38:26.935" v="4012" actId="20577"/>
        <pc:sldMkLst>
          <pc:docMk/>
          <pc:sldMk cId="2871443556" sldId="2518"/>
        </pc:sldMkLst>
        <pc:spChg chg="mod">
          <ac:chgData name="Owais Ahmed" userId="6abc7d4556b3b071" providerId="LiveId" clId="{DC2C46C7-22A2-4A3D-883F-7F049058F57D}" dt="2023-05-20T19:38:26.935" v="4012" actId="20577"/>
          <ac:spMkLst>
            <pc:docMk/>
            <pc:sldMk cId="2871443556" sldId="2518"/>
            <ac:spMk id="3" creationId="{4A1C0383-58FE-E486-295E-B33B8683B938}"/>
          </ac:spMkLst>
        </pc:spChg>
        <pc:spChg chg="mod">
          <ac:chgData name="Owais Ahmed" userId="6abc7d4556b3b071" providerId="LiveId" clId="{DC2C46C7-22A2-4A3D-883F-7F049058F57D}" dt="2023-05-20T19:30:29.044" v="3479" actId="20577"/>
          <ac:spMkLst>
            <pc:docMk/>
            <pc:sldMk cId="2871443556" sldId="2518"/>
            <ac:spMk id="215" creationId="{00000000-0000-0000-0000-000000000000}"/>
          </ac:spMkLst>
        </pc:spChg>
      </pc:sldChg>
      <pc:sldChg chg="modSp add mod modAnim">
        <pc:chgData name="Owais Ahmed" userId="6abc7d4556b3b071" providerId="LiveId" clId="{DC2C46C7-22A2-4A3D-883F-7F049058F57D}" dt="2023-05-20T19:42:41.448" v="4448" actId="20577"/>
        <pc:sldMkLst>
          <pc:docMk/>
          <pc:sldMk cId="1296916818" sldId="2519"/>
        </pc:sldMkLst>
        <pc:spChg chg="mod">
          <ac:chgData name="Owais Ahmed" userId="6abc7d4556b3b071" providerId="LiveId" clId="{DC2C46C7-22A2-4A3D-883F-7F049058F57D}" dt="2023-05-20T19:42:41.448" v="4448" actId="20577"/>
          <ac:spMkLst>
            <pc:docMk/>
            <pc:sldMk cId="1296916818" sldId="2519"/>
            <ac:spMk id="3" creationId="{4A1C0383-58FE-E486-295E-B33B8683B938}"/>
          </ac:spMkLst>
        </pc:spChg>
      </pc:sldChg>
      <pc:sldChg chg="modSp add mod modAnim">
        <pc:chgData name="Owais Ahmed" userId="6abc7d4556b3b071" providerId="LiveId" clId="{DC2C46C7-22A2-4A3D-883F-7F049058F57D}" dt="2023-05-20T20:13:48.997" v="5782" actId="33524"/>
        <pc:sldMkLst>
          <pc:docMk/>
          <pc:sldMk cId="1014548738" sldId="2520"/>
        </pc:sldMkLst>
        <pc:spChg chg="mod">
          <ac:chgData name="Owais Ahmed" userId="6abc7d4556b3b071" providerId="LiveId" clId="{DC2C46C7-22A2-4A3D-883F-7F049058F57D}" dt="2023-05-20T20:13:48.997" v="5782" actId="33524"/>
          <ac:spMkLst>
            <pc:docMk/>
            <pc:sldMk cId="1014548738" sldId="2520"/>
            <ac:spMk id="3" creationId="{4A1C0383-58FE-E486-295E-B33B8683B938}"/>
          </ac:spMkLst>
        </pc:spChg>
        <pc:spChg chg="mod">
          <ac:chgData name="Owais Ahmed" userId="6abc7d4556b3b071" providerId="LiveId" clId="{DC2C46C7-22A2-4A3D-883F-7F049058F57D}" dt="2023-05-20T19:53:01.605" v="5101"/>
          <ac:spMkLst>
            <pc:docMk/>
            <pc:sldMk cId="1014548738" sldId="2520"/>
            <ac:spMk id="215" creationId="{00000000-0000-0000-0000-000000000000}"/>
          </ac:spMkLst>
        </pc:spChg>
      </pc:sldChg>
      <pc:sldChg chg="addSp delSp modSp add mod delAnim modAnim">
        <pc:chgData name="Owais Ahmed" userId="6abc7d4556b3b071" providerId="LiveId" clId="{DC2C46C7-22A2-4A3D-883F-7F049058F57D}" dt="2023-05-20T20:19:04.569" v="5937" actId="1076"/>
        <pc:sldMkLst>
          <pc:docMk/>
          <pc:sldMk cId="2203886764" sldId="2521"/>
        </pc:sldMkLst>
        <pc:spChg chg="del mod">
          <ac:chgData name="Owais Ahmed" userId="6abc7d4556b3b071" providerId="LiveId" clId="{DC2C46C7-22A2-4A3D-883F-7F049058F57D}" dt="2023-05-20T20:15:13.842" v="5786" actId="478"/>
          <ac:spMkLst>
            <pc:docMk/>
            <pc:sldMk cId="2203886764" sldId="2521"/>
            <ac:spMk id="3" creationId="{4A1C0383-58FE-E486-295E-B33B8683B938}"/>
          </ac:spMkLst>
        </pc:spChg>
        <pc:spChg chg="mod">
          <ac:chgData name="Owais Ahmed" userId="6abc7d4556b3b071" providerId="LiveId" clId="{DC2C46C7-22A2-4A3D-883F-7F049058F57D}" dt="2023-05-20T19:57:48.465" v="5556" actId="20577"/>
          <ac:spMkLst>
            <pc:docMk/>
            <pc:sldMk cId="2203886764" sldId="2521"/>
            <ac:spMk id="215" creationId="{00000000-0000-0000-0000-000000000000}"/>
          </ac:spMkLst>
        </pc:spChg>
        <pc:graphicFrameChg chg="add del mod modGraphic">
          <ac:chgData name="Owais Ahmed" userId="6abc7d4556b3b071" providerId="LiveId" clId="{DC2C46C7-22A2-4A3D-883F-7F049058F57D}" dt="2023-05-20T20:14:00.592" v="5783" actId="478"/>
          <ac:graphicFrameMkLst>
            <pc:docMk/>
            <pc:sldMk cId="2203886764" sldId="2521"/>
            <ac:graphicFrameMk id="4" creationId="{212CDD64-700A-8493-850D-74C4ECB1D9A5}"/>
          </ac:graphicFrameMkLst>
        </pc:graphicFrameChg>
        <pc:graphicFrameChg chg="add mod ord modGraphic">
          <ac:chgData name="Owais Ahmed" userId="6abc7d4556b3b071" providerId="LiveId" clId="{DC2C46C7-22A2-4A3D-883F-7F049058F57D}" dt="2023-05-20T20:19:04.569" v="5937" actId="1076"/>
          <ac:graphicFrameMkLst>
            <pc:docMk/>
            <pc:sldMk cId="2203886764" sldId="2521"/>
            <ac:graphicFrameMk id="5" creationId="{10D08672-FFE7-A6C7-D504-A88D452BD615}"/>
          </ac:graphicFrameMkLst>
        </pc:graphicFrameChg>
      </pc:sldChg>
      <pc:sldChg chg="modSp add mod ord modAnim">
        <pc:chgData name="Owais Ahmed" userId="6abc7d4556b3b071" providerId="LiveId" clId="{DC2C46C7-22A2-4A3D-883F-7F049058F57D}" dt="2023-05-20T21:00:56.584" v="6192" actId="20577"/>
        <pc:sldMkLst>
          <pc:docMk/>
          <pc:sldMk cId="2803296191" sldId="2522"/>
        </pc:sldMkLst>
        <pc:spChg chg="mod">
          <ac:chgData name="Owais Ahmed" userId="6abc7d4556b3b071" providerId="LiveId" clId="{DC2C46C7-22A2-4A3D-883F-7F049058F57D}" dt="2023-05-20T21:00:56.584" v="6192" actId="20577"/>
          <ac:spMkLst>
            <pc:docMk/>
            <pc:sldMk cId="2803296191" sldId="2522"/>
            <ac:spMk id="3" creationId="{4A1C0383-58FE-E486-295E-B33B8683B938}"/>
          </ac:spMkLst>
        </pc:spChg>
      </pc:sldChg>
      <pc:sldChg chg="modSp add mod ord modAnim">
        <pc:chgData name="Owais Ahmed" userId="6abc7d4556b3b071" providerId="LiveId" clId="{DC2C46C7-22A2-4A3D-883F-7F049058F57D}" dt="2023-05-25T16:46:17.745" v="11075"/>
        <pc:sldMkLst>
          <pc:docMk/>
          <pc:sldMk cId="81605483" sldId="2523"/>
        </pc:sldMkLst>
        <pc:spChg chg="mod">
          <ac:chgData name="Owais Ahmed" userId="6abc7d4556b3b071" providerId="LiveId" clId="{DC2C46C7-22A2-4A3D-883F-7F049058F57D}" dt="2023-05-21T07:23:17.275" v="6197" actId="20577"/>
          <ac:spMkLst>
            <pc:docMk/>
            <pc:sldMk cId="81605483" sldId="2523"/>
            <ac:spMk id="3" creationId="{4A1C0383-58FE-E486-295E-B33B8683B938}"/>
          </ac:spMkLst>
        </pc:spChg>
        <pc:spChg chg="mod">
          <ac:chgData name="Owais Ahmed" userId="6abc7d4556b3b071" providerId="LiveId" clId="{DC2C46C7-22A2-4A3D-883F-7F049058F57D}" dt="2023-05-21T07:23:13.383" v="6194"/>
          <ac:spMkLst>
            <pc:docMk/>
            <pc:sldMk cId="81605483" sldId="2523"/>
            <ac:spMk id="215" creationId="{00000000-0000-0000-0000-000000000000}"/>
          </ac:spMkLst>
        </pc:spChg>
      </pc:sldChg>
      <pc:sldChg chg="addSp delSp modSp mod modAnim modNotesTx">
        <pc:chgData name="Owais Ahmed" userId="6abc7d4556b3b071" providerId="LiveId" clId="{DC2C46C7-22A2-4A3D-883F-7F049058F57D}" dt="2023-05-24T16:36:30.133" v="7039" actId="20577"/>
        <pc:sldMkLst>
          <pc:docMk/>
          <pc:sldMk cId="601257443" sldId="2524"/>
        </pc:sldMkLst>
        <pc:spChg chg="mod">
          <ac:chgData name="Owais Ahmed" userId="6abc7d4556b3b071" providerId="LiveId" clId="{DC2C46C7-22A2-4A3D-883F-7F049058F57D}" dt="2023-05-24T16:29:32.390" v="6407" actId="20577"/>
          <ac:spMkLst>
            <pc:docMk/>
            <pc:sldMk cId="601257443" sldId="2524"/>
            <ac:spMk id="3" creationId="{4A1C0383-58FE-E486-295E-B33B8683B938}"/>
          </ac:spMkLst>
        </pc:spChg>
        <pc:spChg chg="del mod">
          <ac:chgData name="Owais Ahmed" userId="6abc7d4556b3b071" providerId="LiveId" clId="{DC2C46C7-22A2-4A3D-883F-7F049058F57D}" dt="2023-05-24T16:29:09.792" v="6404" actId="478"/>
          <ac:spMkLst>
            <pc:docMk/>
            <pc:sldMk cId="601257443" sldId="2524"/>
            <ac:spMk id="5" creationId="{9FA844E9-FC49-56DE-9B36-E953401DB884}"/>
          </ac:spMkLst>
        </pc:spChg>
        <pc:spChg chg="add mod">
          <ac:chgData name="Owais Ahmed" userId="6abc7d4556b3b071" providerId="LiveId" clId="{DC2C46C7-22A2-4A3D-883F-7F049058F57D}" dt="2023-05-24T16:35:52.133" v="6860" actId="20577"/>
          <ac:spMkLst>
            <pc:docMk/>
            <pc:sldMk cId="601257443" sldId="2524"/>
            <ac:spMk id="6" creationId="{7F1216D1-AF96-87A8-9DF8-873D5E92B973}"/>
          </ac:spMkLst>
        </pc:spChg>
      </pc:sldChg>
      <pc:sldChg chg="modSp add del mod modAnim">
        <pc:chgData name="Owais Ahmed" userId="6abc7d4556b3b071" providerId="LiveId" clId="{DC2C46C7-22A2-4A3D-883F-7F049058F57D}" dt="2023-05-24T16:26:08.217" v="6383" actId="2696"/>
        <pc:sldMkLst>
          <pc:docMk/>
          <pc:sldMk cId="1844657545" sldId="2525"/>
        </pc:sldMkLst>
        <pc:spChg chg="mod">
          <ac:chgData name="Owais Ahmed" userId="6abc7d4556b3b071" providerId="LiveId" clId="{DC2C46C7-22A2-4A3D-883F-7F049058F57D}" dt="2023-05-24T16:06:06.436" v="6307" actId="20577"/>
          <ac:spMkLst>
            <pc:docMk/>
            <pc:sldMk cId="1844657545" sldId="2525"/>
            <ac:spMk id="3" creationId="{4A1C0383-58FE-E486-295E-B33B8683B938}"/>
          </ac:spMkLst>
        </pc:spChg>
      </pc:sldChg>
      <pc:sldChg chg="new del">
        <pc:chgData name="Owais Ahmed" userId="6abc7d4556b3b071" providerId="LiveId" clId="{DC2C46C7-22A2-4A3D-883F-7F049058F57D}" dt="2023-05-24T16:05:18.175" v="6273" actId="680"/>
        <pc:sldMkLst>
          <pc:docMk/>
          <pc:sldMk cId="444764039" sldId="2526"/>
        </pc:sldMkLst>
      </pc:sldChg>
      <pc:sldChg chg="modSp add mod modAnim">
        <pc:chgData name="Owais Ahmed" userId="6abc7d4556b3b071" providerId="LiveId" clId="{DC2C46C7-22A2-4A3D-883F-7F049058F57D}" dt="2023-05-24T17:51:09.560" v="9629" actId="20577"/>
        <pc:sldMkLst>
          <pc:docMk/>
          <pc:sldMk cId="875869451" sldId="2526"/>
        </pc:sldMkLst>
        <pc:spChg chg="mod">
          <ac:chgData name="Owais Ahmed" userId="6abc7d4556b3b071" providerId="LiveId" clId="{DC2C46C7-22A2-4A3D-883F-7F049058F57D}" dt="2023-05-24T17:51:09.560" v="9629" actId="20577"/>
          <ac:spMkLst>
            <pc:docMk/>
            <pc:sldMk cId="875869451" sldId="2526"/>
            <ac:spMk id="3" creationId="{4A1C0383-58FE-E486-295E-B33B8683B938}"/>
          </ac:spMkLst>
        </pc:spChg>
      </pc:sldChg>
      <pc:sldChg chg="new del">
        <pc:chgData name="Owais Ahmed" userId="6abc7d4556b3b071" providerId="LiveId" clId="{DC2C46C7-22A2-4A3D-883F-7F049058F57D}" dt="2023-05-24T16:05:15.438" v="6271" actId="680"/>
        <pc:sldMkLst>
          <pc:docMk/>
          <pc:sldMk cId="2330573932" sldId="2526"/>
        </pc:sldMkLst>
      </pc:sldChg>
      <pc:sldChg chg="modSp add del ord modAnim">
        <pc:chgData name="Owais Ahmed" userId="6abc7d4556b3b071" providerId="LiveId" clId="{DC2C46C7-22A2-4A3D-883F-7F049058F57D}" dt="2023-05-24T16:05:01.209" v="6269" actId="47"/>
        <pc:sldMkLst>
          <pc:docMk/>
          <pc:sldMk cId="3354252069" sldId="2526"/>
        </pc:sldMkLst>
        <pc:spChg chg="mod">
          <ac:chgData name="Owais Ahmed" userId="6abc7d4556b3b071" providerId="LiveId" clId="{DC2C46C7-22A2-4A3D-883F-7F049058F57D}" dt="2023-05-24T16:04:54.578" v="6268" actId="20577"/>
          <ac:spMkLst>
            <pc:docMk/>
            <pc:sldMk cId="3354252069" sldId="2526"/>
            <ac:spMk id="3" creationId="{4A1C0383-58FE-E486-295E-B33B8683B938}"/>
          </ac:spMkLst>
        </pc:spChg>
      </pc:sldChg>
      <pc:sldChg chg="addSp delSp modSp add mod ord addAnim delAnim modAnim modNotesTx">
        <pc:chgData name="Owais Ahmed" userId="6abc7d4556b3b071" providerId="LiveId" clId="{DC2C46C7-22A2-4A3D-883F-7F049058F57D}" dt="2023-05-24T16:39:16.156" v="7224" actId="404"/>
        <pc:sldMkLst>
          <pc:docMk/>
          <pc:sldMk cId="4066448691" sldId="2527"/>
        </pc:sldMkLst>
        <pc:spChg chg="add del">
          <ac:chgData name="Owais Ahmed" userId="6abc7d4556b3b071" providerId="LiveId" clId="{DC2C46C7-22A2-4A3D-883F-7F049058F57D}" dt="2023-05-24T16:34:23.348" v="6858" actId="478"/>
          <ac:spMkLst>
            <pc:docMk/>
            <pc:sldMk cId="4066448691" sldId="2527"/>
            <ac:spMk id="3" creationId="{4A1C0383-58FE-E486-295E-B33B8683B938}"/>
          </ac:spMkLst>
        </pc:spChg>
        <pc:spChg chg="add mod">
          <ac:chgData name="Owais Ahmed" userId="6abc7d4556b3b071" providerId="LiveId" clId="{DC2C46C7-22A2-4A3D-883F-7F049058F57D}" dt="2023-05-24T16:39:16.156" v="7224" actId="404"/>
          <ac:spMkLst>
            <pc:docMk/>
            <pc:sldMk cId="4066448691" sldId="2527"/>
            <ac:spMk id="5" creationId="{CE8F3F05-E07D-C27A-CA80-3EC783A1F7CF}"/>
          </ac:spMkLst>
        </pc:spChg>
        <pc:spChg chg="del">
          <ac:chgData name="Owais Ahmed" userId="6abc7d4556b3b071" providerId="LiveId" clId="{DC2C46C7-22A2-4A3D-883F-7F049058F57D}" dt="2023-05-24T16:34:30.060" v="6859" actId="478"/>
          <ac:spMkLst>
            <pc:docMk/>
            <pc:sldMk cId="4066448691" sldId="2527"/>
            <ac:spMk id="6" creationId="{7F1216D1-AF96-87A8-9DF8-873D5E92B973}"/>
          </ac:spMkLst>
        </pc:spChg>
        <pc:spChg chg="add del mod">
          <ac:chgData name="Owais Ahmed" userId="6abc7d4556b3b071" providerId="LiveId" clId="{DC2C46C7-22A2-4A3D-883F-7F049058F57D}" dt="2023-05-24T16:39:15.214" v="7222"/>
          <ac:spMkLst>
            <pc:docMk/>
            <pc:sldMk cId="4066448691" sldId="2527"/>
            <ac:spMk id="7" creationId="{E7534808-DC0C-4012-CD9A-83122C72DAA8}"/>
          </ac:spMkLst>
        </pc:spChg>
        <pc:spChg chg="mod">
          <ac:chgData name="Owais Ahmed" userId="6abc7d4556b3b071" providerId="LiveId" clId="{DC2C46C7-22A2-4A3D-883F-7F049058F57D}" dt="2023-05-24T16:34:06.521" v="6855" actId="20577"/>
          <ac:spMkLst>
            <pc:docMk/>
            <pc:sldMk cId="4066448691" sldId="2527"/>
            <ac:spMk id="215" creationId="{00000000-0000-0000-0000-000000000000}"/>
          </ac:spMkLst>
        </pc:spChg>
      </pc:sldChg>
      <pc:sldChg chg="modSp add mod ord modAnim">
        <pc:chgData name="Owais Ahmed" userId="6abc7d4556b3b071" providerId="LiveId" clId="{DC2C46C7-22A2-4A3D-883F-7F049058F57D}" dt="2023-05-24T17:51:20.976" v="9633" actId="20577"/>
        <pc:sldMkLst>
          <pc:docMk/>
          <pc:sldMk cId="2793464527" sldId="2528"/>
        </pc:sldMkLst>
        <pc:spChg chg="mod">
          <ac:chgData name="Owais Ahmed" userId="6abc7d4556b3b071" providerId="LiveId" clId="{DC2C46C7-22A2-4A3D-883F-7F049058F57D}" dt="2023-05-24T17:51:20.976" v="9633" actId="20577"/>
          <ac:spMkLst>
            <pc:docMk/>
            <pc:sldMk cId="2793464527" sldId="2528"/>
            <ac:spMk id="3" creationId="{4A1C0383-58FE-E486-295E-B33B8683B938}"/>
          </ac:spMkLst>
        </pc:spChg>
        <pc:spChg chg="mod">
          <ac:chgData name="Owais Ahmed" userId="6abc7d4556b3b071" providerId="LiveId" clId="{DC2C46C7-22A2-4A3D-883F-7F049058F57D}" dt="2023-05-24T16:39:31.387" v="7229" actId="20577"/>
          <ac:spMkLst>
            <pc:docMk/>
            <pc:sldMk cId="2793464527" sldId="2528"/>
            <ac:spMk id="215" creationId="{00000000-0000-0000-0000-000000000000}"/>
          </ac:spMkLst>
        </pc:spChg>
      </pc:sldChg>
      <pc:sldChg chg="modSp add mod ord modNotesTx">
        <pc:chgData name="Owais Ahmed" userId="6abc7d4556b3b071" providerId="LiveId" clId="{DC2C46C7-22A2-4A3D-883F-7F049058F57D}" dt="2023-05-24T17:56:19.205" v="9900" actId="20577"/>
        <pc:sldMkLst>
          <pc:docMk/>
          <pc:sldMk cId="1629157134" sldId="2529"/>
        </pc:sldMkLst>
        <pc:spChg chg="mod">
          <ac:chgData name="Owais Ahmed" userId="6abc7d4556b3b071" providerId="LiveId" clId="{DC2C46C7-22A2-4A3D-883F-7F049058F57D}" dt="2023-05-24T17:55:26.863" v="9866" actId="9"/>
          <ac:spMkLst>
            <pc:docMk/>
            <pc:sldMk cId="1629157134" sldId="2529"/>
            <ac:spMk id="5" creationId="{CE8F3F05-E07D-C27A-CA80-3EC783A1F7CF}"/>
          </ac:spMkLst>
        </pc:spChg>
        <pc:spChg chg="mod">
          <ac:chgData name="Owais Ahmed" userId="6abc7d4556b3b071" providerId="LiveId" clId="{DC2C46C7-22A2-4A3D-883F-7F049058F57D}" dt="2023-05-24T16:55:53.178" v="7549" actId="20577"/>
          <ac:spMkLst>
            <pc:docMk/>
            <pc:sldMk cId="1629157134" sldId="2529"/>
            <ac:spMk id="215" creationId="{00000000-0000-0000-0000-000000000000}"/>
          </ac:spMkLst>
        </pc:spChg>
      </pc:sldChg>
      <pc:sldChg chg="del">
        <pc:chgData name="Owais Ahmed" userId="6abc7d4556b3b071" providerId="LiveId" clId="{DC2C46C7-22A2-4A3D-883F-7F049058F57D}" dt="2023-05-20T19:01:44.080" v="58" actId="47"/>
        <pc:sldMkLst>
          <pc:docMk/>
          <pc:sldMk cId="2129901203" sldId="2530"/>
        </pc:sldMkLst>
      </pc:sldChg>
      <pc:sldChg chg="modSp add mod">
        <pc:chgData name="Owais Ahmed" userId="6abc7d4556b3b071" providerId="LiveId" clId="{DC2C46C7-22A2-4A3D-883F-7F049058F57D}" dt="2023-05-24T17:53:57.125" v="9861" actId="6549"/>
        <pc:sldMkLst>
          <pc:docMk/>
          <pc:sldMk cId="3744298312" sldId="2530"/>
        </pc:sldMkLst>
        <pc:spChg chg="mod">
          <ac:chgData name="Owais Ahmed" userId="6abc7d4556b3b071" providerId="LiveId" clId="{DC2C46C7-22A2-4A3D-883F-7F049058F57D}" dt="2023-05-24T17:53:57.125" v="9861" actId="6549"/>
          <ac:spMkLst>
            <pc:docMk/>
            <pc:sldMk cId="3744298312" sldId="2530"/>
            <ac:spMk id="5" creationId="{CE8F3F05-E07D-C27A-CA80-3EC783A1F7CF}"/>
          </ac:spMkLst>
        </pc:spChg>
        <pc:spChg chg="mod">
          <ac:chgData name="Owais Ahmed" userId="6abc7d4556b3b071" providerId="LiveId" clId="{DC2C46C7-22A2-4A3D-883F-7F049058F57D}" dt="2023-05-24T16:58:50.896" v="7765" actId="20577"/>
          <ac:spMkLst>
            <pc:docMk/>
            <pc:sldMk cId="3744298312" sldId="2530"/>
            <ac:spMk id="215" creationId="{00000000-0000-0000-0000-000000000000}"/>
          </ac:spMkLst>
        </pc:spChg>
      </pc:sldChg>
      <pc:sldChg chg="modSp add mod modNotesTx">
        <pc:chgData name="Owais Ahmed" userId="6abc7d4556b3b071" providerId="LiveId" clId="{DC2C46C7-22A2-4A3D-883F-7F049058F57D}" dt="2023-05-24T17:54:40.086" v="9863" actId="20577"/>
        <pc:sldMkLst>
          <pc:docMk/>
          <pc:sldMk cId="1019156805" sldId="2531"/>
        </pc:sldMkLst>
        <pc:spChg chg="mod">
          <ac:chgData name="Owais Ahmed" userId="6abc7d4556b3b071" providerId="LiveId" clId="{DC2C46C7-22A2-4A3D-883F-7F049058F57D}" dt="2023-05-24T17:54:00.381" v="9862" actId="6549"/>
          <ac:spMkLst>
            <pc:docMk/>
            <pc:sldMk cId="1019156805" sldId="2531"/>
            <ac:spMk id="5" creationId="{CE8F3F05-E07D-C27A-CA80-3EC783A1F7CF}"/>
          </ac:spMkLst>
        </pc:spChg>
        <pc:spChg chg="mod">
          <ac:chgData name="Owais Ahmed" userId="6abc7d4556b3b071" providerId="LiveId" clId="{DC2C46C7-22A2-4A3D-883F-7F049058F57D}" dt="2023-05-24T16:59:16.203" v="7773" actId="20577"/>
          <ac:spMkLst>
            <pc:docMk/>
            <pc:sldMk cId="1019156805" sldId="2531"/>
            <ac:spMk id="215" creationId="{00000000-0000-0000-0000-000000000000}"/>
          </ac:spMkLst>
        </pc:spChg>
      </pc:sldChg>
      <pc:sldChg chg="del">
        <pc:chgData name="Owais Ahmed" userId="6abc7d4556b3b071" providerId="LiveId" clId="{DC2C46C7-22A2-4A3D-883F-7F049058F57D}" dt="2023-05-20T19:01:43.941" v="57" actId="47"/>
        <pc:sldMkLst>
          <pc:docMk/>
          <pc:sldMk cId="3132135952" sldId="2531"/>
        </pc:sldMkLst>
      </pc:sldChg>
      <pc:sldChg chg="addSp modSp add mod modAnim">
        <pc:chgData name="Owais Ahmed" userId="6abc7d4556b3b071" providerId="LiveId" clId="{DC2C46C7-22A2-4A3D-883F-7F049058F57D}" dt="2023-05-24T17:53:25.273" v="9856" actId="20577"/>
        <pc:sldMkLst>
          <pc:docMk/>
          <pc:sldMk cId="1746260340" sldId="2532"/>
        </pc:sldMkLst>
        <pc:spChg chg="mod">
          <ac:chgData name="Owais Ahmed" userId="6abc7d4556b3b071" providerId="LiveId" clId="{DC2C46C7-22A2-4A3D-883F-7F049058F57D}" dt="2023-05-24T17:53:25.273" v="9856" actId="20577"/>
          <ac:spMkLst>
            <pc:docMk/>
            <pc:sldMk cId="1746260340" sldId="2532"/>
            <ac:spMk id="3" creationId="{4A1C0383-58FE-E486-295E-B33B8683B938}"/>
          </ac:spMkLst>
        </pc:spChg>
        <pc:spChg chg="add mod">
          <ac:chgData name="Owais Ahmed" userId="6abc7d4556b3b071" providerId="LiveId" clId="{DC2C46C7-22A2-4A3D-883F-7F049058F57D}" dt="2023-05-24T17:53:04.159" v="9758" actId="403"/>
          <ac:spMkLst>
            <pc:docMk/>
            <pc:sldMk cId="1746260340" sldId="2532"/>
            <ac:spMk id="5" creationId="{611A9468-5EF1-CE3C-6B89-706C0101C17B}"/>
          </ac:spMkLst>
        </pc:spChg>
        <pc:spChg chg="mod">
          <ac:chgData name="Owais Ahmed" userId="6abc7d4556b3b071" providerId="LiveId" clId="{DC2C46C7-22A2-4A3D-883F-7F049058F57D}" dt="2023-05-24T17:51:55.351" v="9635"/>
          <ac:spMkLst>
            <pc:docMk/>
            <pc:sldMk cId="1746260340" sldId="2532"/>
            <ac:spMk id="215" creationId="{00000000-0000-0000-0000-000000000000}"/>
          </ac:spMkLst>
        </pc:spChg>
      </pc:sldChg>
      <pc:sldChg chg="modSp add del mod ord">
        <pc:chgData name="Owais Ahmed" userId="6abc7d4556b3b071" providerId="LiveId" clId="{DC2C46C7-22A2-4A3D-883F-7F049058F57D}" dt="2023-05-24T16:59:59.561" v="7798" actId="47"/>
        <pc:sldMkLst>
          <pc:docMk/>
          <pc:sldMk cId="2253517571" sldId="2532"/>
        </pc:sldMkLst>
        <pc:spChg chg="mod">
          <ac:chgData name="Owais Ahmed" userId="6abc7d4556b3b071" providerId="LiveId" clId="{DC2C46C7-22A2-4A3D-883F-7F049058F57D}" dt="2023-05-24T16:59:49.883" v="7796" actId="20577"/>
          <ac:spMkLst>
            <pc:docMk/>
            <pc:sldMk cId="2253517571" sldId="2532"/>
            <ac:spMk id="215" creationId="{00000000-0000-0000-0000-000000000000}"/>
          </ac:spMkLst>
        </pc:spChg>
      </pc:sldChg>
      <pc:sldChg chg="del">
        <pc:chgData name="Owais Ahmed" userId="6abc7d4556b3b071" providerId="LiveId" clId="{DC2C46C7-22A2-4A3D-883F-7F049058F57D}" dt="2023-05-20T19:01:44.241" v="59" actId="47"/>
        <pc:sldMkLst>
          <pc:docMk/>
          <pc:sldMk cId="3060833738" sldId="2532"/>
        </pc:sldMkLst>
      </pc:sldChg>
      <pc:sldChg chg="modSp add mod modAnim">
        <pc:chgData name="Owais Ahmed" userId="6abc7d4556b3b071" providerId="LiveId" clId="{DC2C46C7-22A2-4A3D-883F-7F049058F57D}" dt="2023-05-24T17:10:28.082" v="9469" actId="20577"/>
        <pc:sldMkLst>
          <pc:docMk/>
          <pc:sldMk cId="1928162152" sldId="2533"/>
        </pc:sldMkLst>
        <pc:spChg chg="mod">
          <ac:chgData name="Owais Ahmed" userId="6abc7d4556b3b071" providerId="LiveId" clId="{DC2C46C7-22A2-4A3D-883F-7F049058F57D}" dt="2023-05-24T17:10:28.082" v="9469" actId="20577"/>
          <ac:spMkLst>
            <pc:docMk/>
            <pc:sldMk cId="1928162152" sldId="2533"/>
            <ac:spMk id="3" creationId="{4A1C0383-58FE-E486-295E-B33B8683B938}"/>
          </ac:spMkLst>
        </pc:spChg>
        <pc:spChg chg="mod">
          <ac:chgData name="Owais Ahmed" userId="6abc7d4556b3b071" providerId="LiveId" clId="{DC2C46C7-22A2-4A3D-883F-7F049058F57D}" dt="2023-05-24T17:08:33.650" v="9223" actId="20577"/>
          <ac:spMkLst>
            <pc:docMk/>
            <pc:sldMk cId="1928162152" sldId="2533"/>
            <ac:spMk id="215" creationId="{00000000-0000-0000-0000-000000000000}"/>
          </ac:spMkLst>
        </pc:spChg>
      </pc:sldChg>
      <pc:sldChg chg="del">
        <pc:chgData name="Owais Ahmed" userId="6abc7d4556b3b071" providerId="LiveId" clId="{DC2C46C7-22A2-4A3D-883F-7F049058F57D}" dt="2023-05-20T19:01:44.570" v="61" actId="47"/>
        <pc:sldMkLst>
          <pc:docMk/>
          <pc:sldMk cId="2353601686" sldId="2533"/>
        </pc:sldMkLst>
      </pc:sldChg>
      <pc:sldChg chg="modSp add del modAnim">
        <pc:chgData name="Owais Ahmed" userId="6abc7d4556b3b071" providerId="LiveId" clId="{DC2C46C7-22A2-4A3D-883F-7F049058F57D}" dt="2023-05-24T17:00:04.094" v="7800" actId="47"/>
        <pc:sldMkLst>
          <pc:docMk/>
          <pc:sldMk cId="3717021017" sldId="2533"/>
        </pc:sldMkLst>
        <pc:spChg chg="mod">
          <ac:chgData name="Owais Ahmed" userId="6abc7d4556b3b071" providerId="LiveId" clId="{DC2C46C7-22A2-4A3D-883F-7F049058F57D}" dt="2023-05-24T17:00:01.826" v="7799" actId="20577"/>
          <ac:spMkLst>
            <pc:docMk/>
            <pc:sldMk cId="3717021017" sldId="2533"/>
            <ac:spMk id="3" creationId="{4A1C0383-58FE-E486-295E-B33B8683B938}"/>
          </ac:spMkLst>
        </pc:spChg>
      </pc:sldChg>
      <pc:sldChg chg="modSp add mod modAnim">
        <pc:chgData name="Owais Ahmed" userId="6abc7d4556b3b071" providerId="LiveId" clId="{DC2C46C7-22A2-4A3D-883F-7F049058F57D}" dt="2023-05-24T17:59:11.584" v="10312" actId="27636"/>
        <pc:sldMkLst>
          <pc:docMk/>
          <pc:sldMk cId="1841206640" sldId="2534"/>
        </pc:sldMkLst>
        <pc:spChg chg="mod">
          <ac:chgData name="Owais Ahmed" userId="6abc7d4556b3b071" providerId="LiveId" clId="{DC2C46C7-22A2-4A3D-883F-7F049058F57D}" dt="2023-05-24T17:59:11.584" v="10312" actId="27636"/>
          <ac:spMkLst>
            <pc:docMk/>
            <pc:sldMk cId="1841206640" sldId="2534"/>
            <ac:spMk id="3" creationId="{4A1C0383-58FE-E486-295E-B33B8683B938}"/>
          </ac:spMkLst>
        </pc:spChg>
      </pc:sldChg>
      <pc:sldChg chg="del">
        <pc:chgData name="Owais Ahmed" userId="6abc7d4556b3b071" providerId="LiveId" clId="{DC2C46C7-22A2-4A3D-883F-7F049058F57D}" dt="2023-05-20T19:01:44.761" v="62" actId="47"/>
        <pc:sldMkLst>
          <pc:docMk/>
          <pc:sldMk cId="3932395040" sldId="2534"/>
        </pc:sldMkLst>
      </pc:sldChg>
      <pc:sldChg chg="add">
        <pc:chgData name="Owais Ahmed" userId="6abc7d4556b3b071" providerId="LiveId" clId="{DC2C46C7-22A2-4A3D-883F-7F049058F57D}" dt="2023-05-24T17:51:46.901" v="9634" actId="2890"/>
        <pc:sldMkLst>
          <pc:docMk/>
          <pc:sldMk cId="1110748888" sldId="2535"/>
        </pc:sldMkLst>
      </pc:sldChg>
      <pc:sldChg chg="del">
        <pc:chgData name="Owais Ahmed" userId="6abc7d4556b3b071" providerId="LiveId" clId="{DC2C46C7-22A2-4A3D-883F-7F049058F57D}" dt="2023-05-20T19:01:44.925" v="63" actId="47"/>
        <pc:sldMkLst>
          <pc:docMk/>
          <pc:sldMk cId="1150363664" sldId="2536"/>
        </pc:sldMkLst>
      </pc:sldChg>
      <pc:sldChg chg="addSp delSp modSp add mod modAnim">
        <pc:chgData name="Owais Ahmed" userId="6abc7d4556b3b071" providerId="LiveId" clId="{DC2C46C7-22A2-4A3D-883F-7F049058F57D}" dt="2023-05-24T18:03:53.189" v="10733" actId="20577"/>
        <pc:sldMkLst>
          <pc:docMk/>
          <pc:sldMk cId="3044777693" sldId="2536"/>
        </pc:sldMkLst>
        <pc:spChg chg="mod">
          <ac:chgData name="Owais Ahmed" userId="6abc7d4556b3b071" providerId="LiveId" clId="{DC2C46C7-22A2-4A3D-883F-7F049058F57D}" dt="2023-05-24T18:03:53.189" v="10733" actId="20577"/>
          <ac:spMkLst>
            <pc:docMk/>
            <pc:sldMk cId="3044777693" sldId="2536"/>
            <ac:spMk id="3" creationId="{4A1C0383-58FE-E486-295E-B33B8683B938}"/>
          </ac:spMkLst>
        </pc:spChg>
        <pc:spChg chg="add del mod">
          <ac:chgData name="Owais Ahmed" userId="6abc7d4556b3b071" providerId="LiveId" clId="{DC2C46C7-22A2-4A3D-883F-7F049058F57D}" dt="2023-05-24T18:01:29.918" v="10465" actId="478"/>
          <ac:spMkLst>
            <pc:docMk/>
            <pc:sldMk cId="3044777693" sldId="2536"/>
            <ac:spMk id="5" creationId="{FDD7A6B9-C9F0-9FA7-160B-905E929F22EA}"/>
          </ac:spMkLst>
        </pc:spChg>
      </pc:sldChg>
      <pc:sldChg chg="modSp add mod modAnim">
        <pc:chgData name="Owais Ahmed" userId="6abc7d4556b3b071" providerId="LiveId" clId="{DC2C46C7-22A2-4A3D-883F-7F049058F57D}" dt="2023-05-24T18:05:41.191" v="11065" actId="20577"/>
        <pc:sldMkLst>
          <pc:docMk/>
          <pc:sldMk cId="962106567" sldId="2537"/>
        </pc:sldMkLst>
        <pc:spChg chg="mod">
          <ac:chgData name="Owais Ahmed" userId="6abc7d4556b3b071" providerId="LiveId" clId="{DC2C46C7-22A2-4A3D-883F-7F049058F57D}" dt="2023-05-24T18:05:41.191" v="11065" actId="20577"/>
          <ac:spMkLst>
            <pc:docMk/>
            <pc:sldMk cId="962106567" sldId="2537"/>
            <ac:spMk id="3" creationId="{4A1C0383-58FE-E486-295E-B33B8683B938}"/>
          </ac:spMkLst>
        </pc:spChg>
        <pc:spChg chg="mod">
          <ac:chgData name="Owais Ahmed" userId="6abc7d4556b3b071" providerId="LiveId" clId="{DC2C46C7-22A2-4A3D-883F-7F049058F57D}" dt="2023-05-24T18:04:23.458" v="10766" actId="20577"/>
          <ac:spMkLst>
            <pc:docMk/>
            <pc:sldMk cId="962106567" sldId="2537"/>
            <ac:spMk id="215" creationId="{00000000-0000-0000-0000-000000000000}"/>
          </ac:spMkLst>
        </pc:spChg>
      </pc:sldChg>
      <pc:sldChg chg="del">
        <pc:chgData name="Owais Ahmed" userId="6abc7d4556b3b071" providerId="LiveId" clId="{DC2C46C7-22A2-4A3D-883F-7F049058F57D}" dt="2023-05-20T19:01:44.416" v="60" actId="47"/>
        <pc:sldMkLst>
          <pc:docMk/>
          <pc:sldMk cId="1449794329" sldId="2537"/>
        </pc:sldMkLst>
      </pc:sldChg>
      <pc:sldChg chg="del">
        <pc:chgData name="Owais Ahmed" userId="6abc7d4556b3b071" providerId="LiveId" clId="{DC2C46C7-22A2-4A3D-883F-7F049058F57D}" dt="2023-05-20T19:01:45.572" v="64" actId="47"/>
        <pc:sldMkLst>
          <pc:docMk/>
          <pc:sldMk cId="2503695629" sldId="2538"/>
        </pc:sldMkLst>
      </pc:sldChg>
    </pc:docChg>
  </pc:docChgLst>
  <pc:docChgLst>
    <pc:chgData name="Owais Ahmed" userId="6abc7d4556b3b071" providerId="LiveId" clId="{F3750F2E-066A-4969-BB22-AA4B2440C81E}"/>
    <pc:docChg chg="undo redo custSel addSld delSld modSld sldOrd">
      <pc:chgData name="Owais Ahmed" userId="6abc7d4556b3b071" providerId="LiveId" clId="{F3750F2E-066A-4969-BB22-AA4B2440C81E}" dt="2023-06-01T10:06:56.352" v="17085"/>
      <pc:docMkLst>
        <pc:docMk/>
      </pc:docMkLst>
      <pc:sldChg chg="modSp mod">
        <pc:chgData name="Owais Ahmed" userId="6abc7d4556b3b071" providerId="LiveId" clId="{F3750F2E-066A-4969-BB22-AA4B2440C81E}" dt="2023-06-01T04:53:42.325" v="9018" actId="14100"/>
        <pc:sldMkLst>
          <pc:docMk/>
          <pc:sldMk cId="1649098948" sldId="2462"/>
        </pc:sldMkLst>
        <pc:spChg chg="mod">
          <ac:chgData name="Owais Ahmed" userId="6abc7d4556b3b071" providerId="LiveId" clId="{F3750F2E-066A-4969-BB22-AA4B2440C81E}" dt="2023-06-01T04:53:42.325" v="9018" actId="14100"/>
          <ac:spMkLst>
            <pc:docMk/>
            <pc:sldMk cId="1649098948" sldId="2462"/>
            <ac:spMk id="2" creationId="{BE3A87B3-0A27-4EE9-979E-B69581E476F0}"/>
          </ac:spMkLst>
        </pc:spChg>
        <pc:spChg chg="mod">
          <ac:chgData name="Owais Ahmed" userId="6abc7d4556b3b071" providerId="LiveId" clId="{F3750F2E-066A-4969-BB22-AA4B2440C81E}" dt="2023-06-01T04:53:40.406" v="9017" actId="14100"/>
          <ac:spMkLst>
            <pc:docMk/>
            <pc:sldMk cId="1649098948" sldId="2462"/>
            <ac:spMk id="6" creationId="{F3C89A40-EEAA-43AB-9A3A-B2CFDE450F1B}"/>
          </ac:spMkLst>
        </pc:spChg>
      </pc:sldChg>
      <pc:sldChg chg="del">
        <pc:chgData name="Owais Ahmed" userId="6abc7d4556b3b071" providerId="LiveId" clId="{F3750F2E-066A-4969-BB22-AA4B2440C81E}" dt="2023-06-01T03:31:23.338" v="157" actId="47"/>
        <pc:sldMkLst>
          <pc:docMk/>
          <pc:sldMk cId="2508916948" sldId="2508"/>
        </pc:sldMkLst>
      </pc:sldChg>
      <pc:sldChg chg="modSp mod modAnim modNotesTx">
        <pc:chgData name="Owais Ahmed" userId="6abc7d4556b3b071" providerId="LiveId" clId="{F3750F2E-066A-4969-BB22-AA4B2440C81E}" dt="2023-06-01T03:37:22.567" v="1048" actId="20577"/>
        <pc:sldMkLst>
          <pc:docMk/>
          <pc:sldMk cId="4001030377" sldId="2515"/>
        </pc:sldMkLst>
        <pc:spChg chg="mod">
          <ac:chgData name="Owais Ahmed" userId="6abc7d4556b3b071" providerId="LiveId" clId="{F3750F2E-066A-4969-BB22-AA4B2440C81E}" dt="2023-06-01T03:37:22.567" v="1048" actId="20577"/>
          <ac:spMkLst>
            <pc:docMk/>
            <pc:sldMk cId="4001030377" sldId="2515"/>
            <ac:spMk id="3" creationId="{4A1C0383-58FE-E486-295E-B33B8683B938}"/>
          </ac:spMkLst>
        </pc:spChg>
        <pc:spChg chg="mod">
          <ac:chgData name="Owais Ahmed" userId="6abc7d4556b3b071" providerId="LiveId" clId="{F3750F2E-066A-4969-BB22-AA4B2440C81E}" dt="2023-06-01T03:31:38.221" v="174" actId="20577"/>
          <ac:spMkLst>
            <pc:docMk/>
            <pc:sldMk cId="4001030377" sldId="2515"/>
            <ac:spMk id="215" creationId="{00000000-0000-0000-0000-000000000000}"/>
          </ac:spMkLst>
        </pc:spChg>
      </pc:sldChg>
      <pc:sldChg chg="modSp add mod modAnim modNotesTx">
        <pc:chgData name="Owais Ahmed" userId="6abc7d4556b3b071" providerId="LiveId" clId="{F3750F2E-066A-4969-BB22-AA4B2440C81E}" dt="2023-06-01T04:38:57.862" v="7996" actId="20577"/>
        <pc:sldMkLst>
          <pc:docMk/>
          <pc:sldMk cId="420060563" sldId="2516"/>
        </pc:sldMkLst>
        <pc:spChg chg="mod">
          <ac:chgData name="Owais Ahmed" userId="6abc7d4556b3b071" providerId="LiveId" clId="{F3750F2E-066A-4969-BB22-AA4B2440C81E}" dt="2023-06-01T04:38:57.862" v="7996" actId="20577"/>
          <ac:spMkLst>
            <pc:docMk/>
            <pc:sldMk cId="420060563" sldId="2516"/>
            <ac:spMk id="3" creationId="{4A1C0383-58FE-E486-295E-B33B8683B938}"/>
          </ac:spMkLst>
        </pc:spChg>
        <pc:spChg chg="mod">
          <ac:chgData name="Owais Ahmed" userId="6abc7d4556b3b071" providerId="LiveId" clId="{F3750F2E-066A-4969-BB22-AA4B2440C81E}" dt="2023-06-01T04:37:27.746" v="7769" actId="20577"/>
          <ac:spMkLst>
            <pc:docMk/>
            <pc:sldMk cId="420060563" sldId="2516"/>
            <ac:spMk id="215" creationId="{00000000-0000-0000-0000-000000000000}"/>
          </ac:spMkLst>
        </pc:spChg>
      </pc:sldChg>
      <pc:sldChg chg="modSp add del mod">
        <pc:chgData name="Owais Ahmed" userId="6abc7d4556b3b071" providerId="LiveId" clId="{F3750F2E-066A-4969-BB22-AA4B2440C81E}" dt="2023-06-01T03:37:39.259" v="1062" actId="2890"/>
        <pc:sldMkLst>
          <pc:docMk/>
          <pc:sldMk cId="612935694" sldId="2516"/>
        </pc:sldMkLst>
        <pc:spChg chg="mod">
          <ac:chgData name="Owais Ahmed" userId="6abc7d4556b3b071" providerId="LiveId" clId="{F3750F2E-066A-4969-BB22-AA4B2440C81E}" dt="2023-06-01T03:37:38.532" v="1061" actId="20577"/>
          <ac:spMkLst>
            <pc:docMk/>
            <pc:sldMk cId="612935694" sldId="2516"/>
            <ac:spMk id="215" creationId="{00000000-0000-0000-0000-000000000000}"/>
          </ac:spMkLst>
        </pc:spChg>
      </pc:sldChg>
      <pc:sldChg chg="del">
        <pc:chgData name="Owais Ahmed" userId="6abc7d4556b3b071" providerId="LiveId" clId="{F3750F2E-066A-4969-BB22-AA4B2440C81E}" dt="2023-06-01T03:31:18.572" v="130" actId="47"/>
        <pc:sldMkLst>
          <pc:docMk/>
          <pc:sldMk cId="1506516009" sldId="2516"/>
        </pc:sldMkLst>
      </pc:sldChg>
      <pc:sldChg chg="modSp add del mod modAnim modNotesTx">
        <pc:chgData name="Owais Ahmed" userId="6abc7d4556b3b071" providerId="LiveId" clId="{F3750F2E-066A-4969-BB22-AA4B2440C81E}" dt="2023-06-01T04:01:05.330" v="3499" actId="47"/>
        <pc:sldMkLst>
          <pc:docMk/>
          <pc:sldMk cId="2127351537" sldId="2517"/>
        </pc:sldMkLst>
        <pc:spChg chg="mod">
          <ac:chgData name="Owais Ahmed" userId="6abc7d4556b3b071" providerId="LiveId" clId="{F3750F2E-066A-4969-BB22-AA4B2440C81E}" dt="2023-06-01T04:01:01.254" v="3498" actId="27636"/>
          <ac:spMkLst>
            <pc:docMk/>
            <pc:sldMk cId="2127351537" sldId="2517"/>
            <ac:spMk id="3" creationId="{4A1C0383-58FE-E486-295E-B33B8683B938}"/>
          </ac:spMkLst>
        </pc:spChg>
      </pc:sldChg>
      <pc:sldChg chg="del">
        <pc:chgData name="Owais Ahmed" userId="6abc7d4556b3b071" providerId="LiveId" clId="{F3750F2E-066A-4969-BB22-AA4B2440C81E}" dt="2023-06-01T03:31:19.059" v="131" actId="47"/>
        <pc:sldMkLst>
          <pc:docMk/>
          <pc:sldMk cId="3601543426" sldId="2517"/>
        </pc:sldMkLst>
      </pc:sldChg>
      <pc:sldChg chg="addSp delSp modSp add del mod delAnim modAnim modNotesTx">
        <pc:chgData name="Owais Ahmed" userId="6abc7d4556b3b071" providerId="LiveId" clId="{F3750F2E-066A-4969-BB22-AA4B2440C81E}" dt="2023-06-01T04:37:54.165" v="7795" actId="20577"/>
        <pc:sldMkLst>
          <pc:docMk/>
          <pc:sldMk cId="394054088" sldId="2518"/>
        </pc:sldMkLst>
        <pc:spChg chg="del mod">
          <ac:chgData name="Owais Ahmed" userId="6abc7d4556b3b071" providerId="LiveId" clId="{F3750F2E-066A-4969-BB22-AA4B2440C81E}" dt="2023-06-01T03:50:31.058" v="2828" actId="478"/>
          <ac:spMkLst>
            <pc:docMk/>
            <pc:sldMk cId="394054088" sldId="2518"/>
            <ac:spMk id="3" creationId="{4A1C0383-58FE-E486-295E-B33B8683B938}"/>
          </ac:spMkLst>
        </pc:spChg>
        <pc:spChg chg="add mod">
          <ac:chgData name="Owais Ahmed" userId="6abc7d4556b3b071" providerId="LiveId" clId="{F3750F2E-066A-4969-BB22-AA4B2440C81E}" dt="2023-06-01T04:31:11.019" v="6827" actId="114"/>
          <ac:spMkLst>
            <pc:docMk/>
            <pc:sldMk cId="394054088" sldId="2518"/>
            <ac:spMk id="4" creationId="{39262F6D-1BAF-B835-1D02-26E1824314EE}"/>
          </ac:spMkLst>
        </pc:spChg>
        <pc:spChg chg="mod">
          <ac:chgData name="Owais Ahmed" userId="6abc7d4556b3b071" providerId="LiveId" clId="{F3750F2E-066A-4969-BB22-AA4B2440C81E}" dt="2023-06-01T04:37:54.165" v="7795" actId="20577"/>
          <ac:spMkLst>
            <pc:docMk/>
            <pc:sldMk cId="394054088" sldId="2518"/>
            <ac:spMk id="215" creationId="{00000000-0000-0000-0000-000000000000}"/>
          </ac:spMkLst>
        </pc:spChg>
      </pc:sldChg>
      <pc:sldChg chg="del">
        <pc:chgData name="Owais Ahmed" userId="6abc7d4556b3b071" providerId="LiveId" clId="{F3750F2E-066A-4969-BB22-AA4B2440C81E}" dt="2023-06-01T03:31:19.090" v="132" actId="47"/>
        <pc:sldMkLst>
          <pc:docMk/>
          <pc:sldMk cId="2871443556" sldId="2518"/>
        </pc:sldMkLst>
      </pc:sldChg>
      <pc:sldChg chg="del">
        <pc:chgData name="Owais Ahmed" userId="6abc7d4556b3b071" providerId="LiveId" clId="{F3750F2E-066A-4969-BB22-AA4B2440C81E}" dt="2023-06-01T03:31:19.119" v="133" actId="47"/>
        <pc:sldMkLst>
          <pc:docMk/>
          <pc:sldMk cId="1296916818" sldId="2519"/>
        </pc:sldMkLst>
      </pc:sldChg>
      <pc:sldChg chg="addSp delSp modSp add mod modAnim modNotesTx">
        <pc:chgData name="Owais Ahmed" userId="6abc7d4556b3b071" providerId="LiveId" clId="{F3750F2E-066A-4969-BB22-AA4B2440C81E}" dt="2023-06-01T04:37:46.765" v="7787" actId="20577"/>
        <pc:sldMkLst>
          <pc:docMk/>
          <pc:sldMk cId="1999492525" sldId="2519"/>
        </pc:sldMkLst>
        <pc:spChg chg="mod">
          <ac:chgData name="Owais Ahmed" userId="6abc7d4556b3b071" providerId="LiveId" clId="{F3750F2E-066A-4969-BB22-AA4B2440C81E}" dt="2023-06-01T03:57:23.152" v="3374" actId="114"/>
          <ac:spMkLst>
            <pc:docMk/>
            <pc:sldMk cId="1999492525" sldId="2519"/>
            <ac:spMk id="3" creationId="{4A1C0383-58FE-E486-295E-B33B8683B938}"/>
          </ac:spMkLst>
        </pc:spChg>
        <pc:spChg chg="add del">
          <ac:chgData name="Owais Ahmed" userId="6abc7d4556b3b071" providerId="LiveId" clId="{F3750F2E-066A-4969-BB22-AA4B2440C81E}" dt="2023-06-01T03:53:46.460" v="3003"/>
          <ac:spMkLst>
            <pc:docMk/>
            <pc:sldMk cId="1999492525" sldId="2519"/>
            <ac:spMk id="4" creationId="{FF7EF112-950A-C874-81CE-95569B741A64}"/>
          </ac:spMkLst>
        </pc:spChg>
        <pc:spChg chg="add del">
          <ac:chgData name="Owais Ahmed" userId="6abc7d4556b3b071" providerId="LiveId" clId="{F3750F2E-066A-4969-BB22-AA4B2440C81E}" dt="2023-06-01T03:55:37.838" v="3156"/>
          <ac:spMkLst>
            <pc:docMk/>
            <pc:sldMk cId="1999492525" sldId="2519"/>
            <ac:spMk id="5" creationId="{6C50EB5B-5438-2A91-944C-1F5CDD1E5D03}"/>
          </ac:spMkLst>
        </pc:spChg>
        <pc:spChg chg="mod">
          <ac:chgData name="Owais Ahmed" userId="6abc7d4556b3b071" providerId="LiveId" clId="{F3750F2E-066A-4969-BB22-AA4B2440C81E}" dt="2023-06-01T04:37:46.765" v="7787" actId="20577"/>
          <ac:spMkLst>
            <pc:docMk/>
            <pc:sldMk cId="1999492525" sldId="2519"/>
            <ac:spMk id="215" creationId="{00000000-0000-0000-0000-000000000000}"/>
          </ac:spMkLst>
        </pc:spChg>
      </pc:sldChg>
      <pc:sldChg chg="del">
        <pc:chgData name="Owais Ahmed" userId="6abc7d4556b3b071" providerId="LiveId" clId="{F3750F2E-066A-4969-BB22-AA4B2440C81E}" dt="2023-06-01T03:31:19.162" v="134" actId="47"/>
        <pc:sldMkLst>
          <pc:docMk/>
          <pc:sldMk cId="1014548738" sldId="2520"/>
        </pc:sldMkLst>
      </pc:sldChg>
      <pc:sldChg chg="addSp delSp modSp add mod setBg modAnim">
        <pc:chgData name="Owais Ahmed" userId="6abc7d4556b3b071" providerId="LiveId" clId="{F3750F2E-066A-4969-BB22-AA4B2440C81E}" dt="2023-06-01T06:58:06.923" v="14929"/>
        <pc:sldMkLst>
          <pc:docMk/>
          <pc:sldMk cId="2250370139" sldId="2520"/>
        </pc:sldMkLst>
        <pc:spChg chg="mod">
          <ac:chgData name="Owais Ahmed" userId="6abc7d4556b3b071" providerId="LiveId" clId="{F3750F2E-066A-4969-BB22-AA4B2440C81E}" dt="2023-06-01T06:58:06.923" v="14929"/>
          <ac:spMkLst>
            <pc:docMk/>
            <pc:sldMk cId="2250370139" sldId="2520"/>
            <ac:spMk id="3" creationId="{4A1C0383-58FE-E486-295E-B33B8683B938}"/>
          </ac:spMkLst>
        </pc:spChg>
        <pc:spChg chg="add del">
          <ac:chgData name="Owais Ahmed" userId="6abc7d4556b3b071" providerId="LiveId" clId="{F3750F2E-066A-4969-BB22-AA4B2440C81E}" dt="2023-06-01T03:57:39.061" v="3377"/>
          <ac:spMkLst>
            <pc:docMk/>
            <pc:sldMk cId="2250370139" sldId="2520"/>
            <ac:spMk id="4" creationId="{3C609D3A-E35E-8EF9-D6FC-BF63977FFF9E}"/>
          </ac:spMkLst>
        </pc:spChg>
        <pc:spChg chg="add del">
          <ac:chgData name="Owais Ahmed" userId="6abc7d4556b3b071" providerId="LiveId" clId="{F3750F2E-066A-4969-BB22-AA4B2440C81E}" dt="2023-06-01T03:57:41.512" v="3379"/>
          <ac:spMkLst>
            <pc:docMk/>
            <pc:sldMk cId="2250370139" sldId="2520"/>
            <ac:spMk id="5" creationId="{EC9A4F4D-533F-5259-F286-CC07D274EAB7}"/>
          </ac:spMkLst>
        </pc:spChg>
        <pc:spChg chg="mod">
          <ac:chgData name="Owais Ahmed" userId="6abc7d4556b3b071" providerId="LiveId" clId="{F3750F2E-066A-4969-BB22-AA4B2440C81E}" dt="2023-06-01T04:37:50.428" v="7791" actId="20577"/>
          <ac:spMkLst>
            <pc:docMk/>
            <pc:sldMk cId="2250370139" sldId="2520"/>
            <ac:spMk id="215" creationId="{00000000-0000-0000-0000-000000000000}"/>
          </ac:spMkLst>
        </pc:spChg>
      </pc:sldChg>
      <pc:sldChg chg="modSp add mod modAnim">
        <pc:chgData name="Owais Ahmed" userId="6abc7d4556b3b071" providerId="LiveId" clId="{F3750F2E-066A-4969-BB22-AA4B2440C81E}" dt="2023-06-01T04:37:39.346" v="7780" actId="20577"/>
        <pc:sldMkLst>
          <pc:docMk/>
          <pc:sldMk cId="2132847474" sldId="2521"/>
        </pc:sldMkLst>
        <pc:spChg chg="mod">
          <ac:chgData name="Owais Ahmed" userId="6abc7d4556b3b071" providerId="LiveId" clId="{F3750F2E-066A-4969-BB22-AA4B2440C81E}" dt="2023-06-01T04:23:18.745" v="6383" actId="20577"/>
          <ac:spMkLst>
            <pc:docMk/>
            <pc:sldMk cId="2132847474" sldId="2521"/>
            <ac:spMk id="3" creationId="{4A1C0383-58FE-E486-295E-B33B8683B938}"/>
          </ac:spMkLst>
        </pc:spChg>
        <pc:spChg chg="mod">
          <ac:chgData name="Owais Ahmed" userId="6abc7d4556b3b071" providerId="LiveId" clId="{F3750F2E-066A-4969-BB22-AA4B2440C81E}" dt="2023-06-01T04:37:39.346" v="7780" actId="20577"/>
          <ac:spMkLst>
            <pc:docMk/>
            <pc:sldMk cId="2132847474" sldId="2521"/>
            <ac:spMk id="215" creationId="{00000000-0000-0000-0000-000000000000}"/>
          </ac:spMkLst>
        </pc:spChg>
      </pc:sldChg>
      <pc:sldChg chg="del">
        <pc:chgData name="Owais Ahmed" userId="6abc7d4556b3b071" providerId="LiveId" clId="{F3750F2E-066A-4969-BB22-AA4B2440C81E}" dt="2023-06-01T03:31:19.184" v="135" actId="47"/>
        <pc:sldMkLst>
          <pc:docMk/>
          <pc:sldMk cId="2203886764" sldId="2521"/>
        </pc:sldMkLst>
      </pc:sldChg>
      <pc:sldChg chg="modSp add mod modAnim modNotesTx">
        <pc:chgData name="Owais Ahmed" userId="6abc7d4556b3b071" providerId="LiveId" clId="{F3750F2E-066A-4969-BB22-AA4B2440C81E}" dt="2023-06-01T04:37:31.589" v="7773" actId="20577"/>
        <pc:sldMkLst>
          <pc:docMk/>
          <pc:sldMk cId="2205227670" sldId="2522"/>
        </pc:sldMkLst>
        <pc:spChg chg="mod">
          <ac:chgData name="Owais Ahmed" userId="6abc7d4556b3b071" providerId="LiveId" clId="{F3750F2E-066A-4969-BB22-AA4B2440C81E}" dt="2023-06-01T04:13:18.537" v="4931" actId="20577"/>
          <ac:spMkLst>
            <pc:docMk/>
            <pc:sldMk cId="2205227670" sldId="2522"/>
            <ac:spMk id="3" creationId="{4A1C0383-58FE-E486-295E-B33B8683B938}"/>
          </ac:spMkLst>
        </pc:spChg>
        <pc:spChg chg="mod">
          <ac:chgData name="Owais Ahmed" userId="6abc7d4556b3b071" providerId="LiveId" clId="{F3750F2E-066A-4969-BB22-AA4B2440C81E}" dt="2023-06-01T04:37:31.589" v="7773" actId="20577"/>
          <ac:spMkLst>
            <pc:docMk/>
            <pc:sldMk cId="2205227670" sldId="2522"/>
            <ac:spMk id="215" creationId="{00000000-0000-0000-0000-000000000000}"/>
          </ac:spMkLst>
        </pc:spChg>
      </pc:sldChg>
      <pc:sldChg chg="del">
        <pc:chgData name="Owais Ahmed" userId="6abc7d4556b3b071" providerId="LiveId" clId="{F3750F2E-066A-4969-BB22-AA4B2440C81E}" dt="2023-06-01T03:31:19.229" v="136" actId="47"/>
        <pc:sldMkLst>
          <pc:docMk/>
          <pc:sldMk cId="2803296191" sldId="2522"/>
        </pc:sldMkLst>
      </pc:sldChg>
      <pc:sldChg chg="del">
        <pc:chgData name="Owais Ahmed" userId="6abc7d4556b3b071" providerId="LiveId" clId="{F3750F2E-066A-4969-BB22-AA4B2440C81E}" dt="2023-06-01T03:31:20.551" v="149" actId="47"/>
        <pc:sldMkLst>
          <pc:docMk/>
          <pc:sldMk cId="81605483" sldId="2523"/>
        </pc:sldMkLst>
      </pc:sldChg>
      <pc:sldChg chg="addSp delSp modSp add mod modAnim modNotesTx">
        <pc:chgData name="Owais Ahmed" userId="6abc7d4556b3b071" providerId="LiveId" clId="{F3750F2E-066A-4969-BB22-AA4B2440C81E}" dt="2023-06-01T06:57:22.971" v="14927" actId="20577"/>
        <pc:sldMkLst>
          <pc:docMk/>
          <pc:sldMk cId="195327952" sldId="2523"/>
        </pc:sldMkLst>
        <pc:spChg chg="mod">
          <ac:chgData name="Owais Ahmed" userId="6abc7d4556b3b071" providerId="LiveId" clId="{F3750F2E-066A-4969-BB22-AA4B2440C81E}" dt="2023-06-01T06:05:49.659" v="14502" actId="27636"/>
          <ac:spMkLst>
            <pc:docMk/>
            <pc:sldMk cId="195327952" sldId="2523"/>
            <ac:spMk id="3" creationId="{4A1C0383-58FE-E486-295E-B33B8683B938}"/>
          </ac:spMkLst>
        </pc:spChg>
        <pc:spChg chg="mod">
          <ac:chgData name="Owais Ahmed" userId="6abc7d4556b3b071" providerId="LiveId" clId="{F3750F2E-066A-4969-BB22-AA4B2440C81E}" dt="2023-06-01T04:37:35.382" v="7776" actId="20577"/>
          <ac:spMkLst>
            <pc:docMk/>
            <pc:sldMk cId="195327952" sldId="2523"/>
            <ac:spMk id="215" creationId="{00000000-0000-0000-0000-000000000000}"/>
          </ac:spMkLst>
        </pc:spChg>
        <pc:picChg chg="add del">
          <ac:chgData name="Owais Ahmed" userId="6abc7d4556b3b071" providerId="LiveId" clId="{F3750F2E-066A-4969-BB22-AA4B2440C81E}" dt="2023-06-01T06:05:16.708" v="14484" actId="22"/>
          <ac:picMkLst>
            <pc:docMk/>
            <pc:sldMk cId="195327952" sldId="2523"/>
            <ac:picMk id="5" creationId="{989546CD-3749-02A0-AEE5-77396EACB09A}"/>
          </ac:picMkLst>
        </pc:picChg>
        <pc:picChg chg="add mod">
          <ac:chgData name="Owais Ahmed" userId="6abc7d4556b3b071" providerId="LiveId" clId="{F3750F2E-066A-4969-BB22-AA4B2440C81E}" dt="2023-06-01T06:05:40.865" v="14496" actId="1076"/>
          <ac:picMkLst>
            <pc:docMk/>
            <pc:sldMk cId="195327952" sldId="2523"/>
            <ac:picMk id="7" creationId="{0D17D74C-A1E3-F2EB-7301-28691B52A592}"/>
          </ac:picMkLst>
        </pc:picChg>
      </pc:sldChg>
      <pc:sldChg chg="del">
        <pc:chgData name="Owais Ahmed" userId="6abc7d4556b3b071" providerId="LiveId" clId="{F3750F2E-066A-4969-BB22-AA4B2440C81E}" dt="2023-06-01T03:31:19.255" v="137" actId="47"/>
        <pc:sldMkLst>
          <pc:docMk/>
          <pc:sldMk cId="601257443" sldId="2524"/>
        </pc:sldMkLst>
      </pc:sldChg>
      <pc:sldChg chg="modSp add mod modAnim modNotesTx">
        <pc:chgData name="Owais Ahmed" userId="6abc7d4556b3b071" providerId="LiveId" clId="{F3750F2E-066A-4969-BB22-AA4B2440C81E}" dt="2023-06-01T06:56:33.851" v="14849" actId="20577"/>
        <pc:sldMkLst>
          <pc:docMk/>
          <pc:sldMk cId="2476493420" sldId="2524"/>
        </pc:sldMkLst>
        <pc:spChg chg="mod">
          <ac:chgData name="Owais Ahmed" userId="6abc7d4556b3b071" providerId="LiveId" clId="{F3750F2E-066A-4969-BB22-AA4B2440C81E}" dt="2023-06-01T06:56:33.851" v="14849" actId="20577"/>
          <ac:spMkLst>
            <pc:docMk/>
            <pc:sldMk cId="2476493420" sldId="2524"/>
            <ac:spMk id="3" creationId="{4A1C0383-58FE-E486-295E-B33B8683B938}"/>
          </ac:spMkLst>
        </pc:spChg>
        <pc:spChg chg="mod">
          <ac:chgData name="Owais Ahmed" userId="6abc7d4556b3b071" providerId="LiveId" clId="{F3750F2E-066A-4969-BB22-AA4B2440C81E}" dt="2023-06-01T04:37:43.326" v="7783" actId="20577"/>
          <ac:spMkLst>
            <pc:docMk/>
            <pc:sldMk cId="2476493420" sldId="2524"/>
            <ac:spMk id="215" creationId="{00000000-0000-0000-0000-000000000000}"/>
          </ac:spMkLst>
        </pc:spChg>
      </pc:sldChg>
      <pc:sldChg chg="modSp add mod modAnim">
        <pc:chgData name="Owais Ahmed" userId="6abc7d4556b3b071" providerId="LiveId" clId="{F3750F2E-066A-4969-BB22-AA4B2440C81E}" dt="2023-06-01T04:37:57.325" v="7797" actId="20577"/>
        <pc:sldMkLst>
          <pc:docMk/>
          <pc:sldMk cId="3632414245" sldId="2525"/>
        </pc:sldMkLst>
        <pc:spChg chg="mod">
          <ac:chgData name="Owais Ahmed" userId="6abc7d4556b3b071" providerId="LiveId" clId="{F3750F2E-066A-4969-BB22-AA4B2440C81E}" dt="2023-06-01T04:30:58.127" v="6809" actId="27636"/>
          <ac:spMkLst>
            <pc:docMk/>
            <pc:sldMk cId="3632414245" sldId="2525"/>
            <ac:spMk id="4" creationId="{39262F6D-1BAF-B835-1D02-26E1824314EE}"/>
          </ac:spMkLst>
        </pc:spChg>
        <pc:spChg chg="mod">
          <ac:chgData name="Owais Ahmed" userId="6abc7d4556b3b071" providerId="LiveId" clId="{F3750F2E-066A-4969-BB22-AA4B2440C81E}" dt="2023-06-01T04:37:57.325" v="7797" actId="20577"/>
          <ac:spMkLst>
            <pc:docMk/>
            <pc:sldMk cId="3632414245" sldId="2525"/>
            <ac:spMk id="215" creationId="{00000000-0000-0000-0000-000000000000}"/>
          </ac:spMkLst>
        </pc:spChg>
      </pc:sldChg>
      <pc:sldChg chg="del">
        <pc:chgData name="Owais Ahmed" userId="6abc7d4556b3b071" providerId="LiveId" clId="{F3750F2E-066A-4969-BB22-AA4B2440C81E}" dt="2023-06-01T03:31:19.294" v="138" actId="47"/>
        <pc:sldMkLst>
          <pc:docMk/>
          <pc:sldMk cId="875869451" sldId="2526"/>
        </pc:sldMkLst>
      </pc:sldChg>
      <pc:sldChg chg="modSp add mod ord modAnim">
        <pc:chgData name="Owais Ahmed" userId="6abc7d4556b3b071" providerId="LiveId" clId="{F3750F2E-066A-4969-BB22-AA4B2440C81E}" dt="2023-06-01T04:37:59.956" v="7798" actId="20577"/>
        <pc:sldMkLst>
          <pc:docMk/>
          <pc:sldMk cId="2306874849" sldId="2526"/>
        </pc:sldMkLst>
        <pc:spChg chg="mod">
          <ac:chgData name="Owais Ahmed" userId="6abc7d4556b3b071" providerId="LiveId" clId="{F3750F2E-066A-4969-BB22-AA4B2440C81E}" dt="2023-06-01T04:37:00.262" v="7765" actId="20577"/>
          <ac:spMkLst>
            <pc:docMk/>
            <pc:sldMk cId="2306874849" sldId="2526"/>
            <ac:spMk id="4" creationId="{39262F6D-1BAF-B835-1D02-26E1824314EE}"/>
          </ac:spMkLst>
        </pc:spChg>
        <pc:spChg chg="mod">
          <ac:chgData name="Owais Ahmed" userId="6abc7d4556b3b071" providerId="LiveId" clId="{F3750F2E-066A-4969-BB22-AA4B2440C81E}" dt="2023-06-01T04:37:59.956" v="7798" actId="20577"/>
          <ac:spMkLst>
            <pc:docMk/>
            <pc:sldMk cId="2306874849" sldId="2526"/>
            <ac:spMk id="215" creationId="{00000000-0000-0000-0000-000000000000}"/>
          </ac:spMkLst>
        </pc:spChg>
      </pc:sldChg>
      <pc:sldChg chg="modSp add del mod">
        <pc:chgData name="Owais Ahmed" userId="6abc7d4556b3b071" providerId="LiveId" clId="{F3750F2E-066A-4969-BB22-AA4B2440C81E}" dt="2023-06-01T06:06:24.493" v="14503" actId="47"/>
        <pc:sldMkLst>
          <pc:docMk/>
          <pc:sldMk cId="2008551533" sldId="2527"/>
        </pc:sldMkLst>
        <pc:spChg chg="mod">
          <ac:chgData name="Owais Ahmed" userId="6abc7d4556b3b071" providerId="LiveId" clId="{F3750F2E-066A-4969-BB22-AA4B2440C81E}" dt="2023-06-01T04:38:03.940" v="7799" actId="20577"/>
          <ac:spMkLst>
            <pc:docMk/>
            <pc:sldMk cId="2008551533" sldId="2527"/>
            <ac:spMk id="215" creationId="{00000000-0000-0000-0000-000000000000}"/>
          </ac:spMkLst>
        </pc:spChg>
      </pc:sldChg>
      <pc:sldChg chg="del">
        <pc:chgData name="Owais Ahmed" userId="6abc7d4556b3b071" providerId="LiveId" clId="{F3750F2E-066A-4969-BB22-AA4B2440C81E}" dt="2023-06-01T03:31:19.323" v="139" actId="47"/>
        <pc:sldMkLst>
          <pc:docMk/>
          <pc:sldMk cId="4066448691" sldId="2527"/>
        </pc:sldMkLst>
      </pc:sldChg>
      <pc:sldChg chg="modSp add mod modAnim">
        <pc:chgData name="Owais Ahmed" userId="6abc7d4556b3b071" providerId="LiveId" clId="{F3750F2E-066A-4969-BB22-AA4B2440C81E}" dt="2023-06-01T06:06:51.743" v="14525" actId="20577"/>
        <pc:sldMkLst>
          <pc:docMk/>
          <pc:sldMk cId="2132479376" sldId="2528"/>
        </pc:sldMkLst>
        <pc:spChg chg="mod">
          <ac:chgData name="Owais Ahmed" userId="6abc7d4556b3b071" providerId="LiveId" clId="{F3750F2E-066A-4969-BB22-AA4B2440C81E}" dt="2023-06-01T06:06:51.743" v="14525" actId="20577"/>
          <ac:spMkLst>
            <pc:docMk/>
            <pc:sldMk cId="2132479376" sldId="2528"/>
            <ac:spMk id="4" creationId="{39262F6D-1BAF-B835-1D02-26E1824314EE}"/>
          </ac:spMkLst>
        </pc:spChg>
        <pc:spChg chg="mod">
          <ac:chgData name="Owais Ahmed" userId="6abc7d4556b3b071" providerId="LiveId" clId="{F3750F2E-066A-4969-BB22-AA4B2440C81E}" dt="2023-06-01T04:40:13.591" v="8167" actId="20577"/>
          <ac:spMkLst>
            <pc:docMk/>
            <pc:sldMk cId="2132479376" sldId="2528"/>
            <ac:spMk id="215" creationId="{00000000-0000-0000-0000-000000000000}"/>
          </ac:spMkLst>
        </pc:spChg>
      </pc:sldChg>
      <pc:sldChg chg="del">
        <pc:chgData name="Owais Ahmed" userId="6abc7d4556b3b071" providerId="LiveId" clId="{F3750F2E-066A-4969-BB22-AA4B2440C81E}" dt="2023-06-01T03:31:19.354" v="140" actId="47"/>
        <pc:sldMkLst>
          <pc:docMk/>
          <pc:sldMk cId="2793464527" sldId="2528"/>
        </pc:sldMkLst>
      </pc:sldChg>
      <pc:sldChg chg="del">
        <pc:chgData name="Owais Ahmed" userId="6abc7d4556b3b071" providerId="LiveId" clId="{F3750F2E-066A-4969-BB22-AA4B2440C81E}" dt="2023-06-01T03:31:19.400" v="141" actId="47"/>
        <pc:sldMkLst>
          <pc:docMk/>
          <pc:sldMk cId="1629157134" sldId="2529"/>
        </pc:sldMkLst>
      </pc:sldChg>
      <pc:sldChg chg="modSp add del mod modAnim">
        <pc:chgData name="Owais Ahmed" userId="6abc7d4556b3b071" providerId="LiveId" clId="{F3750F2E-066A-4969-BB22-AA4B2440C81E}" dt="2023-06-01T05:08:42.805" v="10455" actId="47"/>
        <pc:sldMkLst>
          <pc:docMk/>
          <pc:sldMk cId="4041133048" sldId="2529"/>
        </pc:sldMkLst>
        <pc:spChg chg="mod">
          <ac:chgData name="Owais Ahmed" userId="6abc7d4556b3b071" providerId="LiveId" clId="{F3750F2E-066A-4969-BB22-AA4B2440C81E}" dt="2023-06-01T05:08:32.842" v="10454" actId="20577"/>
          <ac:spMkLst>
            <pc:docMk/>
            <pc:sldMk cId="4041133048" sldId="2529"/>
            <ac:spMk id="4" creationId="{39262F6D-1BAF-B835-1D02-26E1824314EE}"/>
          </ac:spMkLst>
        </pc:spChg>
        <pc:spChg chg="mod">
          <ac:chgData name="Owais Ahmed" userId="6abc7d4556b3b071" providerId="LiveId" clId="{F3750F2E-066A-4969-BB22-AA4B2440C81E}" dt="2023-06-01T04:53:50.742" v="9025" actId="20577"/>
          <ac:spMkLst>
            <pc:docMk/>
            <pc:sldMk cId="4041133048" sldId="2529"/>
            <ac:spMk id="215" creationId="{00000000-0000-0000-0000-000000000000}"/>
          </ac:spMkLst>
        </pc:spChg>
      </pc:sldChg>
      <pc:sldChg chg="addSp delSp modSp add mod modAnim modNotesTx">
        <pc:chgData name="Owais Ahmed" userId="6abc7d4556b3b071" providerId="LiveId" clId="{F3750F2E-066A-4969-BB22-AA4B2440C81E}" dt="2023-06-01T10:06:56.352" v="17085"/>
        <pc:sldMkLst>
          <pc:docMk/>
          <pc:sldMk cId="302847877" sldId="2530"/>
        </pc:sldMkLst>
        <pc:spChg chg="mod">
          <ac:chgData name="Owais Ahmed" userId="6abc7d4556b3b071" providerId="LiveId" clId="{F3750F2E-066A-4969-BB22-AA4B2440C81E}" dt="2023-06-01T05:02:26.257" v="9919" actId="20577"/>
          <ac:spMkLst>
            <pc:docMk/>
            <pc:sldMk cId="302847877" sldId="2530"/>
            <ac:spMk id="4" creationId="{39262F6D-1BAF-B835-1D02-26E1824314EE}"/>
          </ac:spMkLst>
        </pc:spChg>
        <pc:spChg chg="mod">
          <ac:chgData name="Owais Ahmed" userId="6abc7d4556b3b071" providerId="LiveId" clId="{F3750F2E-066A-4969-BB22-AA4B2440C81E}" dt="2023-06-01T04:59:38.780" v="9365" actId="20577"/>
          <ac:spMkLst>
            <pc:docMk/>
            <pc:sldMk cId="302847877" sldId="2530"/>
            <ac:spMk id="215" creationId="{00000000-0000-0000-0000-000000000000}"/>
          </ac:spMkLst>
        </pc:spChg>
        <pc:picChg chg="add del">
          <ac:chgData name="Owais Ahmed" userId="6abc7d4556b3b071" providerId="LiveId" clId="{F3750F2E-066A-4969-BB22-AA4B2440C81E}" dt="2023-06-01T04:59:12.736" v="9330" actId="22"/>
          <ac:picMkLst>
            <pc:docMk/>
            <pc:sldMk cId="302847877" sldId="2530"/>
            <ac:picMk id="5" creationId="{87D8304A-8494-DE4C-A04D-F17C5577F482}"/>
          </ac:picMkLst>
        </pc:picChg>
        <pc:picChg chg="add del">
          <ac:chgData name="Owais Ahmed" userId="6abc7d4556b3b071" providerId="LiveId" clId="{F3750F2E-066A-4969-BB22-AA4B2440C81E}" dt="2023-06-01T04:59:15.920" v="9332" actId="22"/>
          <ac:picMkLst>
            <pc:docMk/>
            <pc:sldMk cId="302847877" sldId="2530"/>
            <ac:picMk id="7" creationId="{9150D488-148E-2C22-C344-09D5F20D2B19}"/>
          </ac:picMkLst>
        </pc:picChg>
        <pc:picChg chg="add mod">
          <ac:chgData name="Owais Ahmed" userId="6abc7d4556b3b071" providerId="LiveId" clId="{F3750F2E-066A-4969-BB22-AA4B2440C81E}" dt="2023-06-01T04:59:22.063" v="9334" actId="1076"/>
          <ac:picMkLst>
            <pc:docMk/>
            <pc:sldMk cId="302847877" sldId="2530"/>
            <ac:picMk id="9" creationId="{2FC1C3C0-1CE8-E575-BF76-0E9D5D577B5B}"/>
          </ac:picMkLst>
        </pc:picChg>
      </pc:sldChg>
      <pc:sldChg chg="new del">
        <pc:chgData name="Owais Ahmed" userId="6abc7d4556b3b071" providerId="LiveId" clId="{F3750F2E-066A-4969-BB22-AA4B2440C81E}" dt="2023-06-01T04:58:59.191" v="9324" actId="680"/>
        <pc:sldMkLst>
          <pc:docMk/>
          <pc:sldMk cId="2787762162" sldId="2530"/>
        </pc:sldMkLst>
      </pc:sldChg>
      <pc:sldChg chg="del">
        <pc:chgData name="Owais Ahmed" userId="6abc7d4556b3b071" providerId="LiveId" clId="{F3750F2E-066A-4969-BB22-AA4B2440C81E}" dt="2023-06-01T03:31:19.422" v="142" actId="47"/>
        <pc:sldMkLst>
          <pc:docMk/>
          <pc:sldMk cId="3744298312" sldId="2530"/>
        </pc:sldMkLst>
      </pc:sldChg>
      <pc:sldChg chg="del">
        <pc:chgData name="Owais Ahmed" userId="6abc7d4556b3b071" providerId="LiveId" clId="{F3750F2E-066A-4969-BB22-AA4B2440C81E}" dt="2023-06-01T03:31:19.441" v="143" actId="47"/>
        <pc:sldMkLst>
          <pc:docMk/>
          <pc:sldMk cId="1019156805" sldId="2531"/>
        </pc:sldMkLst>
      </pc:sldChg>
      <pc:sldChg chg="modSp add mod modAnim">
        <pc:chgData name="Owais Ahmed" userId="6abc7d4556b3b071" providerId="LiveId" clId="{F3750F2E-066A-4969-BB22-AA4B2440C81E}" dt="2023-06-01T05:37:38.476" v="13113" actId="27636"/>
        <pc:sldMkLst>
          <pc:docMk/>
          <pc:sldMk cId="3317015397" sldId="2531"/>
        </pc:sldMkLst>
        <pc:spChg chg="mod">
          <ac:chgData name="Owais Ahmed" userId="6abc7d4556b3b071" providerId="LiveId" clId="{F3750F2E-066A-4969-BB22-AA4B2440C81E}" dt="2023-06-01T05:37:38.476" v="13113" actId="27636"/>
          <ac:spMkLst>
            <pc:docMk/>
            <pc:sldMk cId="3317015397" sldId="2531"/>
            <ac:spMk id="4" creationId="{39262F6D-1BAF-B835-1D02-26E1824314EE}"/>
          </ac:spMkLst>
        </pc:spChg>
      </pc:sldChg>
      <pc:sldChg chg="modSp add mod modAnim">
        <pc:chgData name="Owais Ahmed" userId="6abc7d4556b3b071" providerId="LiveId" clId="{F3750F2E-066A-4969-BB22-AA4B2440C81E}" dt="2023-06-01T05:33:31.326" v="12750" actId="20577"/>
        <pc:sldMkLst>
          <pc:docMk/>
          <pc:sldMk cId="1218442297" sldId="2532"/>
        </pc:sldMkLst>
        <pc:spChg chg="mod">
          <ac:chgData name="Owais Ahmed" userId="6abc7d4556b3b071" providerId="LiveId" clId="{F3750F2E-066A-4969-BB22-AA4B2440C81E}" dt="2023-06-01T05:33:31.326" v="12750" actId="20577"/>
          <ac:spMkLst>
            <pc:docMk/>
            <pc:sldMk cId="1218442297" sldId="2532"/>
            <ac:spMk id="4" creationId="{39262F6D-1BAF-B835-1D02-26E1824314EE}"/>
          </ac:spMkLst>
        </pc:spChg>
        <pc:spChg chg="mod">
          <ac:chgData name="Owais Ahmed" userId="6abc7d4556b3b071" providerId="LiveId" clId="{F3750F2E-066A-4969-BB22-AA4B2440C81E}" dt="2023-06-01T05:03:29.059" v="10002" actId="20577"/>
          <ac:spMkLst>
            <pc:docMk/>
            <pc:sldMk cId="1218442297" sldId="2532"/>
            <ac:spMk id="215" creationId="{00000000-0000-0000-0000-000000000000}"/>
          </ac:spMkLst>
        </pc:spChg>
      </pc:sldChg>
      <pc:sldChg chg="del">
        <pc:chgData name="Owais Ahmed" userId="6abc7d4556b3b071" providerId="LiveId" clId="{F3750F2E-066A-4969-BB22-AA4B2440C81E}" dt="2023-06-01T03:31:19.474" v="144" actId="47"/>
        <pc:sldMkLst>
          <pc:docMk/>
          <pc:sldMk cId="1746260340" sldId="2532"/>
        </pc:sldMkLst>
      </pc:sldChg>
      <pc:sldChg chg="del">
        <pc:chgData name="Owais Ahmed" userId="6abc7d4556b3b071" providerId="LiveId" clId="{F3750F2E-066A-4969-BB22-AA4B2440C81E}" dt="2023-06-01T03:31:19.744" v="146" actId="47"/>
        <pc:sldMkLst>
          <pc:docMk/>
          <pc:sldMk cId="1928162152" sldId="2533"/>
        </pc:sldMkLst>
      </pc:sldChg>
      <pc:sldChg chg="modSp add mod modAnim">
        <pc:chgData name="Owais Ahmed" userId="6abc7d4556b3b071" providerId="LiveId" clId="{F3750F2E-066A-4969-BB22-AA4B2440C81E}" dt="2023-06-01T05:17:44.096" v="10844" actId="20577"/>
        <pc:sldMkLst>
          <pc:docMk/>
          <pc:sldMk cId="3849023359" sldId="2533"/>
        </pc:sldMkLst>
        <pc:spChg chg="mod">
          <ac:chgData name="Owais Ahmed" userId="6abc7d4556b3b071" providerId="LiveId" clId="{F3750F2E-066A-4969-BB22-AA4B2440C81E}" dt="2023-06-01T05:17:44.096" v="10844" actId="20577"/>
          <ac:spMkLst>
            <pc:docMk/>
            <pc:sldMk cId="3849023359" sldId="2533"/>
            <ac:spMk id="4" creationId="{39262F6D-1BAF-B835-1D02-26E1824314EE}"/>
          </ac:spMkLst>
        </pc:spChg>
        <pc:spChg chg="mod">
          <ac:chgData name="Owais Ahmed" userId="6abc7d4556b3b071" providerId="LiveId" clId="{F3750F2E-066A-4969-BB22-AA4B2440C81E}" dt="2023-06-01T05:09:17.064" v="10473" actId="20577"/>
          <ac:spMkLst>
            <pc:docMk/>
            <pc:sldMk cId="3849023359" sldId="2533"/>
            <ac:spMk id="215" creationId="{00000000-0000-0000-0000-000000000000}"/>
          </ac:spMkLst>
        </pc:spChg>
      </pc:sldChg>
      <pc:sldChg chg="del">
        <pc:chgData name="Owais Ahmed" userId="6abc7d4556b3b071" providerId="LiveId" clId="{F3750F2E-066A-4969-BB22-AA4B2440C81E}" dt="2023-06-01T03:31:20.084" v="147" actId="47"/>
        <pc:sldMkLst>
          <pc:docMk/>
          <pc:sldMk cId="1841206640" sldId="2534"/>
        </pc:sldMkLst>
      </pc:sldChg>
      <pc:sldChg chg="modSp add mod modAnim">
        <pc:chgData name="Owais Ahmed" userId="6abc7d4556b3b071" providerId="LiveId" clId="{F3750F2E-066A-4969-BB22-AA4B2440C81E}" dt="2023-06-01T05:23:00.958" v="11459" actId="20577"/>
        <pc:sldMkLst>
          <pc:docMk/>
          <pc:sldMk cId="3908721446" sldId="2534"/>
        </pc:sldMkLst>
        <pc:spChg chg="mod">
          <ac:chgData name="Owais Ahmed" userId="6abc7d4556b3b071" providerId="LiveId" clId="{F3750F2E-066A-4969-BB22-AA4B2440C81E}" dt="2023-06-01T05:23:00.958" v="11459" actId="20577"/>
          <ac:spMkLst>
            <pc:docMk/>
            <pc:sldMk cId="3908721446" sldId="2534"/>
            <ac:spMk id="4" creationId="{39262F6D-1BAF-B835-1D02-26E1824314EE}"/>
          </ac:spMkLst>
        </pc:spChg>
      </pc:sldChg>
      <pc:sldChg chg="modSp add mod modAnim modNotesTx">
        <pc:chgData name="Owais Ahmed" userId="6abc7d4556b3b071" providerId="LiveId" clId="{F3750F2E-066A-4969-BB22-AA4B2440C81E}" dt="2023-06-01T05:41:47.334" v="13628" actId="20577"/>
        <pc:sldMkLst>
          <pc:docMk/>
          <pc:sldMk cId="80640812" sldId="2535"/>
        </pc:sldMkLst>
        <pc:spChg chg="mod">
          <ac:chgData name="Owais Ahmed" userId="6abc7d4556b3b071" providerId="LiveId" clId="{F3750F2E-066A-4969-BB22-AA4B2440C81E}" dt="2023-06-01T05:41:47.334" v="13628" actId="20577"/>
          <ac:spMkLst>
            <pc:docMk/>
            <pc:sldMk cId="80640812" sldId="2535"/>
            <ac:spMk id="4" creationId="{39262F6D-1BAF-B835-1D02-26E1824314EE}"/>
          </ac:spMkLst>
        </pc:spChg>
      </pc:sldChg>
      <pc:sldChg chg="del">
        <pc:chgData name="Owais Ahmed" userId="6abc7d4556b3b071" providerId="LiveId" clId="{F3750F2E-066A-4969-BB22-AA4B2440C81E}" dt="2023-06-01T03:31:19.494" v="145" actId="47"/>
        <pc:sldMkLst>
          <pc:docMk/>
          <pc:sldMk cId="1110748888" sldId="2535"/>
        </pc:sldMkLst>
      </pc:sldChg>
      <pc:sldChg chg="add del">
        <pc:chgData name="Owais Ahmed" userId="6abc7d4556b3b071" providerId="LiveId" clId="{F3750F2E-066A-4969-BB22-AA4B2440C81E}" dt="2023-06-01T05:42:31.322" v="13630" actId="2890"/>
        <pc:sldMkLst>
          <pc:docMk/>
          <pc:sldMk cId="2191877352" sldId="2536"/>
        </pc:sldMkLst>
      </pc:sldChg>
      <pc:sldChg chg="del">
        <pc:chgData name="Owais Ahmed" userId="6abc7d4556b3b071" providerId="LiveId" clId="{F3750F2E-066A-4969-BB22-AA4B2440C81E}" dt="2023-06-01T03:31:20.385" v="148" actId="47"/>
        <pc:sldMkLst>
          <pc:docMk/>
          <pc:sldMk cId="3044777693" sldId="2536"/>
        </pc:sldMkLst>
      </pc:sldChg>
      <pc:sldChg chg="modSp add mod ord modAnim">
        <pc:chgData name="Owais Ahmed" userId="6abc7d4556b3b071" providerId="LiveId" clId="{F3750F2E-066A-4969-BB22-AA4B2440C81E}" dt="2023-06-01T05:46:26.821" v="14038" actId="20577"/>
        <pc:sldMkLst>
          <pc:docMk/>
          <pc:sldMk cId="3882252491" sldId="2536"/>
        </pc:sldMkLst>
        <pc:spChg chg="mod">
          <ac:chgData name="Owais Ahmed" userId="6abc7d4556b3b071" providerId="LiveId" clId="{F3750F2E-066A-4969-BB22-AA4B2440C81E}" dt="2023-06-01T05:46:26.821" v="14038" actId="20577"/>
          <ac:spMkLst>
            <pc:docMk/>
            <pc:sldMk cId="3882252491" sldId="2536"/>
            <ac:spMk id="4" creationId="{39262F6D-1BAF-B835-1D02-26E1824314EE}"/>
          </ac:spMkLst>
        </pc:spChg>
        <pc:spChg chg="mod">
          <ac:chgData name="Owais Ahmed" userId="6abc7d4556b3b071" providerId="LiveId" clId="{F3750F2E-066A-4969-BB22-AA4B2440C81E}" dt="2023-06-01T05:43:36.879" v="13753" actId="20577"/>
          <ac:spMkLst>
            <pc:docMk/>
            <pc:sldMk cId="3882252491" sldId="2536"/>
            <ac:spMk id="215" creationId="{00000000-0000-0000-0000-000000000000}"/>
          </ac:spMkLst>
        </pc:spChg>
      </pc:sldChg>
      <pc:sldChg chg="addSp modSp add mod modAnim modNotesTx">
        <pc:chgData name="Owais Ahmed" userId="6abc7d4556b3b071" providerId="LiveId" clId="{F3750F2E-066A-4969-BB22-AA4B2440C81E}" dt="2023-06-01T06:07:20.673" v="14528"/>
        <pc:sldMkLst>
          <pc:docMk/>
          <pc:sldMk cId="758741776" sldId="2537"/>
        </pc:sldMkLst>
        <pc:spChg chg="mod">
          <ac:chgData name="Owais Ahmed" userId="6abc7d4556b3b071" providerId="LiveId" clId="{F3750F2E-066A-4969-BB22-AA4B2440C81E}" dt="2023-06-01T05:59:44.827" v="14482" actId="20577"/>
          <ac:spMkLst>
            <pc:docMk/>
            <pc:sldMk cId="758741776" sldId="2537"/>
            <ac:spMk id="3" creationId="{4A1C0383-58FE-E486-295E-B33B8683B938}"/>
          </ac:spMkLst>
        </pc:spChg>
        <pc:picChg chg="add mod">
          <ac:chgData name="Owais Ahmed" userId="6abc7d4556b3b071" providerId="LiveId" clId="{F3750F2E-066A-4969-BB22-AA4B2440C81E}" dt="2023-06-01T05:49:15.374" v="14047" actId="14100"/>
          <ac:picMkLst>
            <pc:docMk/>
            <pc:sldMk cId="758741776" sldId="2537"/>
            <ac:picMk id="3074" creationId="{4CF866DF-3062-EC7E-C6A4-37288E9994B9}"/>
          </ac:picMkLst>
        </pc:picChg>
      </pc:sldChg>
      <pc:sldChg chg="del">
        <pc:chgData name="Owais Ahmed" userId="6abc7d4556b3b071" providerId="LiveId" clId="{F3750F2E-066A-4969-BB22-AA4B2440C81E}" dt="2023-06-01T03:31:20.807" v="150" actId="47"/>
        <pc:sldMkLst>
          <pc:docMk/>
          <pc:sldMk cId="962106567" sldId="2537"/>
        </pc:sldMkLst>
      </pc:sldChg>
      <pc:sldChg chg="del">
        <pc:chgData name="Owais Ahmed" userId="6abc7d4556b3b071" providerId="LiveId" clId="{F3750F2E-066A-4969-BB22-AA4B2440C81E}" dt="2023-06-01T03:31:20.968" v="151" actId="47"/>
        <pc:sldMkLst>
          <pc:docMk/>
          <pc:sldMk cId="818698008" sldId="2538"/>
        </pc:sldMkLst>
      </pc:sldChg>
      <pc:sldChg chg="add del">
        <pc:chgData name="Owais Ahmed" userId="6abc7d4556b3b071" providerId="LiveId" clId="{F3750F2E-066A-4969-BB22-AA4B2440C81E}" dt="2023-06-01T06:57:01.397" v="14851" actId="2890"/>
        <pc:sldMkLst>
          <pc:docMk/>
          <pc:sldMk cId="2592816849" sldId="2538"/>
        </pc:sldMkLst>
      </pc:sldChg>
      <pc:sldChg chg="modSp add mod ord modAnim">
        <pc:chgData name="Owais Ahmed" userId="6abc7d4556b3b071" providerId="LiveId" clId="{F3750F2E-066A-4969-BB22-AA4B2440C81E}" dt="2023-06-01T07:06:49.224" v="16006" actId="20577"/>
        <pc:sldMkLst>
          <pc:docMk/>
          <pc:sldMk cId="2949597636" sldId="2538"/>
        </pc:sldMkLst>
        <pc:spChg chg="mod">
          <ac:chgData name="Owais Ahmed" userId="6abc7d4556b3b071" providerId="LiveId" clId="{F3750F2E-066A-4969-BB22-AA4B2440C81E}" dt="2023-06-01T07:06:49.224" v="16006" actId="20577"/>
          <ac:spMkLst>
            <pc:docMk/>
            <pc:sldMk cId="2949597636" sldId="2538"/>
            <ac:spMk id="4" creationId="{39262F6D-1BAF-B835-1D02-26E1824314EE}"/>
          </ac:spMkLst>
        </pc:spChg>
        <pc:spChg chg="mod">
          <ac:chgData name="Owais Ahmed" userId="6abc7d4556b3b071" providerId="LiveId" clId="{F3750F2E-066A-4969-BB22-AA4B2440C81E}" dt="2023-06-01T06:58:50.002" v="14938" actId="20577"/>
          <ac:spMkLst>
            <pc:docMk/>
            <pc:sldMk cId="2949597636" sldId="2538"/>
            <ac:spMk id="215" creationId="{00000000-0000-0000-0000-000000000000}"/>
          </ac:spMkLst>
        </pc:spChg>
      </pc:sldChg>
      <pc:sldChg chg="modSp add mod modAnim modNotesTx">
        <pc:chgData name="Owais Ahmed" userId="6abc7d4556b3b071" providerId="LiveId" clId="{F3750F2E-066A-4969-BB22-AA4B2440C81E}" dt="2023-06-01T07:09:36.945" v="16349" actId="20577"/>
        <pc:sldMkLst>
          <pc:docMk/>
          <pc:sldMk cId="860287846" sldId="2539"/>
        </pc:sldMkLst>
        <pc:spChg chg="mod">
          <ac:chgData name="Owais Ahmed" userId="6abc7d4556b3b071" providerId="LiveId" clId="{F3750F2E-066A-4969-BB22-AA4B2440C81E}" dt="2023-06-01T07:09:36.945" v="16349" actId="20577"/>
          <ac:spMkLst>
            <pc:docMk/>
            <pc:sldMk cId="860287846" sldId="2539"/>
            <ac:spMk id="4" creationId="{39262F6D-1BAF-B835-1D02-26E1824314EE}"/>
          </ac:spMkLst>
        </pc:spChg>
      </pc:sldChg>
      <pc:sldChg chg="del">
        <pc:chgData name="Owais Ahmed" userId="6abc7d4556b3b071" providerId="LiveId" clId="{F3750F2E-066A-4969-BB22-AA4B2440C81E}" dt="2023-06-01T03:31:21.698" v="155" actId="47"/>
        <pc:sldMkLst>
          <pc:docMk/>
          <pc:sldMk cId="2712496299" sldId="2539"/>
        </pc:sldMkLst>
      </pc:sldChg>
      <pc:sldChg chg="del">
        <pc:chgData name="Owais Ahmed" userId="6abc7d4556b3b071" providerId="LiveId" clId="{F3750F2E-066A-4969-BB22-AA4B2440C81E}" dt="2023-06-01T03:31:21.172" v="152" actId="47"/>
        <pc:sldMkLst>
          <pc:docMk/>
          <pc:sldMk cId="1660717226" sldId="2540"/>
        </pc:sldMkLst>
      </pc:sldChg>
      <pc:sldChg chg="modSp add mod modAnim">
        <pc:chgData name="Owais Ahmed" userId="6abc7d4556b3b071" providerId="LiveId" clId="{F3750F2E-066A-4969-BB22-AA4B2440C81E}" dt="2023-06-01T07:15:02.348" v="17084" actId="20577"/>
        <pc:sldMkLst>
          <pc:docMk/>
          <pc:sldMk cId="2510303600" sldId="2540"/>
        </pc:sldMkLst>
        <pc:spChg chg="mod">
          <ac:chgData name="Owais Ahmed" userId="6abc7d4556b3b071" providerId="LiveId" clId="{F3750F2E-066A-4969-BB22-AA4B2440C81E}" dt="2023-06-01T07:15:02.348" v="17084" actId="20577"/>
          <ac:spMkLst>
            <pc:docMk/>
            <pc:sldMk cId="2510303600" sldId="2540"/>
            <ac:spMk id="4" creationId="{39262F6D-1BAF-B835-1D02-26E1824314EE}"/>
          </ac:spMkLst>
        </pc:spChg>
      </pc:sldChg>
      <pc:sldChg chg="del">
        <pc:chgData name="Owais Ahmed" userId="6abc7d4556b3b071" providerId="LiveId" clId="{F3750F2E-066A-4969-BB22-AA4B2440C81E}" dt="2023-06-01T03:31:22.784" v="156" actId="47"/>
        <pc:sldMkLst>
          <pc:docMk/>
          <pc:sldMk cId="747134569" sldId="2541"/>
        </pc:sldMkLst>
      </pc:sldChg>
      <pc:sldChg chg="del">
        <pc:chgData name="Owais Ahmed" userId="6abc7d4556b3b071" providerId="LiveId" clId="{F3750F2E-066A-4969-BB22-AA4B2440C81E}" dt="2023-06-01T03:31:21.352" v="153" actId="47"/>
        <pc:sldMkLst>
          <pc:docMk/>
          <pc:sldMk cId="2657552081" sldId="2542"/>
        </pc:sldMkLst>
      </pc:sldChg>
      <pc:sldChg chg="del">
        <pc:chgData name="Owais Ahmed" userId="6abc7d4556b3b071" providerId="LiveId" clId="{F3750F2E-066A-4969-BB22-AA4B2440C81E}" dt="2023-06-01T03:31:21.536" v="154" actId="47"/>
        <pc:sldMkLst>
          <pc:docMk/>
          <pc:sldMk cId="864876933" sldId="254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6/1/2023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6/1/2023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OSI: Open systems interconnection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384622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121013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OAuth 2.0 is the current version. You can notice an option like “Login with Google”. This uses OAuth.</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44344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767453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Give examples of each decoration.</a:t>
            </a:r>
          </a:p>
          <a:p>
            <a:pPr marL="228600" indent="-228600">
              <a:buAutoNum type="arabicPeriod"/>
            </a:pPr>
            <a:r>
              <a:rPr lang="en-US" b="0" i="0" dirty="0">
                <a:solidFill>
                  <a:srgbClr val="273239"/>
                </a:solidFill>
                <a:effectLst/>
                <a:latin typeface="Consolas" panose="020B0609020204030204" pitchFamily="49" charset="0"/>
              </a:rPr>
              <a:t>Demonstrate the Django’s Auth configuration using Administration.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120491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Encryption has been covered in web server lecture in detail</a:t>
            </a:r>
          </a:p>
          <a:p>
            <a:pPr marL="228600" indent="-228600">
              <a:buAutoNum type="arabicPeriod"/>
            </a:pPr>
            <a:r>
              <a:rPr lang="en-US" b="0" i="0" dirty="0">
                <a:solidFill>
                  <a:srgbClr val="273239"/>
                </a:solidFill>
                <a:effectLst/>
                <a:latin typeface="Consolas" panose="020B0609020204030204" pitchFamily="49" charset="0"/>
              </a:rPr>
              <a:t>Nations are collecting data so that one day when Quantum computers are powerful enough, they can decrypt this data.</a:t>
            </a:r>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315591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527734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720923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69149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939340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637726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2909411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2884196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3844479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40673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REMEMBER! Consent is a Legal requirement in many countries.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3071578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2018819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1137772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CSR is no favour to the society. It is a responsibility.</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1600233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240576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Open source not always means free.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931357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Open source not always means free.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1486800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3026241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37333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1.wdp"/><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Web APPLICATION Development (111834)</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a:xfrm>
            <a:off x="7068819" y="320041"/>
            <a:ext cx="4846320" cy="1257299"/>
          </a:xfrm>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1577340"/>
            <a:ext cx="4114800" cy="4721859"/>
          </a:xfrm>
        </p:spPr>
        <p:txBody>
          <a:bodyPr/>
          <a:lstStyle/>
          <a:p>
            <a:r>
              <a:rPr lang="en-US" dirty="0">
                <a:solidFill>
                  <a:srgbClr val="000000"/>
                </a:solidFill>
              </a:rPr>
              <a:t>Security</a:t>
            </a:r>
          </a:p>
          <a:p>
            <a:r>
              <a:rPr lang="en-US" dirty="0">
                <a:solidFill>
                  <a:srgbClr val="000000"/>
                </a:solidFill>
              </a:rPr>
              <a:t>Validation</a:t>
            </a:r>
          </a:p>
          <a:p>
            <a:r>
              <a:rPr lang="en-US" dirty="0">
                <a:solidFill>
                  <a:srgbClr val="000000"/>
                </a:solidFill>
              </a:rPr>
              <a:t>Authentication/Authorization</a:t>
            </a:r>
          </a:p>
          <a:p>
            <a:r>
              <a:rPr lang="en-US" dirty="0">
                <a:solidFill>
                  <a:srgbClr val="000000"/>
                </a:solidFill>
              </a:rPr>
              <a:t>Encryption</a:t>
            </a:r>
          </a:p>
          <a:p>
            <a:r>
              <a:rPr lang="en-US" dirty="0">
                <a:solidFill>
                  <a:srgbClr val="000000"/>
                </a:solidFill>
              </a:rPr>
              <a:t>Content Security Policy</a:t>
            </a:r>
          </a:p>
          <a:p>
            <a:r>
              <a:rPr lang="en-US" dirty="0">
                <a:solidFill>
                  <a:srgbClr val="000000"/>
                </a:solidFill>
              </a:rPr>
              <a:t>Cross Site Security</a:t>
            </a:r>
          </a:p>
          <a:p>
            <a:r>
              <a:rPr lang="en-US" dirty="0">
                <a:solidFill>
                  <a:srgbClr val="000000"/>
                </a:solidFill>
              </a:rPr>
              <a:t>Error Handling</a:t>
            </a:r>
          </a:p>
          <a:p>
            <a:r>
              <a:rPr lang="en-US" dirty="0">
                <a:solidFill>
                  <a:srgbClr val="000000"/>
                </a:solidFill>
              </a:rPr>
              <a:t>Database Security</a:t>
            </a:r>
          </a:p>
          <a:p>
            <a:r>
              <a:rPr lang="en-US" dirty="0">
                <a:solidFill>
                  <a:srgbClr val="000000"/>
                </a:solidFill>
              </a:rPr>
              <a:t>Ethics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Security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The term security is broad. There are several stages involved.</a:t>
            </a:r>
          </a:p>
          <a:p>
            <a:pPr>
              <a:lnSpc>
                <a:spcPct val="120000"/>
              </a:lnSpc>
              <a:buFont typeface="Wingdings" panose="05000000000000000000" pitchFamily="2" charset="2"/>
              <a:buChar char="§"/>
            </a:pPr>
            <a:r>
              <a:rPr lang="en-US" sz="3000" dirty="0"/>
              <a:t>Physical security deals with the security related to restricting unauthorized access to physical computers running services.</a:t>
            </a:r>
          </a:p>
          <a:p>
            <a:pPr>
              <a:lnSpc>
                <a:spcPct val="120000"/>
              </a:lnSpc>
              <a:buFont typeface="Wingdings" panose="05000000000000000000" pitchFamily="2" charset="2"/>
              <a:buChar char="§"/>
            </a:pPr>
            <a:r>
              <a:rPr lang="en-US" sz="3000" dirty="0"/>
              <a:t>In data centers, hardly anyone accessing the servers’ services is ever allowed to enter the room.</a:t>
            </a:r>
          </a:p>
          <a:p>
            <a:pPr>
              <a:lnSpc>
                <a:spcPct val="120000"/>
              </a:lnSpc>
              <a:buFont typeface="Wingdings" panose="05000000000000000000" pitchFamily="2" charset="2"/>
              <a:buChar char="§"/>
            </a:pPr>
            <a:r>
              <a:rPr lang="en-US" sz="3000" dirty="0"/>
              <a:t>Network security generally involves security in Data link layer, Network layer, and Transport layer (OSI model) using a wide range of tools like Firewall, and routers.</a:t>
            </a:r>
          </a:p>
        </p:txBody>
      </p:sp>
    </p:spTree>
    <p:extLst>
      <p:ext uri="{BB962C8B-B14F-4D97-AF65-F5344CB8AC3E}">
        <p14:creationId xmlns:p14="http://schemas.microsoft.com/office/powerpoint/2010/main" val="400103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Validation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The front-end application is usually the most vulnerable part. However, it involves risking only one device or a small subset of information.</a:t>
            </a:r>
          </a:p>
          <a:p>
            <a:pPr>
              <a:lnSpc>
                <a:spcPct val="120000"/>
              </a:lnSpc>
              <a:buFont typeface="Wingdings" panose="05000000000000000000" pitchFamily="2" charset="2"/>
              <a:buChar char="§"/>
            </a:pPr>
            <a:r>
              <a:rPr lang="en-US" sz="3000" dirty="0"/>
              <a:t>Front-end security can be improved via following methods:</a:t>
            </a:r>
          </a:p>
          <a:p>
            <a:pPr>
              <a:lnSpc>
                <a:spcPct val="120000"/>
              </a:lnSpc>
              <a:buFont typeface="Wingdings" panose="05000000000000000000" pitchFamily="2" charset="2"/>
              <a:buChar char="§"/>
            </a:pPr>
            <a:r>
              <a:rPr lang="en-US" sz="3000" dirty="0"/>
              <a:t>Validation: making sure that the input is validated before a web server request is made. This generally involves checking </a:t>
            </a:r>
            <a:r>
              <a:rPr lang="en-US" sz="2800" dirty="0"/>
              <a:t>mandatory data, allowed range of values, etc.</a:t>
            </a:r>
            <a:endParaRPr lang="en-US" sz="3000" dirty="0"/>
          </a:p>
          <a:p>
            <a:pPr>
              <a:lnSpc>
                <a:spcPct val="120000"/>
              </a:lnSpc>
              <a:buFont typeface="Wingdings" panose="05000000000000000000" pitchFamily="2" charset="2"/>
              <a:buChar char="§"/>
            </a:pPr>
            <a:r>
              <a:rPr lang="en-US" sz="2800" dirty="0"/>
              <a:t>Validations are the first line of defense against scripting attacks like SQL injections.</a:t>
            </a:r>
          </a:p>
          <a:p>
            <a:pPr>
              <a:lnSpc>
                <a:spcPct val="120000"/>
              </a:lnSpc>
              <a:buFont typeface="Wingdings" panose="05000000000000000000" pitchFamily="2" charset="2"/>
              <a:buChar char="§"/>
            </a:pPr>
            <a:r>
              <a:rPr lang="en-US" sz="2800" dirty="0"/>
              <a:t>Django provides Form Validators to validate input data coming from templates.</a:t>
            </a:r>
          </a:p>
          <a:p>
            <a:pPr>
              <a:lnSpc>
                <a:spcPct val="120000"/>
              </a:lnSpc>
              <a:buFont typeface="Wingdings" panose="05000000000000000000" pitchFamily="2" charset="2"/>
              <a:buChar char="§"/>
            </a:pPr>
            <a:r>
              <a:rPr lang="en-US" sz="2800" dirty="0"/>
              <a:t>Django models also provides various options to validate the input, some examples were discussed in previous lectures.</a:t>
            </a:r>
          </a:p>
        </p:txBody>
      </p:sp>
    </p:spTree>
    <p:extLst>
      <p:ext uri="{BB962C8B-B14F-4D97-AF65-F5344CB8AC3E}">
        <p14:creationId xmlns:p14="http://schemas.microsoft.com/office/powerpoint/2010/main" val="42006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Authentication and Authorization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Authentication </a:t>
            </a:r>
            <a:r>
              <a:rPr lang="en-US" sz="2800" dirty="0"/>
              <a:t>makes sure that the user has access to the application. There is a basic Username/Password authentication process and improved ways:</a:t>
            </a:r>
          </a:p>
          <a:p>
            <a:pPr lvl="1">
              <a:lnSpc>
                <a:spcPct val="120000"/>
              </a:lnSpc>
              <a:buFont typeface="Wingdings" panose="05000000000000000000" pitchFamily="2" charset="2"/>
              <a:buChar char="§"/>
            </a:pPr>
            <a:r>
              <a:rPr lang="en-US" sz="2600" dirty="0"/>
              <a:t>2-FA: Two factor authentication involves using another party to authenticate, for example receiving a security code via Email/SMS, or using Google/Microsoft Authenticator app.</a:t>
            </a:r>
          </a:p>
          <a:p>
            <a:pPr lvl="1">
              <a:lnSpc>
                <a:spcPct val="120000"/>
              </a:lnSpc>
              <a:buFont typeface="Wingdings" panose="05000000000000000000" pitchFamily="2" charset="2"/>
              <a:buChar char="§"/>
            </a:pPr>
            <a:r>
              <a:rPr lang="en-US" sz="2600" dirty="0"/>
              <a:t>Open Auth (OAuth): is token-based authentication using 3</a:t>
            </a:r>
            <a:r>
              <a:rPr lang="en-US" sz="2600" baseline="30000" dirty="0"/>
              <a:t>rd</a:t>
            </a:r>
            <a:r>
              <a:rPr lang="en-US" sz="2600" dirty="0"/>
              <a:t> party apps which use personal information like Address and Date of Birth to allow access without revealing password. This is widely adopted by </a:t>
            </a:r>
            <a:r>
              <a:rPr lang="en-US" sz="2600" dirty="0" err="1"/>
              <a:t>Github</a:t>
            </a:r>
            <a:r>
              <a:rPr lang="en-US" sz="2600" dirty="0"/>
              <a:t>, Facebook, and Google. Django provides “</a:t>
            </a:r>
            <a:r>
              <a:rPr lang="en-US" sz="2600" dirty="0" err="1"/>
              <a:t>django</a:t>
            </a:r>
            <a:r>
              <a:rPr lang="en-US" sz="2600" dirty="0"/>
              <a:t>-</a:t>
            </a:r>
            <a:r>
              <a:rPr lang="en-US" sz="2600" dirty="0" err="1"/>
              <a:t>oauth</a:t>
            </a:r>
            <a:r>
              <a:rPr lang="en-US" sz="2600" dirty="0"/>
              <a:t>-toolkit” to implement Open Auth.</a:t>
            </a:r>
          </a:p>
          <a:p>
            <a:pPr>
              <a:lnSpc>
                <a:spcPct val="120000"/>
              </a:lnSpc>
              <a:buFont typeface="Wingdings" panose="05000000000000000000" pitchFamily="2" charset="2"/>
              <a:buChar char="§"/>
            </a:pPr>
            <a:r>
              <a:rPr lang="en-US" sz="2800" dirty="0"/>
              <a:t>Authorization comes into action once a user is authenticated. Here, we make sure that the user only accesses the allowed operations. Front-end authentication is not </a:t>
            </a:r>
          </a:p>
        </p:txBody>
      </p:sp>
    </p:spTree>
    <p:extLst>
      <p:ext uri="{BB962C8B-B14F-4D97-AF65-F5344CB8AC3E}">
        <p14:creationId xmlns:p14="http://schemas.microsoft.com/office/powerpoint/2010/main" val="220522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Authentication and Authorization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00673" cy="4887878"/>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This is an example of how Salesforce handles OAuth request.</a:t>
            </a:r>
          </a:p>
          <a:p>
            <a:pPr>
              <a:lnSpc>
                <a:spcPct val="120000"/>
              </a:lnSpc>
              <a:buFont typeface="Wingdings" panose="05000000000000000000" pitchFamily="2" charset="2"/>
              <a:buChar char="§"/>
            </a:pPr>
            <a:r>
              <a:rPr lang="en-US" sz="3000" dirty="0"/>
              <a:t>The web server stores a valid authentication toke, or asks for a new token.</a:t>
            </a:r>
          </a:p>
          <a:p>
            <a:pPr>
              <a:lnSpc>
                <a:spcPct val="120000"/>
              </a:lnSpc>
              <a:buFont typeface="Wingdings" panose="05000000000000000000" pitchFamily="2" charset="2"/>
              <a:buChar char="§"/>
            </a:pPr>
            <a:r>
              <a:rPr lang="en-US" sz="2800" dirty="0"/>
              <a:t>Each time the app requires authentication, this token is sent to </a:t>
            </a:r>
            <a:r>
              <a:rPr lang="en-US" sz="2800" dirty="0" err="1"/>
              <a:t>Salesforece’s</a:t>
            </a:r>
            <a:r>
              <a:rPr lang="en-US" sz="2800" dirty="0"/>
              <a:t> own server.</a:t>
            </a:r>
          </a:p>
          <a:p>
            <a:pPr>
              <a:lnSpc>
                <a:spcPct val="120000"/>
              </a:lnSpc>
              <a:buFont typeface="Wingdings" panose="05000000000000000000" pitchFamily="2" charset="2"/>
              <a:buChar char="§"/>
            </a:pPr>
            <a:r>
              <a:rPr lang="en-US" sz="2800" dirty="0"/>
              <a:t>On successful authentication, Salesforce returns a Token which is valid till the Session is open.</a:t>
            </a:r>
          </a:p>
        </p:txBody>
      </p:sp>
      <p:pic>
        <p:nvPicPr>
          <p:cNvPr id="3074" name="Picture 2" descr="Connecting to Salesforce using OAuth 2.0 from PHP | melted:wires">
            <a:extLst>
              <a:ext uri="{FF2B5EF4-FFF2-40B4-BE49-F238E27FC236}">
                <a16:creationId xmlns:a16="http://schemas.microsoft.com/office/drawing/2014/main" id="{4CF866DF-3062-EC7E-C6A4-37288E999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057" y="2140298"/>
            <a:ext cx="6170943" cy="3587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74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Authentication and Authorization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7384729" cy="4887878"/>
          </a:xfrm>
          <a:prstGeom prst="rect">
            <a:avLst/>
          </a:prstGeom>
        </p:spPr>
        <p:txBody>
          <a:bodyPr numCol="1">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Authorization comes into action once a user is authenticated. Here, we make sure that the user only accesses the allowed operations.</a:t>
            </a:r>
          </a:p>
          <a:p>
            <a:pPr>
              <a:lnSpc>
                <a:spcPct val="120000"/>
              </a:lnSpc>
              <a:buFont typeface="Wingdings" panose="05000000000000000000" pitchFamily="2" charset="2"/>
              <a:buChar char="§"/>
            </a:pPr>
            <a:r>
              <a:rPr lang="en-US" sz="2800" dirty="0"/>
              <a:t>Implementing Authorization on the front-end alone is not sufficient. There should always be a double check in the server end for authorized operations.</a:t>
            </a:r>
          </a:p>
          <a:p>
            <a:pPr>
              <a:lnSpc>
                <a:spcPct val="120000"/>
              </a:lnSpc>
              <a:buFont typeface="Wingdings" panose="05000000000000000000" pitchFamily="2" charset="2"/>
              <a:buChar char="§"/>
            </a:pPr>
            <a:r>
              <a:rPr lang="en-US" sz="2800" dirty="0"/>
              <a:t>Django’s auth app provides a 3 decorations to enable authorization:</a:t>
            </a:r>
          </a:p>
          <a:p>
            <a:pPr lvl="1">
              <a:lnSpc>
                <a:spcPct val="120000"/>
              </a:lnSpc>
              <a:buFont typeface="Wingdings" panose="05000000000000000000" pitchFamily="2" charset="2"/>
              <a:buChar char="§"/>
            </a:pPr>
            <a:r>
              <a:rPr lang="en-US" sz="3200" dirty="0"/>
              <a:t>@login_required: requires login before calling a function</a:t>
            </a:r>
          </a:p>
          <a:p>
            <a:pPr lvl="1">
              <a:lnSpc>
                <a:spcPct val="120000"/>
              </a:lnSpc>
              <a:buFont typeface="Wingdings" panose="05000000000000000000" pitchFamily="2" charset="2"/>
              <a:buChar char="§"/>
            </a:pPr>
            <a:r>
              <a:rPr lang="en-US" sz="3200" dirty="0"/>
              <a:t>@permission_required(permission): ensures that the logged in user has the given permission (like “delete vehicle”) before calling a function</a:t>
            </a:r>
          </a:p>
          <a:p>
            <a:pPr lvl="1">
              <a:lnSpc>
                <a:spcPct val="120000"/>
              </a:lnSpc>
              <a:buFont typeface="Wingdings" panose="05000000000000000000" pitchFamily="2" charset="2"/>
              <a:buChar char="§"/>
            </a:pPr>
            <a:r>
              <a:rPr lang="en-US" sz="3200" dirty="0"/>
              <a:t>@user_passes_test(test_function): first calls the given function to make sure that a certain criteria is met before calling a function.</a:t>
            </a:r>
          </a:p>
        </p:txBody>
      </p:sp>
      <p:pic>
        <p:nvPicPr>
          <p:cNvPr id="7" name="Picture 6">
            <a:extLst>
              <a:ext uri="{FF2B5EF4-FFF2-40B4-BE49-F238E27FC236}">
                <a16:creationId xmlns:a16="http://schemas.microsoft.com/office/drawing/2014/main" id="{0D17D74C-A1E3-F2EB-7301-28691B52A592}"/>
              </a:ext>
            </a:extLst>
          </p:cNvPr>
          <p:cNvPicPr>
            <a:picLocks noChangeAspect="1"/>
          </p:cNvPicPr>
          <p:nvPr/>
        </p:nvPicPr>
        <p:blipFill>
          <a:blip r:embed="rId3"/>
          <a:stretch>
            <a:fillRect/>
          </a:stretch>
        </p:blipFill>
        <p:spPr>
          <a:xfrm>
            <a:off x="7605113" y="1532587"/>
            <a:ext cx="4585300" cy="4757681"/>
          </a:xfrm>
          <a:prstGeom prst="rect">
            <a:avLst/>
          </a:prstGeom>
        </p:spPr>
      </p:pic>
    </p:spTree>
    <p:extLst>
      <p:ext uri="{BB962C8B-B14F-4D97-AF65-F5344CB8AC3E}">
        <p14:creationId xmlns:p14="http://schemas.microsoft.com/office/powerpoint/2010/main" val="19532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Encryption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Encryption: this is to ensure that all the data transfer is encrypted. Therefore, even if someone is eavesdropping, they cannot read the content.</a:t>
            </a:r>
          </a:p>
          <a:p>
            <a:pPr marL="0" indent="0">
              <a:lnSpc>
                <a:spcPct val="120000"/>
              </a:lnSpc>
              <a:buNone/>
            </a:pPr>
            <a:r>
              <a:rPr lang="en-US" sz="3000" i="1" dirty="0"/>
              <a:t>Fun fact: A great many nations are collecting encrypted data in abundance from the internet. Do you know why?</a:t>
            </a:r>
          </a:p>
          <a:p>
            <a:pPr>
              <a:lnSpc>
                <a:spcPct val="120000"/>
              </a:lnSpc>
              <a:buFont typeface="Wingdings" panose="05000000000000000000" pitchFamily="2" charset="2"/>
              <a:buChar char="§"/>
            </a:pPr>
            <a:r>
              <a:rPr lang="en-US" sz="3000" dirty="0"/>
              <a:t>The most common method is to use HTTPS by encrypting all Requests and Responses using a pair of public and private keys.</a:t>
            </a:r>
          </a:p>
          <a:p>
            <a:pPr>
              <a:lnSpc>
                <a:spcPct val="120000"/>
              </a:lnSpc>
              <a:buFont typeface="Wingdings" panose="05000000000000000000" pitchFamily="2" charset="2"/>
              <a:buChar char="§"/>
            </a:pPr>
            <a:r>
              <a:rPr lang="en-US" sz="3000" dirty="0"/>
              <a:t>However, it is sometimes critical to have encryption on top of HTTPS. For example, sensitive Cookie data should be kept in encrypted manner, and should be decrypted on demand.</a:t>
            </a:r>
          </a:p>
        </p:txBody>
      </p:sp>
    </p:spTree>
    <p:extLst>
      <p:ext uri="{BB962C8B-B14F-4D97-AF65-F5344CB8AC3E}">
        <p14:creationId xmlns:p14="http://schemas.microsoft.com/office/powerpoint/2010/main" val="213284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Content Security Policy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Content Security Policy: this policy limits the type of data which can be accepted and loaded in the browser. It is not always advisable to allow all content types. For example, enable multi-part content only when uploading or downloading a file.</a:t>
            </a:r>
          </a:p>
          <a:p>
            <a:pPr>
              <a:lnSpc>
                <a:spcPct val="120000"/>
              </a:lnSpc>
              <a:buFont typeface="Wingdings" panose="05000000000000000000" pitchFamily="2" charset="2"/>
              <a:buChar char="§"/>
            </a:pPr>
            <a:r>
              <a:rPr lang="en-US" sz="3000" dirty="0"/>
              <a:t>It is highly advisable to NOT rely on default CSP, irrespective of which framework you’re building on. This is because by default, almost everything is usually enabled.</a:t>
            </a:r>
            <a:endParaRPr lang="en-US" sz="2800" dirty="0"/>
          </a:p>
        </p:txBody>
      </p:sp>
    </p:spTree>
    <p:extLst>
      <p:ext uri="{BB962C8B-B14F-4D97-AF65-F5344CB8AC3E}">
        <p14:creationId xmlns:p14="http://schemas.microsoft.com/office/powerpoint/2010/main" val="247649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Content Security Policy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Implementing CSP in Django can be done in two ways.</a:t>
            </a:r>
          </a:p>
          <a:p>
            <a:pPr>
              <a:lnSpc>
                <a:spcPct val="120000"/>
              </a:lnSpc>
              <a:buFont typeface="Wingdings" panose="05000000000000000000" pitchFamily="2" charset="2"/>
              <a:buChar char="§"/>
            </a:pPr>
            <a:r>
              <a:rPr lang="en-US" sz="2800" dirty="0"/>
              <a:t>Defining a CSP header to allow only the default sources for all styles, scripts and images:</a:t>
            </a:r>
            <a:br>
              <a:rPr lang="en-US" sz="2800" dirty="0"/>
            </a:br>
            <a:r>
              <a:rPr lang="en-US" sz="2800" dirty="0">
                <a:latin typeface="Cascadia Code" panose="020B0609020000020004" pitchFamily="49" charset="0"/>
                <a:ea typeface="Cascadia Code" panose="020B0609020000020004" pitchFamily="49" charset="0"/>
                <a:cs typeface="Cascadia Code" panose="020B0609020000020004" pitchFamily="49" charset="0"/>
              </a:rPr>
              <a:t>Content-Security-Policy: default-</a:t>
            </a:r>
            <a:r>
              <a:rPr lang="en-US" sz="2800" dirty="0" err="1">
                <a:latin typeface="Cascadia Code" panose="020B0609020000020004" pitchFamily="49" charset="0"/>
                <a:ea typeface="Cascadia Code" panose="020B0609020000020004" pitchFamily="49" charset="0"/>
                <a:cs typeface="Cascadia Code" panose="020B0609020000020004" pitchFamily="49" charset="0"/>
              </a:rPr>
              <a:t>src</a:t>
            </a:r>
            <a:r>
              <a:rPr lang="en-US" sz="2800" dirty="0">
                <a:latin typeface="Cascadia Code" panose="020B0609020000020004" pitchFamily="49" charset="0"/>
                <a:ea typeface="Cascadia Code" panose="020B0609020000020004" pitchFamily="49" charset="0"/>
                <a:cs typeface="Cascadia Code" panose="020B0609020000020004" pitchFamily="49" charset="0"/>
              </a:rPr>
              <a:t> 'self’; style-</a:t>
            </a:r>
            <a:r>
              <a:rPr lang="en-US" sz="2800" dirty="0" err="1">
                <a:latin typeface="Cascadia Code" panose="020B0609020000020004" pitchFamily="49" charset="0"/>
                <a:ea typeface="Cascadia Code" panose="020B0609020000020004" pitchFamily="49" charset="0"/>
                <a:cs typeface="Cascadia Code" panose="020B0609020000020004" pitchFamily="49" charset="0"/>
              </a:rPr>
              <a:t>src</a:t>
            </a:r>
            <a:r>
              <a:rPr lang="en-US" sz="2800" dirty="0">
                <a:latin typeface="Cascadia Code" panose="020B0609020000020004" pitchFamily="49" charset="0"/>
                <a:ea typeface="Cascadia Code" panose="020B0609020000020004" pitchFamily="49" charset="0"/>
                <a:cs typeface="Cascadia Code" panose="020B0609020000020004" pitchFamily="49" charset="0"/>
              </a:rPr>
              <a:t>: 'self’ bootstrapcdn.com; script 'self' *.cloudflare.com; </a:t>
            </a:r>
            <a:r>
              <a:rPr lang="en-US" sz="2800" dirty="0" err="1">
                <a:latin typeface="Cascadia Code" panose="020B0609020000020004" pitchFamily="49" charset="0"/>
                <a:ea typeface="Cascadia Code" panose="020B0609020000020004" pitchFamily="49" charset="0"/>
                <a:cs typeface="Cascadia Code" panose="020B0609020000020004" pitchFamily="49" charset="0"/>
              </a:rPr>
              <a:t>img-src</a:t>
            </a:r>
            <a:r>
              <a:rPr lang="en-US" sz="2800" dirty="0">
                <a:latin typeface="Cascadia Code" panose="020B0609020000020004" pitchFamily="49" charset="0"/>
                <a:ea typeface="Cascadia Code" panose="020B0609020000020004" pitchFamily="49" charset="0"/>
                <a:cs typeface="Cascadia Code" panose="020B0609020000020004" pitchFamily="49" charset="0"/>
              </a:rPr>
              <a:t> 'self' imgur.com flickr.com dropbox.com;</a:t>
            </a:r>
          </a:p>
          <a:p>
            <a:pPr>
              <a:lnSpc>
                <a:spcPct val="120000"/>
              </a:lnSpc>
              <a:buFont typeface="Wingdings" panose="05000000000000000000" pitchFamily="2" charset="2"/>
              <a:buChar char="§"/>
            </a:pPr>
            <a:r>
              <a:rPr lang="en-US" sz="2800" dirty="0"/>
              <a:t>Using CSP middleware by installing “</a:t>
            </a:r>
            <a:r>
              <a:rPr lang="en-US" sz="2800" dirty="0" err="1"/>
              <a:t>django-csp</a:t>
            </a:r>
            <a:r>
              <a:rPr lang="en-US" sz="2800" dirty="0"/>
              <a:t>” and adding “</a:t>
            </a:r>
            <a:r>
              <a:rPr lang="en-US" sz="2800" dirty="0" err="1"/>
              <a:t>csp.middleware.CSPMiddleware</a:t>
            </a:r>
            <a:r>
              <a:rPr lang="en-US" sz="2800" dirty="0"/>
              <a:t>” to MIDDLEWARE in settings.py</a:t>
            </a:r>
          </a:p>
          <a:p>
            <a:pPr>
              <a:lnSpc>
                <a:spcPct val="120000"/>
              </a:lnSpc>
              <a:buFont typeface="Wingdings" panose="05000000000000000000" pitchFamily="2" charset="2"/>
              <a:buChar char="§"/>
            </a:pPr>
            <a:r>
              <a:rPr lang="en-US" sz="2800" dirty="0"/>
              <a:t>Additionally, you’ll need to configure policy variables in settings.py. </a:t>
            </a:r>
            <a:r>
              <a:rPr lang="en-US" sz="2800" i="1" dirty="0"/>
              <a:t>See next slide.</a:t>
            </a:r>
          </a:p>
        </p:txBody>
      </p:sp>
    </p:spTree>
    <p:extLst>
      <p:ext uri="{BB962C8B-B14F-4D97-AF65-F5344CB8AC3E}">
        <p14:creationId xmlns:p14="http://schemas.microsoft.com/office/powerpoint/2010/main" val="199949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Content Security Policy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2">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2800" dirty="0"/>
              <a:t># default source as self</a:t>
            </a:r>
          </a:p>
          <a:p>
            <a:pPr marL="0" indent="0">
              <a:lnSpc>
                <a:spcPct val="12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CSP_DEFAULT_SRC = ("'self'", )  </a:t>
            </a:r>
          </a:p>
          <a:p>
            <a:pPr marL="0" indent="0">
              <a:lnSpc>
                <a:spcPct val="120000"/>
              </a:lnSpc>
              <a:buNone/>
            </a:pPr>
            <a:r>
              <a:rPr lang="en-US" sz="2800" dirty="0"/>
              <a:t># style from our domain and </a:t>
            </a:r>
            <a:r>
              <a:rPr lang="en-US" sz="2800" dirty="0" err="1"/>
              <a:t>bootstrapcdn</a:t>
            </a:r>
            <a:endParaRPr lang="en-US" sz="2800" dirty="0"/>
          </a:p>
          <a:p>
            <a:pPr marL="0" indent="0">
              <a:lnSpc>
                <a:spcPct val="12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CSP_STYLE_SRC = ("'self'”, "stackpath.bootstrapcdn.com")</a:t>
            </a:r>
          </a:p>
          <a:p>
            <a:pPr marL="0" indent="0">
              <a:lnSpc>
                <a:spcPct val="120000"/>
              </a:lnSpc>
              <a:buNone/>
            </a:pPr>
            <a:r>
              <a:rPr lang="en-US" sz="2800" dirty="0"/>
              <a:t># scripts from our domain and other domains</a:t>
            </a:r>
          </a:p>
          <a:p>
            <a:pPr marL="0" indent="0">
              <a:lnSpc>
                <a:spcPct val="12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CSP_SCRIPT_SRC = ("'self'”, "ajax.cloudflare.com", "static.cloudflareinsights.com", "www.google-analytics.com", "ssl.google-analytics.com", "cdn.ampproject.org", "www.googletagservices.com", "pagead2.googlesyndication.com")</a:t>
            </a:r>
          </a:p>
          <a:p>
            <a:pPr marL="0" indent="0">
              <a:lnSpc>
                <a:spcPct val="120000"/>
              </a:lnSpc>
              <a:buNone/>
            </a:pPr>
            <a:r>
              <a:rPr lang="en-US" sz="2800" dirty="0"/>
              <a:t># images from our domain and other domains</a:t>
            </a:r>
          </a:p>
          <a:p>
            <a:pPr marL="0" indent="0">
              <a:lnSpc>
                <a:spcPct val="12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CSP_IMG_SRC = ("'self'", "www.google-analytics.com", "raw.githubusercontent.com", "googleads.g.doubleclick.net")</a:t>
            </a:r>
          </a:p>
        </p:txBody>
      </p:sp>
    </p:spTree>
    <p:extLst>
      <p:ext uri="{BB962C8B-B14F-4D97-AF65-F5344CB8AC3E}">
        <p14:creationId xmlns:p14="http://schemas.microsoft.com/office/powerpoint/2010/main" val="225037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Cross Site Security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Cross-Site Reference Forgery: implement measures to prevent CSRF attacks by using anti-CSRF tokens in forms and verifying the origin of the requests.</a:t>
            </a:r>
          </a:p>
          <a:p>
            <a:pPr>
              <a:lnSpc>
                <a:spcPct val="120000"/>
              </a:lnSpc>
              <a:buFont typeface="Wingdings" panose="05000000000000000000" pitchFamily="2" charset="2"/>
              <a:buChar char="§"/>
            </a:pPr>
            <a:r>
              <a:rPr lang="en-US" sz="3000" dirty="0"/>
              <a:t>Cross Site Scripting (XSS): this is similar to SQL injection, but for scripts. For example, if a user enters “&lt;script&gt;alert('hello')&lt;/script&gt;” in a name field, the given script will execute when {{name}} is called. In Django, you can disable escape characters simply by using {{</a:t>
            </a:r>
            <a:r>
              <a:rPr lang="en-US" sz="3000" dirty="0" err="1"/>
              <a:t>name|safe</a:t>
            </a:r>
            <a:r>
              <a:rPr lang="en-US" sz="3000" dirty="0"/>
              <a:t>}} instead of {{name}}. Another way is to use escape blocks. </a:t>
            </a:r>
            <a:r>
              <a:rPr lang="en-US" sz="3000" i="1" dirty="0"/>
              <a:t>On next slide</a:t>
            </a:r>
          </a:p>
        </p:txBody>
      </p:sp>
    </p:spTree>
    <p:extLst>
      <p:ext uri="{BB962C8B-B14F-4D97-AF65-F5344CB8AC3E}">
        <p14:creationId xmlns:p14="http://schemas.microsoft.com/office/powerpoint/2010/main" val="39405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Cross Site Security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Hello {{ name }}</a:t>
            </a:r>
          </a:p>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 </a:t>
            </a:r>
            <a:r>
              <a:rPr lang="en-US" sz="3000" dirty="0" err="1">
                <a:latin typeface="Cascadia Code" panose="020B0609020000020004" pitchFamily="49" charset="0"/>
                <a:ea typeface="Cascadia Code" panose="020B0609020000020004" pitchFamily="49" charset="0"/>
                <a:cs typeface="Cascadia Code" panose="020B0609020000020004" pitchFamily="49" charset="0"/>
              </a:rPr>
              <a:t>autoescape</a:t>
            </a:r>
            <a:r>
              <a:rPr lang="en-US" sz="3000" dirty="0">
                <a:latin typeface="Cascadia Code" panose="020B0609020000020004" pitchFamily="49" charset="0"/>
                <a:ea typeface="Cascadia Code" panose="020B0609020000020004" pitchFamily="49" charset="0"/>
                <a:cs typeface="Cascadia Code" panose="020B0609020000020004" pitchFamily="49" charset="0"/>
              </a:rPr>
              <a:t> off %}</a:t>
            </a:r>
          </a:p>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    This will not be auto-escaped: {{ data }}.</a:t>
            </a:r>
          </a:p>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    Nor this: {{ </a:t>
            </a:r>
            <a:r>
              <a:rPr lang="en-US" sz="3000" dirty="0" err="1">
                <a:latin typeface="Cascadia Code" panose="020B0609020000020004" pitchFamily="49" charset="0"/>
                <a:ea typeface="Cascadia Code" panose="020B0609020000020004" pitchFamily="49" charset="0"/>
                <a:cs typeface="Cascadia Code" panose="020B0609020000020004" pitchFamily="49" charset="0"/>
              </a:rPr>
              <a:t>other_data</a:t>
            </a:r>
            <a:r>
              <a:rPr lang="en-US" sz="3000" dirty="0">
                <a:latin typeface="Cascadia Code" panose="020B0609020000020004" pitchFamily="49" charset="0"/>
                <a:ea typeface="Cascadia Code" panose="020B0609020000020004" pitchFamily="49" charset="0"/>
                <a:cs typeface="Cascadia Code" panose="020B0609020000020004" pitchFamily="49" charset="0"/>
              </a:rPr>
              <a:t> }}</a:t>
            </a:r>
          </a:p>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    {% </a:t>
            </a:r>
            <a:r>
              <a:rPr lang="en-US" sz="3000" dirty="0" err="1">
                <a:latin typeface="Cascadia Code" panose="020B0609020000020004" pitchFamily="49" charset="0"/>
                <a:ea typeface="Cascadia Code" panose="020B0609020000020004" pitchFamily="49" charset="0"/>
                <a:cs typeface="Cascadia Code" panose="020B0609020000020004" pitchFamily="49" charset="0"/>
              </a:rPr>
              <a:t>autoescape</a:t>
            </a:r>
            <a:r>
              <a:rPr lang="en-US" sz="3000" dirty="0">
                <a:latin typeface="Cascadia Code" panose="020B0609020000020004" pitchFamily="49" charset="0"/>
                <a:ea typeface="Cascadia Code" panose="020B0609020000020004" pitchFamily="49" charset="0"/>
                <a:cs typeface="Cascadia Code" panose="020B0609020000020004" pitchFamily="49" charset="0"/>
              </a:rPr>
              <a:t> on %}</a:t>
            </a:r>
          </a:p>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        Auto-escaping applies again: {{ name }}</a:t>
            </a:r>
          </a:p>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    {% </a:t>
            </a:r>
            <a:r>
              <a:rPr lang="en-US" sz="3000" dirty="0" err="1">
                <a:latin typeface="Cascadia Code" panose="020B0609020000020004" pitchFamily="49" charset="0"/>
                <a:ea typeface="Cascadia Code" panose="020B0609020000020004" pitchFamily="49" charset="0"/>
                <a:cs typeface="Cascadia Code" panose="020B0609020000020004" pitchFamily="49" charset="0"/>
              </a:rPr>
              <a:t>endautoescape</a:t>
            </a:r>
            <a:r>
              <a:rPr lang="en-US" sz="3000" dirty="0">
                <a:latin typeface="Cascadia Code" panose="020B0609020000020004" pitchFamily="49" charset="0"/>
                <a:ea typeface="Cascadia Code" panose="020B0609020000020004" pitchFamily="49" charset="0"/>
                <a:cs typeface="Cascadia Code" panose="020B0609020000020004" pitchFamily="49" charset="0"/>
              </a:rPr>
              <a:t> %}</a:t>
            </a:r>
          </a:p>
          <a:p>
            <a:pPr marL="0" indent="0">
              <a:lnSpc>
                <a:spcPct val="120000"/>
              </a:lnSpc>
              <a:buNone/>
            </a:pPr>
            <a:r>
              <a:rPr lang="en-US" sz="3000" dirty="0">
                <a:latin typeface="Cascadia Code" panose="020B0609020000020004" pitchFamily="49" charset="0"/>
                <a:ea typeface="Cascadia Code" panose="020B0609020000020004" pitchFamily="49" charset="0"/>
                <a:cs typeface="Cascadia Code" panose="020B0609020000020004" pitchFamily="49" charset="0"/>
              </a:rPr>
              <a:t>{% </a:t>
            </a:r>
            <a:r>
              <a:rPr lang="en-US" sz="3000" dirty="0" err="1">
                <a:latin typeface="Cascadia Code" panose="020B0609020000020004" pitchFamily="49" charset="0"/>
                <a:ea typeface="Cascadia Code" panose="020B0609020000020004" pitchFamily="49" charset="0"/>
                <a:cs typeface="Cascadia Code" panose="020B0609020000020004" pitchFamily="49" charset="0"/>
              </a:rPr>
              <a:t>endautoescape</a:t>
            </a:r>
            <a:r>
              <a:rPr lang="en-US" sz="3000" dirty="0">
                <a:latin typeface="Cascadia Code" panose="020B0609020000020004" pitchFamily="49" charset="0"/>
                <a:ea typeface="Cascadia Code" panose="020B0609020000020004" pitchFamily="49" charset="0"/>
                <a:cs typeface="Cascadia Code" panose="020B0609020000020004" pitchFamily="49" charset="0"/>
              </a:rPr>
              <a:t> %}</a:t>
            </a:r>
          </a:p>
        </p:txBody>
      </p:sp>
    </p:spTree>
    <p:extLst>
      <p:ext uri="{BB962C8B-B14F-4D97-AF65-F5344CB8AC3E}">
        <p14:creationId xmlns:p14="http://schemas.microsoft.com/office/powerpoint/2010/main" val="363241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Error Handling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It is dangerous to show the debug trace on the browser, as it reveals all internal operation, structure of views, models, and libraries used. An attacker can take advantage of this information.</a:t>
            </a:r>
          </a:p>
          <a:p>
            <a:pPr>
              <a:lnSpc>
                <a:spcPct val="120000"/>
              </a:lnSpc>
              <a:buFont typeface="Wingdings" panose="05000000000000000000" pitchFamily="2" charset="2"/>
              <a:buChar char="§"/>
            </a:pPr>
            <a:r>
              <a:rPr lang="en-US" sz="3000" dirty="0"/>
              <a:t>Whenever deploying Django in production, always keep DEBUG=False.</a:t>
            </a:r>
          </a:p>
          <a:p>
            <a:pPr>
              <a:lnSpc>
                <a:spcPct val="120000"/>
              </a:lnSpc>
              <a:buFont typeface="Wingdings" panose="05000000000000000000" pitchFamily="2" charset="2"/>
              <a:buChar char="§"/>
            </a:pPr>
            <a:r>
              <a:rPr lang="en-US" sz="3000" dirty="0"/>
              <a:t>The other strategy is to Never pass the actual Error or Exception thrown by the back-end classes. Instead, make use of general HTTP Error codes.</a:t>
            </a:r>
          </a:p>
          <a:p>
            <a:pPr lvl="1">
              <a:lnSpc>
                <a:spcPct val="120000"/>
              </a:lnSpc>
              <a:buFont typeface="Wingdings" panose="05000000000000000000" pitchFamily="2" charset="2"/>
              <a:buChar char="§"/>
            </a:pPr>
            <a:r>
              <a:rPr lang="en-US" sz="2800" dirty="0"/>
              <a:t>This is not recommended: Error: unable to parse </a:t>
            </a:r>
            <a:r>
              <a:rPr lang="en-US" sz="2800" dirty="0" err="1"/>
              <a:t>default_user_settings.json</a:t>
            </a:r>
            <a:endParaRPr lang="en-US" sz="2800" dirty="0"/>
          </a:p>
          <a:p>
            <a:pPr lvl="1">
              <a:lnSpc>
                <a:spcPct val="120000"/>
              </a:lnSpc>
              <a:buFont typeface="Wingdings" panose="05000000000000000000" pitchFamily="2" charset="2"/>
              <a:buChar char="§"/>
            </a:pPr>
            <a:r>
              <a:rPr lang="en-US" sz="2800" dirty="0"/>
              <a:t>This is a good alternative: Error: I/O operation failed. Error code: 1455</a:t>
            </a:r>
          </a:p>
          <a:p>
            <a:pPr>
              <a:lnSpc>
                <a:spcPct val="120000"/>
              </a:lnSpc>
              <a:buFont typeface="Wingdings" panose="05000000000000000000" pitchFamily="2" charset="2"/>
              <a:buChar char="§"/>
            </a:pPr>
            <a:r>
              <a:rPr lang="en-US" sz="3000" dirty="0"/>
              <a:t>The user can tell the support team the error code 1455 and only the developers will know what it actually means.</a:t>
            </a:r>
          </a:p>
        </p:txBody>
      </p:sp>
    </p:spTree>
    <p:extLst>
      <p:ext uri="{BB962C8B-B14F-4D97-AF65-F5344CB8AC3E}">
        <p14:creationId xmlns:p14="http://schemas.microsoft.com/office/powerpoint/2010/main" val="230687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Database Security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Your Database is the only thing you are trying to secure. If the database itself is at risk, all other measures mean nothing.</a:t>
            </a:r>
          </a:p>
          <a:p>
            <a:pPr>
              <a:lnSpc>
                <a:spcPct val="120000"/>
              </a:lnSpc>
              <a:buFont typeface="Wingdings" panose="05000000000000000000" pitchFamily="2" charset="2"/>
              <a:buChar char="§"/>
            </a:pPr>
            <a:r>
              <a:rPr lang="en-US" sz="3000" dirty="0"/>
              <a:t>NEVER expose a production database over public channels. This is the main reason we have Data and Service layers in place.</a:t>
            </a:r>
          </a:p>
          <a:p>
            <a:pPr>
              <a:lnSpc>
                <a:spcPct val="120000"/>
              </a:lnSpc>
              <a:buFont typeface="Wingdings" panose="05000000000000000000" pitchFamily="2" charset="2"/>
              <a:buChar char="§"/>
            </a:pPr>
            <a:r>
              <a:rPr lang="en-US" sz="3000" dirty="0"/>
              <a:t>Database should be hosted on an Encrypted OS, preferably separate from the web server machine.</a:t>
            </a:r>
          </a:p>
          <a:p>
            <a:pPr>
              <a:lnSpc>
                <a:spcPct val="120000"/>
              </a:lnSpc>
              <a:buFont typeface="Wingdings" panose="05000000000000000000" pitchFamily="2" charset="2"/>
              <a:buChar char="§"/>
            </a:pPr>
            <a:r>
              <a:rPr lang="en-US" sz="3000" dirty="0"/>
              <a:t>Database backups should be regular, encrypted and kept in a DR (Disaster Recover) site.</a:t>
            </a:r>
          </a:p>
          <a:p>
            <a:pPr>
              <a:lnSpc>
                <a:spcPct val="120000"/>
              </a:lnSpc>
              <a:buFont typeface="Wingdings" panose="05000000000000000000" pitchFamily="2" charset="2"/>
              <a:buChar char="§"/>
            </a:pPr>
            <a:r>
              <a:rPr lang="en-US" sz="3000" dirty="0"/>
              <a:t>Root or Super user account must never be used to serve the application.</a:t>
            </a:r>
          </a:p>
          <a:p>
            <a:pPr>
              <a:lnSpc>
                <a:spcPct val="120000"/>
              </a:lnSpc>
              <a:buFont typeface="Wingdings" panose="05000000000000000000" pitchFamily="2" charset="2"/>
              <a:buChar char="§"/>
            </a:pPr>
            <a:r>
              <a:rPr lang="en-US" sz="3000" dirty="0"/>
              <a:t>Developers and Q/A teams should not have access to the </a:t>
            </a:r>
            <a:r>
              <a:rPr lang="en-US" sz="3000" u="sng" dirty="0"/>
              <a:t>production</a:t>
            </a:r>
            <a:r>
              <a:rPr lang="en-US" sz="3000" dirty="0"/>
              <a:t> Database.</a:t>
            </a:r>
          </a:p>
          <a:p>
            <a:pPr>
              <a:lnSpc>
                <a:spcPct val="120000"/>
              </a:lnSpc>
              <a:buFont typeface="Wingdings" panose="05000000000000000000" pitchFamily="2" charset="2"/>
              <a:buChar char="§"/>
            </a:pPr>
            <a:r>
              <a:rPr lang="en-US" sz="3000" dirty="0"/>
              <a:t>Follow Least Privilege Principle.</a:t>
            </a:r>
          </a:p>
          <a:p>
            <a:pPr>
              <a:lnSpc>
                <a:spcPct val="120000"/>
              </a:lnSpc>
              <a:buFont typeface="Wingdings" panose="05000000000000000000" pitchFamily="2" charset="2"/>
              <a:buChar char="§"/>
            </a:pPr>
            <a:r>
              <a:rPr lang="en-US" sz="3000" dirty="0"/>
              <a:t>Deploy a Database monitoring tool with Red flag detection and policy on slow queries.</a:t>
            </a:r>
          </a:p>
        </p:txBody>
      </p:sp>
    </p:spTree>
    <p:extLst>
      <p:ext uri="{BB962C8B-B14F-4D97-AF65-F5344CB8AC3E}">
        <p14:creationId xmlns:p14="http://schemas.microsoft.com/office/powerpoint/2010/main" val="2132479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Ethical Computing is among the most neglected topics in Computer Science education today.</a:t>
            </a:r>
          </a:p>
          <a:p>
            <a:pPr>
              <a:lnSpc>
                <a:spcPct val="120000"/>
              </a:lnSpc>
              <a:buFont typeface="Wingdings" panose="05000000000000000000" pitchFamily="2" charset="2"/>
              <a:buChar char="§"/>
            </a:pPr>
            <a:r>
              <a:rPr lang="en-US" sz="3000" dirty="0"/>
              <a:t>Ethics aren’t nice-to-haves, but are strictly tied to moral, legal and social obligations.</a:t>
            </a:r>
          </a:p>
          <a:p>
            <a:pPr>
              <a:lnSpc>
                <a:spcPct val="120000"/>
              </a:lnSpc>
              <a:buFont typeface="Wingdings" panose="05000000000000000000" pitchFamily="2" charset="2"/>
              <a:buChar char="§"/>
            </a:pPr>
            <a:r>
              <a:rPr lang="en-US" sz="3000" dirty="0"/>
              <a:t>We will discuss 6 major areas:</a:t>
            </a:r>
          </a:p>
          <a:p>
            <a:pPr lvl="1">
              <a:lnSpc>
                <a:spcPct val="120000"/>
              </a:lnSpc>
              <a:buFont typeface="Wingdings" panose="05000000000000000000" pitchFamily="2" charset="2"/>
              <a:buChar char="§"/>
            </a:pPr>
            <a:r>
              <a:rPr lang="en-US" sz="2800" dirty="0"/>
              <a:t>Privacy and Consent</a:t>
            </a:r>
          </a:p>
          <a:p>
            <a:pPr lvl="1">
              <a:lnSpc>
                <a:spcPct val="120000"/>
              </a:lnSpc>
              <a:buFont typeface="Wingdings" panose="05000000000000000000" pitchFamily="2" charset="2"/>
              <a:buChar char="§"/>
            </a:pPr>
            <a:r>
              <a:rPr lang="en-US" sz="2800" dirty="0"/>
              <a:t>User Education</a:t>
            </a:r>
          </a:p>
          <a:p>
            <a:pPr lvl="1">
              <a:lnSpc>
                <a:spcPct val="120000"/>
              </a:lnSpc>
              <a:buFont typeface="Wingdings" panose="05000000000000000000" pitchFamily="2" charset="2"/>
              <a:buChar char="§"/>
            </a:pPr>
            <a:r>
              <a:rPr lang="en-US" sz="2800" dirty="0"/>
              <a:t>Social Responsibility</a:t>
            </a:r>
          </a:p>
          <a:p>
            <a:pPr lvl="1">
              <a:lnSpc>
                <a:spcPct val="120000"/>
              </a:lnSpc>
              <a:buFont typeface="Wingdings" panose="05000000000000000000" pitchFamily="2" charset="2"/>
              <a:buChar char="§"/>
            </a:pPr>
            <a:r>
              <a:rPr lang="en-US" sz="2800" dirty="0"/>
              <a:t>SWOT and PESTLE analysis</a:t>
            </a:r>
          </a:p>
          <a:p>
            <a:pPr lvl="1">
              <a:lnSpc>
                <a:spcPct val="120000"/>
              </a:lnSpc>
              <a:buFont typeface="Wingdings" panose="05000000000000000000" pitchFamily="2" charset="2"/>
              <a:buChar char="§"/>
            </a:pPr>
            <a:r>
              <a:rPr lang="en-US" sz="2800" dirty="0"/>
              <a:t>Piracy</a:t>
            </a:r>
          </a:p>
          <a:p>
            <a:pPr lvl="1">
              <a:lnSpc>
                <a:spcPct val="120000"/>
              </a:lnSpc>
              <a:buFont typeface="Wingdings" panose="05000000000000000000" pitchFamily="2" charset="2"/>
              <a:buChar char="§"/>
            </a:pPr>
            <a:r>
              <a:rPr lang="en-US" sz="2800" dirty="0"/>
              <a:t>AI Literacy</a:t>
            </a:r>
          </a:p>
        </p:txBody>
      </p:sp>
    </p:spTree>
    <p:extLst>
      <p:ext uri="{BB962C8B-B14F-4D97-AF65-F5344CB8AC3E}">
        <p14:creationId xmlns:p14="http://schemas.microsoft.com/office/powerpoint/2010/main" val="331701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Privacy and Consent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Privacy is making sure that the User data is not only Secure, but also private. For example, Instagram would not allow its staff to investigate pictures of any user, who has made the content private.</a:t>
            </a:r>
            <a:r>
              <a:rPr lang="en-US" sz="2800" dirty="0"/>
              <a:t> Similarly, Apple engineers themselves are disallowed to decrypt an iPhone even if asked by the Govt. agencies.</a:t>
            </a:r>
          </a:p>
          <a:p>
            <a:pPr>
              <a:lnSpc>
                <a:spcPct val="120000"/>
              </a:lnSpc>
              <a:buFont typeface="Wingdings" panose="05000000000000000000" pitchFamily="2" charset="2"/>
              <a:buChar char="§"/>
            </a:pPr>
            <a:r>
              <a:rPr lang="en-US" sz="3000" dirty="0"/>
              <a:t>User’s Privacy involves:</a:t>
            </a:r>
          </a:p>
          <a:p>
            <a:pPr lvl="1">
              <a:lnSpc>
                <a:spcPct val="120000"/>
              </a:lnSpc>
              <a:buFont typeface="Wingdings" panose="05000000000000000000" pitchFamily="2" charset="2"/>
              <a:buChar char="§"/>
            </a:pPr>
            <a:r>
              <a:rPr lang="en-US" sz="2800" dirty="0"/>
              <a:t>Personal identification details like: Address, contact numbers, biometric information</a:t>
            </a:r>
          </a:p>
          <a:p>
            <a:pPr lvl="1">
              <a:lnSpc>
                <a:spcPct val="120000"/>
              </a:lnSpc>
              <a:buFont typeface="Wingdings" panose="05000000000000000000" pitchFamily="2" charset="2"/>
              <a:buChar char="§"/>
            </a:pPr>
            <a:r>
              <a:rPr lang="en-US" sz="2800" dirty="0"/>
              <a:t>Government issued details: National ID, Driving license number, Passport information</a:t>
            </a:r>
          </a:p>
          <a:p>
            <a:pPr lvl="1">
              <a:lnSpc>
                <a:spcPct val="120000"/>
              </a:lnSpc>
              <a:buFont typeface="Wingdings" panose="05000000000000000000" pitchFamily="2" charset="2"/>
              <a:buChar char="§"/>
            </a:pPr>
            <a:r>
              <a:rPr lang="en-US" sz="2800" dirty="0"/>
              <a:t>Financial details: Bank account/IBAN numbers, Debit/credit card number, financial statements</a:t>
            </a:r>
          </a:p>
          <a:p>
            <a:pPr lvl="1">
              <a:lnSpc>
                <a:spcPct val="120000"/>
              </a:lnSpc>
              <a:buFont typeface="Wingdings" panose="05000000000000000000" pitchFamily="2" charset="2"/>
              <a:buChar char="§"/>
            </a:pPr>
            <a:r>
              <a:rPr lang="en-US" sz="2800" dirty="0"/>
              <a:t>Geographics details: GPS location, Geo history, Places visited or planned, travel history</a:t>
            </a:r>
            <a:endParaRPr lang="en-US" sz="3000" dirty="0"/>
          </a:p>
          <a:p>
            <a:pPr lvl="1">
              <a:lnSpc>
                <a:spcPct val="120000"/>
              </a:lnSpc>
              <a:buFont typeface="Wingdings" panose="05000000000000000000" pitchFamily="2" charset="2"/>
              <a:buChar char="§"/>
            </a:pPr>
            <a:r>
              <a:rPr lang="en-US" sz="3000" dirty="0"/>
              <a:t>Social details: people connected to, blocked, relationships, social circles and clubs</a:t>
            </a:r>
          </a:p>
          <a:p>
            <a:pPr>
              <a:lnSpc>
                <a:spcPct val="120000"/>
              </a:lnSpc>
              <a:buFont typeface="Wingdings" panose="05000000000000000000" pitchFamily="2" charset="2"/>
              <a:buChar char="§"/>
            </a:pPr>
            <a:r>
              <a:rPr lang="en-US" sz="3000" dirty="0"/>
              <a:t>Users should be allowed to download all their private data, and permanently delete from the app’s database.</a:t>
            </a:r>
          </a:p>
        </p:txBody>
      </p:sp>
    </p:spTree>
    <p:extLst>
      <p:ext uri="{BB962C8B-B14F-4D97-AF65-F5344CB8AC3E}">
        <p14:creationId xmlns:p14="http://schemas.microsoft.com/office/powerpoint/2010/main" val="121844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Privacy and Consent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Consent: the permission provided by the Users to use their data.</a:t>
            </a:r>
          </a:p>
          <a:p>
            <a:pPr>
              <a:lnSpc>
                <a:spcPct val="120000"/>
              </a:lnSpc>
              <a:buFont typeface="Wingdings" panose="05000000000000000000" pitchFamily="2" charset="2"/>
              <a:buChar char="§"/>
            </a:pPr>
            <a:r>
              <a:rPr lang="en-US" sz="3000" dirty="0"/>
              <a:t>As an application developer, it is your responsibility to obtain permission:</a:t>
            </a:r>
          </a:p>
          <a:p>
            <a:pPr lvl="1">
              <a:lnSpc>
                <a:spcPct val="120000"/>
              </a:lnSpc>
              <a:buFont typeface="Wingdings" panose="05000000000000000000" pitchFamily="2" charset="2"/>
              <a:buChar char="§"/>
            </a:pPr>
            <a:r>
              <a:rPr lang="en-US" sz="2800" dirty="0"/>
              <a:t>What private data/fields you want to access?</a:t>
            </a:r>
          </a:p>
          <a:p>
            <a:pPr lvl="1">
              <a:lnSpc>
                <a:spcPct val="120000"/>
              </a:lnSpc>
              <a:buFont typeface="Wingdings" panose="05000000000000000000" pitchFamily="2" charset="2"/>
              <a:buChar char="§"/>
            </a:pPr>
            <a:r>
              <a:rPr lang="en-US" sz="2800" dirty="0"/>
              <a:t>What information is stored permanently, and what temporarily?</a:t>
            </a:r>
          </a:p>
          <a:p>
            <a:pPr lvl="1">
              <a:lnSpc>
                <a:spcPct val="120000"/>
              </a:lnSpc>
              <a:buFont typeface="Wingdings" panose="05000000000000000000" pitchFamily="2" charset="2"/>
              <a:buChar char="§"/>
            </a:pPr>
            <a:r>
              <a:rPr lang="en-US" sz="2800" dirty="0"/>
              <a:t>Who will have access to certain private data, and for how long?</a:t>
            </a:r>
          </a:p>
          <a:p>
            <a:pPr lvl="1">
              <a:lnSpc>
                <a:spcPct val="120000"/>
              </a:lnSpc>
              <a:buFont typeface="Wingdings" panose="05000000000000000000" pitchFamily="2" charset="2"/>
              <a:buChar char="§"/>
            </a:pPr>
            <a:r>
              <a:rPr lang="en-US" sz="2800" dirty="0"/>
              <a:t>Will the data be shared with other parties?</a:t>
            </a:r>
          </a:p>
          <a:p>
            <a:pPr>
              <a:lnSpc>
                <a:spcPct val="120000"/>
              </a:lnSpc>
              <a:buFont typeface="Wingdings" panose="05000000000000000000" pitchFamily="2" charset="2"/>
              <a:buChar char="§"/>
            </a:pPr>
            <a:r>
              <a:rPr lang="en-US" sz="3000" dirty="0"/>
              <a:t>User’s consent should be modifiable through User’s preference. For reference, check out Facebook’s Privacy settings.</a:t>
            </a:r>
          </a:p>
          <a:p>
            <a:pPr>
              <a:lnSpc>
                <a:spcPct val="120000"/>
              </a:lnSpc>
              <a:buFont typeface="Wingdings" panose="05000000000000000000" pitchFamily="2" charset="2"/>
              <a:buChar char="§"/>
            </a:pPr>
            <a:r>
              <a:rPr lang="en-US" sz="3000" dirty="0"/>
              <a:t>Consent is not limited to Users. Using a 3</a:t>
            </a:r>
            <a:r>
              <a:rPr lang="en-US" sz="3000" baseline="30000" dirty="0"/>
              <a:t>rd</a:t>
            </a:r>
            <a:r>
              <a:rPr lang="en-US" sz="3000" dirty="0"/>
              <a:t> party library, a CSS/JS copied from </a:t>
            </a:r>
            <a:r>
              <a:rPr lang="en-US" sz="3000" dirty="0" err="1"/>
              <a:t>Github</a:t>
            </a:r>
            <a:r>
              <a:rPr lang="en-US" sz="3000" dirty="0"/>
              <a:t>, an Image downloaded from Instagram, all require permission/attribution.</a:t>
            </a:r>
          </a:p>
          <a:p>
            <a:pPr>
              <a:lnSpc>
                <a:spcPct val="120000"/>
              </a:lnSpc>
              <a:buFont typeface="Wingdings" panose="05000000000000000000" pitchFamily="2" charset="2"/>
              <a:buChar char="§"/>
            </a:pPr>
            <a:r>
              <a:rPr lang="en-US" sz="3000" dirty="0"/>
              <a:t>It is therefore important to look at the License details whenever using a resource.</a:t>
            </a:r>
          </a:p>
        </p:txBody>
      </p:sp>
    </p:spTree>
    <p:extLst>
      <p:ext uri="{BB962C8B-B14F-4D97-AF65-F5344CB8AC3E}">
        <p14:creationId xmlns:p14="http://schemas.microsoft.com/office/powerpoint/2010/main" val="8064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User Education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Security Awareness Training: cover topics such as phishing attacks risks, safe browsing habits, and identifying and reporting security breaches.</a:t>
            </a:r>
          </a:p>
          <a:p>
            <a:pPr>
              <a:lnSpc>
                <a:spcPct val="120000"/>
              </a:lnSpc>
              <a:buFont typeface="Wingdings" panose="05000000000000000000" pitchFamily="2" charset="2"/>
              <a:buChar char="§"/>
            </a:pPr>
            <a:r>
              <a:rPr lang="en-US" sz="3000" dirty="0"/>
              <a:t>Password Practices: educate on creating strong passwords. Encourage using password managers to generate complex passwords instead of remembering them.</a:t>
            </a:r>
          </a:p>
          <a:p>
            <a:pPr>
              <a:lnSpc>
                <a:spcPct val="120000"/>
              </a:lnSpc>
              <a:buFont typeface="Wingdings" panose="05000000000000000000" pitchFamily="2" charset="2"/>
              <a:buChar char="§"/>
            </a:pPr>
            <a:r>
              <a:rPr lang="en-US" sz="3000" dirty="0"/>
              <a:t>Phishing Awareness: teach users to recognize phishing attacks like suspicious emails, messages, or websites which trick the users into leak out sensitive information. Explain the common attack tactics like Social engineering (impersonation, pretexting, baiting, or manipulation).</a:t>
            </a:r>
          </a:p>
          <a:p>
            <a:pPr>
              <a:lnSpc>
                <a:spcPct val="120000"/>
              </a:lnSpc>
              <a:buFont typeface="Wingdings" panose="05000000000000000000" pitchFamily="2" charset="2"/>
              <a:buChar char="§"/>
            </a:pPr>
            <a:r>
              <a:rPr lang="en-US" sz="3000" dirty="0"/>
              <a:t>Mobile Device Security: educate users about biometric authentication, installing updates regularly, avoid apps from unofficial sources, keep away from public Wi-Fi networks, and use of VPNs when accessing sensitive information.</a:t>
            </a:r>
          </a:p>
          <a:p>
            <a:pPr>
              <a:lnSpc>
                <a:spcPct val="120000"/>
              </a:lnSpc>
              <a:buFont typeface="Wingdings" panose="05000000000000000000" pitchFamily="2" charset="2"/>
              <a:buChar char="§"/>
            </a:pPr>
            <a:endParaRPr lang="en-US" sz="3000" dirty="0"/>
          </a:p>
        </p:txBody>
      </p:sp>
    </p:spTree>
    <p:extLst>
      <p:ext uri="{BB962C8B-B14F-4D97-AF65-F5344CB8AC3E}">
        <p14:creationId xmlns:p14="http://schemas.microsoft.com/office/powerpoint/2010/main" val="3849023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User Education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Reporting Procedures: communicate the process for reporting security breaches and suspicious activities to the developers. Always leave a feedback section in your apps for this.</a:t>
            </a:r>
          </a:p>
          <a:p>
            <a:pPr>
              <a:lnSpc>
                <a:spcPct val="120000"/>
              </a:lnSpc>
              <a:buFont typeface="Wingdings" panose="05000000000000000000" pitchFamily="2" charset="2"/>
              <a:buChar char="§"/>
            </a:pPr>
            <a:r>
              <a:rPr lang="en-US" sz="3000" dirty="0"/>
              <a:t>Announce Incidents: in case of a data breach, or operation disruption, make public announcement on the extent of damage, the cause, and steps taken for recovery and new measures placed to avoid future mishaps.</a:t>
            </a:r>
          </a:p>
          <a:p>
            <a:pPr>
              <a:lnSpc>
                <a:spcPct val="120000"/>
              </a:lnSpc>
              <a:buFont typeface="Wingdings" panose="05000000000000000000" pitchFamily="2" charset="2"/>
              <a:buChar char="§"/>
            </a:pPr>
            <a:r>
              <a:rPr lang="en-US" sz="3000" dirty="0"/>
              <a:t>Policy Awareness: ensure users know security policies, data protection regulations, and industry compliance requirements.</a:t>
            </a:r>
          </a:p>
          <a:p>
            <a:pPr>
              <a:lnSpc>
                <a:spcPct val="120000"/>
              </a:lnSpc>
              <a:buFont typeface="Wingdings" panose="05000000000000000000" pitchFamily="2" charset="2"/>
              <a:buChar char="§"/>
            </a:pPr>
            <a:r>
              <a:rPr lang="en-US" sz="3000" dirty="0"/>
              <a:t>Continuous Training: security education is ongoing process. Regularly review and update training materials as the industry evolves. This applies not only to users, but also internal staff and development teams.</a:t>
            </a:r>
          </a:p>
        </p:txBody>
      </p:sp>
    </p:spTree>
    <p:extLst>
      <p:ext uri="{BB962C8B-B14F-4D97-AF65-F5344CB8AC3E}">
        <p14:creationId xmlns:p14="http://schemas.microsoft.com/office/powerpoint/2010/main" val="390872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SWOT and PESTLE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5655994"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The Business analysis primarily focuses on SWOT, thus often ignoring PESTLE</a:t>
            </a:r>
            <a:r>
              <a:rPr lang="en-US" sz="2800" dirty="0"/>
              <a:t> analysis.</a:t>
            </a:r>
          </a:p>
          <a:p>
            <a:pPr>
              <a:lnSpc>
                <a:spcPct val="120000"/>
              </a:lnSpc>
              <a:buFont typeface="Wingdings" panose="05000000000000000000" pitchFamily="2" charset="2"/>
              <a:buChar char="§"/>
            </a:pPr>
            <a:r>
              <a:rPr lang="en-US" sz="2800" dirty="0"/>
              <a:t>PESTLE analysis makes sure that as responsible creators, we ensure that our produce either improves, or at least does not cause harm.</a:t>
            </a:r>
          </a:p>
          <a:p>
            <a:pPr>
              <a:lnSpc>
                <a:spcPct val="120000"/>
              </a:lnSpc>
              <a:buFont typeface="Wingdings" panose="05000000000000000000" pitchFamily="2" charset="2"/>
              <a:buChar char="§"/>
            </a:pPr>
            <a:r>
              <a:rPr lang="en-US" sz="2800" dirty="0"/>
              <a:t>If a negative impact is unavoidable, The Corporate Social Responsibility programs ensure that there is ample compensation to the damages.</a:t>
            </a:r>
            <a:endParaRPr lang="en-US" sz="3000" dirty="0"/>
          </a:p>
        </p:txBody>
      </p:sp>
      <p:pic>
        <p:nvPicPr>
          <p:cNvPr id="9" name="Picture 8">
            <a:extLst>
              <a:ext uri="{FF2B5EF4-FFF2-40B4-BE49-F238E27FC236}">
                <a16:creationId xmlns:a16="http://schemas.microsoft.com/office/drawing/2014/main" id="{2FC1C3C0-1CE8-E575-BF76-0E9D5D577B5B}"/>
              </a:ext>
            </a:extLst>
          </p:cNvPr>
          <p:cNvPicPr>
            <a:picLocks noChangeAspect="1"/>
          </p:cNvPicPr>
          <p:nvPr/>
        </p:nvPicPr>
        <p:blipFill>
          <a:blip r:embed="rId3"/>
          <a:stretch>
            <a:fillRect/>
          </a:stretch>
        </p:blipFill>
        <p:spPr>
          <a:xfrm>
            <a:off x="5876378" y="1959016"/>
            <a:ext cx="6095238" cy="3703641"/>
          </a:xfrm>
          <a:prstGeom prst="rect">
            <a:avLst/>
          </a:prstGeom>
        </p:spPr>
      </p:pic>
    </p:spTree>
    <p:extLst>
      <p:ext uri="{BB962C8B-B14F-4D97-AF65-F5344CB8AC3E}">
        <p14:creationId xmlns:p14="http://schemas.microsoft.com/office/powerpoint/2010/main" val="30284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Piracy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Piracy is a crime of intellectual property theft. It has various forms:</a:t>
            </a:r>
          </a:p>
          <a:p>
            <a:pPr>
              <a:lnSpc>
                <a:spcPct val="120000"/>
              </a:lnSpc>
              <a:buFont typeface="Wingdings" panose="05000000000000000000" pitchFamily="2" charset="2"/>
              <a:buChar char="§"/>
            </a:pPr>
            <a:r>
              <a:rPr lang="en-US" sz="3000" dirty="0"/>
              <a:t>Counterfeiting: creating unauthorized copies of software, fully or </a:t>
            </a:r>
            <a:r>
              <a:rPr lang="en-US" sz="3000" dirty="0" err="1"/>
              <a:t>paritally</a:t>
            </a:r>
            <a:r>
              <a:rPr lang="en-US" sz="3000" dirty="0"/>
              <a:t>.</a:t>
            </a:r>
          </a:p>
          <a:p>
            <a:pPr>
              <a:lnSpc>
                <a:spcPct val="120000"/>
              </a:lnSpc>
              <a:buFont typeface="Wingdings" panose="05000000000000000000" pitchFamily="2" charset="2"/>
              <a:buChar char="§"/>
            </a:pPr>
            <a:r>
              <a:rPr lang="en-US" sz="3000" dirty="0"/>
              <a:t>End-User Piracy: using unlicensed software, whether they were cracked via keygens or by using an authentic key which was not legally obtained.</a:t>
            </a:r>
          </a:p>
          <a:p>
            <a:pPr>
              <a:lnSpc>
                <a:spcPct val="120000"/>
              </a:lnSpc>
              <a:buFont typeface="Wingdings" panose="05000000000000000000" pitchFamily="2" charset="2"/>
              <a:buChar char="§"/>
            </a:pPr>
            <a:r>
              <a:rPr lang="en-US" sz="3000" dirty="0"/>
              <a:t>Internet Piracy: distributing of software online via websites, peer-to-peer channels like Torrents, or file-sharing without the software owner's consent.</a:t>
            </a:r>
          </a:p>
          <a:p>
            <a:pPr>
              <a:lnSpc>
                <a:spcPct val="120000"/>
              </a:lnSpc>
              <a:buFont typeface="Wingdings" panose="05000000000000000000" pitchFamily="2" charset="2"/>
              <a:buChar char="§"/>
            </a:pPr>
            <a:r>
              <a:rPr lang="en-US" sz="3000" dirty="0"/>
              <a:t>Piracy in Education: using unlicensed software in educational institutions. Sometimes a license is freely available for education purpose, but still using it without the license is piracy.</a:t>
            </a:r>
          </a:p>
          <a:p>
            <a:pPr>
              <a:lnSpc>
                <a:spcPct val="120000"/>
              </a:lnSpc>
              <a:buFont typeface="Wingdings" panose="05000000000000000000" pitchFamily="2" charset="2"/>
              <a:buChar char="§"/>
            </a:pPr>
            <a:r>
              <a:rPr lang="en-US" sz="3000" dirty="0"/>
              <a:t>Open-source: compiling open-source code and using without license is also piracy.</a:t>
            </a:r>
          </a:p>
        </p:txBody>
      </p:sp>
    </p:spTree>
    <p:extLst>
      <p:ext uri="{BB962C8B-B14F-4D97-AF65-F5344CB8AC3E}">
        <p14:creationId xmlns:p14="http://schemas.microsoft.com/office/powerpoint/2010/main" val="2949597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Piracy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So, what to do instead?</a:t>
            </a:r>
          </a:p>
          <a:p>
            <a:pPr>
              <a:lnSpc>
                <a:spcPct val="120000"/>
              </a:lnSpc>
              <a:buFont typeface="Wingdings" panose="05000000000000000000" pitchFamily="2" charset="2"/>
              <a:buChar char="§"/>
            </a:pPr>
            <a:r>
              <a:rPr lang="en-US" sz="3000" dirty="0"/>
              <a:t>First option is to purchase the license if possible.</a:t>
            </a:r>
          </a:p>
          <a:p>
            <a:pPr>
              <a:lnSpc>
                <a:spcPct val="120000"/>
              </a:lnSpc>
              <a:buFont typeface="Wingdings" panose="05000000000000000000" pitchFamily="2" charset="2"/>
              <a:buChar char="§"/>
            </a:pPr>
            <a:r>
              <a:rPr lang="en-US" sz="3000" dirty="0"/>
              <a:t>Second option is to look for free programs, extended trials, or even directly communicating to vendor for a free or greatly discounted license.</a:t>
            </a:r>
          </a:p>
          <a:p>
            <a:pPr>
              <a:lnSpc>
                <a:spcPct val="120000"/>
              </a:lnSpc>
              <a:buFont typeface="Wingdings" panose="05000000000000000000" pitchFamily="2" charset="2"/>
              <a:buChar char="§"/>
            </a:pPr>
            <a:r>
              <a:rPr lang="en-US" sz="3000" dirty="0"/>
              <a:t>Third option is to find free-to-use alternatives.</a:t>
            </a:r>
          </a:p>
          <a:p>
            <a:pPr>
              <a:lnSpc>
                <a:spcPct val="120000"/>
              </a:lnSpc>
              <a:buFont typeface="Wingdings" panose="05000000000000000000" pitchFamily="2" charset="2"/>
              <a:buChar char="§"/>
            </a:pPr>
            <a:r>
              <a:rPr lang="en-US" sz="3000" dirty="0"/>
              <a:t>Fourth option is to build yourself using available libraries and APIs.</a:t>
            </a:r>
          </a:p>
          <a:p>
            <a:pPr>
              <a:lnSpc>
                <a:spcPct val="120000"/>
              </a:lnSpc>
              <a:buFont typeface="Wingdings" panose="05000000000000000000" pitchFamily="2" charset="2"/>
              <a:buChar char="§"/>
            </a:pPr>
            <a:r>
              <a:rPr lang="en-US" sz="3000" dirty="0"/>
              <a:t>When building an app, make sure that you are not breaching the license agreement.</a:t>
            </a:r>
          </a:p>
        </p:txBody>
      </p:sp>
    </p:spTree>
    <p:extLst>
      <p:ext uri="{BB962C8B-B14F-4D97-AF65-F5344CB8AC3E}">
        <p14:creationId xmlns:p14="http://schemas.microsoft.com/office/powerpoint/2010/main" val="86028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Ethics – Piracy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Best practices:</a:t>
            </a:r>
          </a:p>
          <a:p>
            <a:pPr lvl="1">
              <a:lnSpc>
                <a:spcPct val="120000"/>
              </a:lnSpc>
              <a:buFont typeface="Wingdings" panose="05000000000000000000" pitchFamily="2" charset="2"/>
              <a:buChar char="§"/>
            </a:pPr>
            <a:r>
              <a:rPr lang="en-US" sz="2800" dirty="0"/>
              <a:t>When using a 3</a:t>
            </a:r>
            <a:r>
              <a:rPr lang="en-US" sz="2800" baseline="30000" dirty="0"/>
              <a:t>rd</a:t>
            </a:r>
            <a:r>
              <a:rPr lang="en-US" sz="2800" dirty="0"/>
              <a:t> party library, use open-source with free licenses like GPL (Gnu Public License), MIT (MIT University), MPL (Mozilla Public License), etc.</a:t>
            </a:r>
          </a:p>
          <a:p>
            <a:pPr lvl="1">
              <a:lnSpc>
                <a:spcPct val="120000"/>
              </a:lnSpc>
              <a:buFont typeface="Wingdings" panose="05000000000000000000" pitchFamily="2" charset="2"/>
              <a:buChar char="§"/>
            </a:pPr>
            <a:r>
              <a:rPr lang="en-US" sz="2800" dirty="0"/>
              <a:t>If downloading a resource from internet, use Public domain and free to share resources.</a:t>
            </a:r>
          </a:p>
          <a:p>
            <a:pPr lvl="1">
              <a:lnSpc>
                <a:spcPct val="120000"/>
              </a:lnSpc>
              <a:buFont typeface="Wingdings" panose="05000000000000000000" pitchFamily="2" charset="2"/>
              <a:buChar char="§"/>
            </a:pPr>
            <a:r>
              <a:rPr lang="en-US" sz="2800" dirty="0"/>
              <a:t>Excerpts of someone else’s code requires citing the author in comments.</a:t>
            </a:r>
          </a:p>
          <a:p>
            <a:pPr lvl="1">
              <a:lnSpc>
                <a:spcPct val="120000"/>
              </a:lnSpc>
              <a:buFont typeface="Wingdings" panose="05000000000000000000" pitchFamily="2" charset="2"/>
              <a:buChar char="§"/>
            </a:pPr>
            <a:r>
              <a:rPr lang="en-US" sz="2800" dirty="0"/>
              <a:t>When referring to an article, magazine, or research paper, include citation.</a:t>
            </a:r>
          </a:p>
          <a:p>
            <a:pPr>
              <a:lnSpc>
                <a:spcPct val="120000"/>
              </a:lnSpc>
              <a:buFont typeface="Wingdings" panose="05000000000000000000" pitchFamily="2" charset="2"/>
              <a:buChar char="§"/>
            </a:pPr>
            <a:r>
              <a:rPr lang="en-US" sz="3000" dirty="0"/>
              <a:t>For large-scale projects ask for Legal council and </a:t>
            </a:r>
            <a:r>
              <a:rPr lang="en-US" sz="3000"/>
              <a:t>conduct Software Audit.</a:t>
            </a:r>
            <a:endParaRPr lang="en-US" sz="3000" dirty="0"/>
          </a:p>
        </p:txBody>
      </p:sp>
    </p:spTree>
    <p:extLst>
      <p:ext uri="{BB962C8B-B14F-4D97-AF65-F5344CB8AC3E}">
        <p14:creationId xmlns:p14="http://schemas.microsoft.com/office/powerpoint/2010/main" val="251030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 4</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39262F6D-1BAF-B835-1D02-26E1824314EE}"/>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000" dirty="0"/>
              <a:t>Record a 15-minute video presentation on compliance. You can choose any of the topics below:</a:t>
            </a:r>
          </a:p>
          <a:p>
            <a:pPr>
              <a:lnSpc>
                <a:spcPct val="120000"/>
              </a:lnSpc>
              <a:buFont typeface="Wingdings" panose="05000000000000000000" pitchFamily="2" charset="2"/>
              <a:buChar char="§"/>
            </a:pPr>
            <a:r>
              <a:rPr lang="en-US" sz="3000" dirty="0"/>
              <a:t>Salient features of GDPR compliance</a:t>
            </a:r>
          </a:p>
          <a:p>
            <a:pPr>
              <a:lnSpc>
                <a:spcPct val="120000"/>
              </a:lnSpc>
              <a:buFont typeface="Wingdings" panose="05000000000000000000" pitchFamily="2" charset="2"/>
              <a:buChar char="§"/>
            </a:pPr>
            <a:r>
              <a:rPr lang="en-US" sz="3000" dirty="0"/>
              <a:t>Importance of HIPAA compliance in healthcare</a:t>
            </a:r>
          </a:p>
          <a:p>
            <a:pPr>
              <a:lnSpc>
                <a:spcPct val="120000"/>
              </a:lnSpc>
              <a:buFont typeface="Wingdings" panose="05000000000000000000" pitchFamily="2" charset="2"/>
              <a:buChar char="§"/>
            </a:pPr>
            <a:r>
              <a:rPr lang="en-US" sz="3000" dirty="0"/>
              <a:t>ISO/IEC 27701 privacy compliance</a:t>
            </a:r>
          </a:p>
        </p:txBody>
      </p:sp>
    </p:spTree>
    <p:extLst>
      <p:ext uri="{BB962C8B-B14F-4D97-AF65-F5344CB8AC3E}">
        <p14:creationId xmlns:p14="http://schemas.microsoft.com/office/powerpoint/2010/main" val="388225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4332</TotalTime>
  <Words>2639</Words>
  <Application>Microsoft Office PowerPoint</Application>
  <PresentationFormat>Widescreen</PresentationFormat>
  <Paragraphs>222</Paragraphs>
  <Slides>26</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Cascadia Code</vt:lpstr>
      <vt:lpstr>Consolas</vt:lpstr>
      <vt:lpstr>Wingdings</vt:lpstr>
      <vt:lpstr>Office Theme</vt:lpstr>
      <vt:lpstr>Web APPLICATION Development (111834)</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361</cp:revision>
  <dcterms:created xsi:type="dcterms:W3CDTF">2022-11-22T20:08:03Z</dcterms:created>
  <dcterms:modified xsi:type="dcterms:W3CDTF">2023-06-01T10:07:05Z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