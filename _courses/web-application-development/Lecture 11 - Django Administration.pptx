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448" r:id="rId5"/>
    <p:sldId id="2462" r:id="rId6"/>
    <p:sldId id="2515" r:id="rId7"/>
    <p:sldId id="2531" r:id="rId8"/>
    <p:sldId id="2530" r:id="rId9"/>
    <p:sldId id="2532" r:id="rId10"/>
    <p:sldId id="2537" r:id="rId11"/>
    <p:sldId id="2533" r:id="rId12"/>
    <p:sldId id="2534" r:id="rId13"/>
    <p:sldId id="2536" r:id="rId14"/>
    <p:sldId id="2539" r:id="rId15"/>
    <p:sldId id="2538" r:id="rId16"/>
    <p:sldId id="24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8778F-5450-425B-8C56-A799911F8823}" v="4267" dt="2023-05-21T09:14:22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242" autoAdjust="0"/>
  </p:normalViewPr>
  <p:slideViewPr>
    <p:cSldViewPr snapToGrid="0">
      <p:cViewPr varScale="1">
        <p:scale>
          <a:sx n="101" d="100"/>
          <a:sy n="101" d="100"/>
        </p:scale>
        <p:origin x="936" y="10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CCE8778F-5450-425B-8C56-A799911F8823}"/>
    <pc:docChg chg="undo custSel addSld delSld modSld sldOrd">
      <pc:chgData name="Owais Ahmed" userId="6abc7d4556b3b071" providerId="LiveId" clId="{CCE8778F-5450-425B-8C56-A799911F8823}" dt="2023-05-21T09:14:22.763" v="4516" actId="20577"/>
      <pc:docMkLst>
        <pc:docMk/>
      </pc:docMkLst>
      <pc:sldChg chg="modSp mod">
        <pc:chgData name="Owais Ahmed" userId="6abc7d4556b3b071" providerId="LiveId" clId="{CCE8778F-5450-425B-8C56-A799911F8823}" dt="2023-05-18T17:02:19.943" v="1434" actId="20577"/>
        <pc:sldMkLst>
          <pc:docMk/>
          <pc:sldMk cId="1649098948" sldId="2462"/>
        </pc:sldMkLst>
        <pc:spChg chg="mod">
          <ac:chgData name="Owais Ahmed" userId="6abc7d4556b3b071" providerId="LiveId" clId="{CCE8778F-5450-425B-8C56-A799911F8823}" dt="2023-05-18T17:02:19.943" v="143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CE8778F-5450-425B-8C56-A799911F8823}" dt="2023-05-18T16:36:07.999" v="538" actId="20577"/>
        <pc:sldMkLst>
          <pc:docMk/>
          <pc:sldMk cId="4001030377" sldId="2515"/>
        </pc:sldMkLst>
        <pc:spChg chg="mod">
          <ac:chgData name="Owais Ahmed" userId="6abc7d4556b3b071" providerId="LiveId" clId="{CCE8778F-5450-425B-8C56-A799911F8823}" dt="2023-05-18T16:36:07.999" v="538" actId="20577"/>
          <ac:spMkLst>
            <pc:docMk/>
            <pc:sldMk cId="4001030377" sldId="2515"/>
            <ac:spMk id="3" creationId="{4A1C0383-58FE-E486-295E-B33B8683B938}"/>
          </ac:spMkLst>
        </pc:spChg>
        <pc:spChg chg="mod">
          <ac:chgData name="Owais Ahmed" userId="6abc7d4556b3b071" providerId="LiveId" clId="{CCE8778F-5450-425B-8C56-A799911F8823}" dt="2023-05-18T16:30:35.514" v="38" actId="20577"/>
          <ac:spMkLst>
            <pc:docMk/>
            <pc:sldMk cId="4001030377" sldId="2515"/>
            <ac:spMk id="215" creationId="{00000000-0000-0000-0000-000000000000}"/>
          </ac:spMkLst>
        </pc:spChg>
      </pc:sldChg>
      <pc:sldChg chg="del">
        <pc:chgData name="Owais Ahmed" userId="6abc7d4556b3b071" providerId="LiveId" clId="{CCE8778F-5450-425B-8C56-A799911F8823}" dt="2023-05-18T16:36:12.467" v="539" actId="47"/>
        <pc:sldMkLst>
          <pc:docMk/>
          <pc:sldMk cId="767579761" sldId="2516"/>
        </pc:sldMkLst>
      </pc:sldChg>
      <pc:sldChg chg="del">
        <pc:chgData name="Owais Ahmed" userId="6abc7d4556b3b071" providerId="LiveId" clId="{CCE8778F-5450-425B-8C56-A799911F8823}" dt="2023-05-18T16:36:12.692" v="540" actId="47"/>
        <pc:sldMkLst>
          <pc:docMk/>
          <pc:sldMk cId="191859802" sldId="2517"/>
        </pc:sldMkLst>
      </pc:sldChg>
      <pc:sldChg chg="del">
        <pc:chgData name="Owais Ahmed" userId="6abc7d4556b3b071" providerId="LiveId" clId="{CCE8778F-5450-425B-8C56-A799911F8823}" dt="2023-05-18T16:36:12.942" v="541" actId="47"/>
        <pc:sldMkLst>
          <pc:docMk/>
          <pc:sldMk cId="3962002314" sldId="2518"/>
        </pc:sldMkLst>
      </pc:sldChg>
      <pc:sldChg chg="del">
        <pc:chgData name="Owais Ahmed" userId="6abc7d4556b3b071" providerId="LiveId" clId="{CCE8778F-5450-425B-8C56-A799911F8823}" dt="2023-05-18T16:36:13.338" v="543" actId="47"/>
        <pc:sldMkLst>
          <pc:docMk/>
          <pc:sldMk cId="3251039494" sldId="2520"/>
        </pc:sldMkLst>
      </pc:sldChg>
      <pc:sldChg chg="del">
        <pc:chgData name="Owais Ahmed" userId="6abc7d4556b3b071" providerId="LiveId" clId="{CCE8778F-5450-425B-8C56-A799911F8823}" dt="2023-05-18T16:36:13.160" v="542" actId="47"/>
        <pc:sldMkLst>
          <pc:docMk/>
          <pc:sldMk cId="2726869742" sldId="2521"/>
        </pc:sldMkLst>
      </pc:sldChg>
      <pc:sldChg chg="del">
        <pc:chgData name="Owais Ahmed" userId="6abc7d4556b3b071" providerId="LiveId" clId="{CCE8778F-5450-425B-8C56-A799911F8823}" dt="2023-05-18T16:36:13.510" v="544" actId="47"/>
        <pc:sldMkLst>
          <pc:docMk/>
          <pc:sldMk cId="958503384" sldId="2522"/>
        </pc:sldMkLst>
      </pc:sldChg>
      <pc:sldChg chg="del">
        <pc:chgData name="Owais Ahmed" userId="6abc7d4556b3b071" providerId="LiveId" clId="{CCE8778F-5450-425B-8C56-A799911F8823}" dt="2023-05-18T16:36:13.666" v="545" actId="47"/>
        <pc:sldMkLst>
          <pc:docMk/>
          <pc:sldMk cId="1357459138" sldId="2523"/>
        </pc:sldMkLst>
      </pc:sldChg>
      <pc:sldChg chg="del">
        <pc:chgData name="Owais Ahmed" userId="6abc7d4556b3b071" providerId="LiveId" clId="{CCE8778F-5450-425B-8C56-A799911F8823}" dt="2023-05-18T16:36:13.838" v="546" actId="47"/>
        <pc:sldMkLst>
          <pc:docMk/>
          <pc:sldMk cId="2933630771" sldId="2524"/>
        </pc:sldMkLst>
      </pc:sldChg>
      <pc:sldChg chg="del">
        <pc:chgData name="Owais Ahmed" userId="6abc7d4556b3b071" providerId="LiveId" clId="{CCE8778F-5450-425B-8C56-A799911F8823}" dt="2023-05-18T16:36:14.025" v="547" actId="47"/>
        <pc:sldMkLst>
          <pc:docMk/>
          <pc:sldMk cId="2484458292" sldId="2525"/>
        </pc:sldMkLst>
      </pc:sldChg>
      <pc:sldChg chg="del">
        <pc:chgData name="Owais Ahmed" userId="6abc7d4556b3b071" providerId="LiveId" clId="{CCE8778F-5450-425B-8C56-A799911F8823}" dt="2023-05-18T16:36:14.385" v="549" actId="47"/>
        <pc:sldMkLst>
          <pc:docMk/>
          <pc:sldMk cId="491933764" sldId="2526"/>
        </pc:sldMkLst>
      </pc:sldChg>
      <pc:sldChg chg="del">
        <pc:chgData name="Owais Ahmed" userId="6abc7d4556b3b071" providerId="LiveId" clId="{CCE8778F-5450-425B-8C56-A799911F8823}" dt="2023-05-18T16:36:14.198" v="548" actId="47"/>
        <pc:sldMkLst>
          <pc:docMk/>
          <pc:sldMk cId="1536545739" sldId="2527"/>
        </pc:sldMkLst>
      </pc:sldChg>
      <pc:sldChg chg="del">
        <pc:chgData name="Owais Ahmed" userId="6abc7d4556b3b071" providerId="LiveId" clId="{CCE8778F-5450-425B-8C56-A799911F8823}" dt="2023-05-18T16:36:14.585" v="550" actId="47"/>
        <pc:sldMkLst>
          <pc:docMk/>
          <pc:sldMk cId="182550063" sldId="2528"/>
        </pc:sldMkLst>
      </pc:sldChg>
      <pc:sldChg chg="del">
        <pc:chgData name="Owais Ahmed" userId="6abc7d4556b3b071" providerId="LiveId" clId="{CCE8778F-5450-425B-8C56-A799911F8823}" dt="2023-05-18T16:36:16.377" v="551" actId="47"/>
        <pc:sldMkLst>
          <pc:docMk/>
          <pc:sldMk cId="2443786859" sldId="2529"/>
        </pc:sldMkLst>
      </pc:sldChg>
      <pc:sldChg chg="addSp delSp modSp add del mod ord delAnim modAnim">
        <pc:chgData name="Owais Ahmed" userId="6abc7d4556b3b071" providerId="LiveId" clId="{CCE8778F-5450-425B-8C56-A799911F8823}" dt="2023-05-19T15:28:31.869" v="2267" actId="948"/>
        <pc:sldMkLst>
          <pc:docMk/>
          <pc:sldMk cId="2129901203" sldId="2530"/>
        </pc:sldMkLst>
        <pc:spChg chg="del mod">
          <ac:chgData name="Owais Ahmed" userId="6abc7d4556b3b071" providerId="LiveId" clId="{CCE8778F-5450-425B-8C56-A799911F8823}" dt="2023-05-18T16:36:53.023" v="563" actId="478"/>
          <ac:spMkLst>
            <pc:docMk/>
            <pc:sldMk cId="2129901203" sldId="2530"/>
            <ac:spMk id="3" creationId="{4A1C0383-58FE-E486-295E-B33B8683B938}"/>
          </ac:spMkLst>
        </pc:spChg>
        <pc:spChg chg="add mod">
          <ac:chgData name="Owais Ahmed" userId="6abc7d4556b3b071" providerId="LiveId" clId="{CCE8778F-5450-425B-8C56-A799911F8823}" dt="2023-05-19T15:28:31.869" v="2267" actId="948"/>
          <ac:spMkLst>
            <pc:docMk/>
            <pc:sldMk cId="2129901203" sldId="2530"/>
            <ac:spMk id="4" creationId="{21A037EF-A9EE-54A7-F89F-81981E87B8F1}"/>
          </ac:spMkLst>
        </pc:spChg>
        <pc:spChg chg="mod">
          <ac:chgData name="Owais Ahmed" userId="6abc7d4556b3b071" providerId="LiveId" clId="{CCE8778F-5450-425B-8C56-A799911F8823}" dt="2023-05-18T16:36:33.424" v="558" actId="20577"/>
          <ac:spMkLst>
            <pc:docMk/>
            <pc:sldMk cId="2129901203" sldId="253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CE8778F-5450-425B-8C56-A799911F8823}" dt="2023-05-18T16:57:53.603" v="1340" actId="403"/>
        <pc:sldMkLst>
          <pc:docMk/>
          <pc:sldMk cId="3132135952" sldId="2531"/>
        </pc:sldMkLst>
        <pc:spChg chg="mod">
          <ac:chgData name="Owais Ahmed" userId="6abc7d4556b3b071" providerId="LiveId" clId="{CCE8778F-5450-425B-8C56-A799911F8823}" dt="2023-05-18T16:57:53.603" v="1340" actId="403"/>
          <ac:spMkLst>
            <pc:docMk/>
            <pc:sldMk cId="3132135952" sldId="2531"/>
            <ac:spMk id="4" creationId="{21A037EF-A9EE-54A7-F89F-81981E87B8F1}"/>
          </ac:spMkLst>
        </pc:spChg>
      </pc:sldChg>
      <pc:sldChg chg="del">
        <pc:chgData name="Owais Ahmed" userId="6abc7d4556b3b071" providerId="LiveId" clId="{CCE8778F-5450-425B-8C56-A799911F8823}" dt="2023-05-18T16:36:22.338" v="554" actId="47"/>
        <pc:sldMkLst>
          <pc:docMk/>
          <pc:sldMk cId="3512445044" sldId="2531"/>
        </pc:sldMkLst>
      </pc:sldChg>
      <pc:sldChg chg="modSp add mod ord modAnim">
        <pc:chgData name="Owais Ahmed" userId="6abc7d4556b3b071" providerId="LiveId" clId="{CCE8778F-5450-425B-8C56-A799911F8823}" dt="2023-05-18T17:23:55.665" v="1623" actId="27636"/>
        <pc:sldMkLst>
          <pc:docMk/>
          <pc:sldMk cId="3060833738" sldId="2532"/>
        </pc:sldMkLst>
        <pc:spChg chg="mod">
          <ac:chgData name="Owais Ahmed" userId="6abc7d4556b3b071" providerId="LiveId" clId="{CCE8778F-5450-425B-8C56-A799911F8823}" dt="2023-05-18T17:23:55.665" v="1623" actId="27636"/>
          <ac:spMkLst>
            <pc:docMk/>
            <pc:sldMk cId="3060833738" sldId="2532"/>
            <ac:spMk id="3" creationId="{4A1C0383-58FE-E486-295E-B33B8683B938}"/>
          </ac:spMkLst>
        </pc:spChg>
        <pc:spChg chg="mod">
          <ac:chgData name="Owais Ahmed" userId="6abc7d4556b3b071" providerId="LiveId" clId="{CCE8778F-5450-425B-8C56-A799911F8823}" dt="2023-05-18T17:02:31.568" v="1451" actId="20577"/>
          <ac:spMkLst>
            <pc:docMk/>
            <pc:sldMk cId="3060833738" sldId="2532"/>
            <ac:spMk id="215" creationId="{00000000-0000-0000-0000-000000000000}"/>
          </ac:spMkLst>
        </pc:spChg>
      </pc:sldChg>
      <pc:sldChg chg="del">
        <pc:chgData name="Owais Ahmed" userId="6abc7d4556b3b071" providerId="LiveId" clId="{CCE8778F-5450-425B-8C56-A799911F8823}" dt="2023-05-18T16:36:22.619" v="555" actId="47"/>
        <pc:sldMkLst>
          <pc:docMk/>
          <pc:sldMk cId="529016844" sldId="2533"/>
        </pc:sldMkLst>
      </pc:sldChg>
      <pc:sldChg chg="addSp delSp modSp add mod addAnim delAnim modAnim">
        <pc:chgData name="Owais Ahmed" userId="6abc7d4556b3b071" providerId="LiveId" clId="{CCE8778F-5450-425B-8C56-A799911F8823}" dt="2023-05-19T15:44:48.351" v="2915" actId="20577"/>
        <pc:sldMkLst>
          <pc:docMk/>
          <pc:sldMk cId="2353601686" sldId="2533"/>
        </pc:sldMkLst>
        <pc:spChg chg="mod">
          <ac:chgData name="Owais Ahmed" userId="6abc7d4556b3b071" providerId="LiveId" clId="{CCE8778F-5450-425B-8C56-A799911F8823}" dt="2023-05-19T15:44:48.351" v="2915" actId="20577"/>
          <ac:spMkLst>
            <pc:docMk/>
            <pc:sldMk cId="2353601686" sldId="2533"/>
            <ac:spMk id="3" creationId="{4A1C0383-58FE-E486-295E-B33B8683B938}"/>
          </ac:spMkLst>
        </pc:spChg>
        <pc:spChg chg="add del mod">
          <ac:chgData name="Owais Ahmed" userId="6abc7d4556b3b071" providerId="LiveId" clId="{CCE8778F-5450-425B-8C56-A799911F8823}" dt="2023-05-19T15:27:57.743" v="2264"/>
          <ac:spMkLst>
            <pc:docMk/>
            <pc:sldMk cId="2353601686" sldId="2533"/>
            <ac:spMk id="5" creationId="{80EA4853-E378-5DBF-7A35-49BB21DAF49F}"/>
          </ac:spMkLst>
        </pc:spChg>
        <pc:spChg chg="add del">
          <ac:chgData name="Owais Ahmed" userId="6abc7d4556b3b071" providerId="LiveId" clId="{CCE8778F-5450-425B-8C56-A799911F8823}" dt="2023-05-18T17:26:31.106" v="1866" actId="22"/>
          <ac:spMkLst>
            <pc:docMk/>
            <pc:sldMk cId="2353601686" sldId="2533"/>
            <ac:spMk id="5" creationId="{9514B382-C765-009F-8215-E1DB274CCA35}"/>
          </ac:spMkLst>
        </pc:spChg>
        <pc:spChg chg="add del mod">
          <ac:chgData name="Owais Ahmed" userId="6abc7d4556b3b071" providerId="LiveId" clId="{CCE8778F-5450-425B-8C56-A799911F8823}" dt="2023-05-19T15:43:14.241" v="2820" actId="478"/>
          <ac:spMkLst>
            <pc:docMk/>
            <pc:sldMk cId="2353601686" sldId="2533"/>
            <ac:spMk id="7" creationId="{F5DEDFB7-B543-282D-A04C-5836F6E69EFE}"/>
          </ac:spMkLst>
        </pc:spChg>
        <pc:spChg chg="mod">
          <ac:chgData name="Owais Ahmed" userId="6abc7d4556b3b071" providerId="LiveId" clId="{CCE8778F-5450-425B-8C56-A799911F8823}" dt="2023-05-18T17:24:07.065" v="1640" actId="20577"/>
          <ac:spMkLst>
            <pc:docMk/>
            <pc:sldMk cId="2353601686" sldId="2533"/>
            <ac:spMk id="215" creationId="{00000000-0000-0000-0000-000000000000}"/>
          </ac:spMkLst>
        </pc:spChg>
      </pc:sldChg>
      <pc:sldChg chg="del">
        <pc:chgData name="Owais Ahmed" userId="6abc7d4556b3b071" providerId="LiveId" clId="{CCE8778F-5450-425B-8C56-A799911F8823}" dt="2023-05-18T16:36:25.618" v="556" actId="47"/>
        <pc:sldMkLst>
          <pc:docMk/>
          <pc:sldMk cId="2058750131" sldId="2534"/>
        </pc:sldMkLst>
      </pc:sldChg>
      <pc:sldChg chg="modSp add mod modAnim">
        <pc:chgData name="Owais Ahmed" userId="6abc7d4556b3b071" providerId="LiveId" clId="{CCE8778F-5450-425B-8C56-A799911F8823}" dt="2023-05-19T15:45:17.095" v="2960" actId="20577"/>
        <pc:sldMkLst>
          <pc:docMk/>
          <pc:sldMk cId="3932395040" sldId="2534"/>
        </pc:sldMkLst>
        <pc:spChg chg="mod">
          <ac:chgData name="Owais Ahmed" userId="6abc7d4556b3b071" providerId="LiveId" clId="{CCE8778F-5450-425B-8C56-A799911F8823}" dt="2023-05-19T15:45:17.095" v="2960" actId="20577"/>
          <ac:spMkLst>
            <pc:docMk/>
            <pc:sldMk cId="3932395040" sldId="2534"/>
            <ac:spMk id="3" creationId="{4A1C0383-58FE-E486-295E-B33B8683B938}"/>
          </ac:spMkLst>
        </pc:spChg>
      </pc:sldChg>
      <pc:sldChg chg="add del">
        <pc:chgData name="Owais Ahmed" userId="6abc7d4556b3b071" providerId="LiveId" clId="{CCE8778F-5450-425B-8C56-A799911F8823}" dt="2023-05-19T15:40:56.603" v="2691" actId="47"/>
        <pc:sldMkLst>
          <pc:docMk/>
          <pc:sldMk cId="4045503261" sldId="2535"/>
        </pc:sldMkLst>
      </pc:sldChg>
      <pc:sldChg chg="modSp add mod ord modAnim">
        <pc:chgData name="Owais Ahmed" userId="6abc7d4556b3b071" providerId="LiveId" clId="{CCE8778F-5450-425B-8C56-A799911F8823}" dt="2023-05-19T15:46:46.364" v="3230" actId="20577"/>
        <pc:sldMkLst>
          <pc:docMk/>
          <pc:sldMk cId="1150363664" sldId="2536"/>
        </pc:sldMkLst>
        <pc:spChg chg="mod">
          <ac:chgData name="Owais Ahmed" userId="6abc7d4556b3b071" providerId="LiveId" clId="{CCE8778F-5450-425B-8C56-A799911F8823}" dt="2023-05-19T15:46:46.364" v="3230" actId="20577"/>
          <ac:spMkLst>
            <pc:docMk/>
            <pc:sldMk cId="1150363664" sldId="2536"/>
            <ac:spMk id="3" creationId="{4A1C0383-58FE-E486-295E-B33B8683B938}"/>
          </ac:spMkLst>
        </pc:spChg>
        <pc:spChg chg="mod">
          <ac:chgData name="Owais Ahmed" userId="6abc7d4556b3b071" providerId="LiveId" clId="{CCE8778F-5450-425B-8C56-A799911F8823}" dt="2023-05-19T15:41:13.641" v="2713" actId="20577"/>
          <ac:spMkLst>
            <pc:docMk/>
            <pc:sldMk cId="1150363664" sldId="253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CCE8778F-5450-425B-8C56-A799911F8823}" dt="2023-05-19T15:54:17.816" v="3710" actId="20577"/>
        <pc:sldMkLst>
          <pc:docMk/>
          <pc:sldMk cId="1449794329" sldId="2537"/>
        </pc:sldMkLst>
        <pc:spChg chg="mod">
          <ac:chgData name="Owais Ahmed" userId="6abc7d4556b3b071" providerId="LiveId" clId="{CCE8778F-5450-425B-8C56-A799911F8823}" dt="2023-05-19T15:54:17.816" v="3710" actId="20577"/>
          <ac:spMkLst>
            <pc:docMk/>
            <pc:sldMk cId="1449794329" sldId="2537"/>
            <ac:spMk id="3" creationId="{4A1C0383-58FE-E486-295E-B33B8683B938}"/>
          </ac:spMkLst>
        </pc:spChg>
      </pc:sldChg>
      <pc:sldChg chg="modSp add ord modAnim">
        <pc:chgData name="Owais Ahmed" userId="6abc7d4556b3b071" providerId="LiveId" clId="{CCE8778F-5450-425B-8C56-A799911F8823}" dt="2023-05-19T15:57:13.851" v="4180" actId="20577"/>
        <pc:sldMkLst>
          <pc:docMk/>
          <pc:sldMk cId="2503695629" sldId="2538"/>
        </pc:sldMkLst>
        <pc:spChg chg="mod">
          <ac:chgData name="Owais Ahmed" userId="6abc7d4556b3b071" providerId="LiveId" clId="{CCE8778F-5450-425B-8C56-A799911F8823}" dt="2023-05-19T15:57:13.851" v="4180" actId="20577"/>
          <ac:spMkLst>
            <pc:docMk/>
            <pc:sldMk cId="2503695629" sldId="253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CE8778F-5450-425B-8C56-A799911F8823}" dt="2023-05-21T09:14:22.763" v="4516" actId="20577"/>
        <pc:sldMkLst>
          <pc:docMk/>
          <pc:sldMk cId="1219377160" sldId="2539"/>
        </pc:sldMkLst>
        <pc:spChg chg="mod">
          <ac:chgData name="Owais Ahmed" userId="6abc7d4556b3b071" providerId="LiveId" clId="{CCE8778F-5450-425B-8C56-A799911F8823}" dt="2023-05-21T09:14:22.763" v="4516" actId="20577"/>
          <ac:spMkLst>
            <pc:docMk/>
            <pc:sldMk cId="1219377160" sldId="253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4E442BAE-0D82-4B29-A4CC-2178CF68CA5D}"/>
    <pc:docChg chg="undo custSel addSld delSld modSld sldOrd">
      <pc:chgData name="Owais Ahmed" userId="6abc7d4556b3b071" providerId="LiveId" clId="{4E442BAE-0D82-4B29-A4CC-2178CF68CA5D}" dt="2023-05-11T07:26:29.640" v="1636" actId="47"/>
      <pc:docMkLst>
        <pc:docMk/>
      </pc:docMkLst>
      <pc:sldChg chg="modSp mod modAnim">
        <pc:chgData name="Owais Ahmed" userId="6abc7d4556b3b071" providerId="LiveId" clId="{4E442BAE-0D82-4B29-A4CC-2178CF68CA5D}" dt="2023-05-11T05:58:34.418" v="517" actId="404"/>
        <pc:sldMkLst>
          <pc:docMk/>
          <pc:sldMk cId="491933764" sldId="2526"/>
        </pc:sldMkLst>
        <pc:spChg chg="mod">
          <ac:chgData name="Owais Ahmed" userId="6abc7d4556b3b071" providerId="LiveId" clId="{4E442BAE-0D82-4B29-A4CC-2178CF68CA5D}" dt="2023-05-11T05:58:34.418" v="517" actId="404"/>
          <ac:spMkLst>
            <pc:docMk/>
            <pc:sldMk cId="491933764" sldId="2526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4E442BAE-0D82-4B29-A4CC-2178CF68CA5D}" dt="2023-05-11T05:58:04.474" v="510" actId="27636"/>
        <pc:sldMkLst>
          <pc:docMk/>
          <pc:sldMk cId="1536545739" sldId="2527"/>
        </pc:sldMkLst>
        <pc:spChg chg="mod">
          <ac:chgData name="Owais Ahmed" userId="6abc7d4556b3b071" providerId="LiveId" clId="{4E442BAE-0D82-4B29-A4CC-2178CF68CA5D}" dt="2023-05-11T05:58:04.474" v="510" actId="27636"/>
          <ac:spMkLst>
            <pc:docMk/>
            <pc:sldMk cId="1536545739" sldId="252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6:39.763" v="1024" actId="20577"/>
        <pc:sldMkLst>
          <pc:docMk/>
          <pc:sldMk cId="182550063" sldId="2528"/>
        </pc:sldMkLst>
        <pc:spChg chg="mod">
          <ac:chgData name="Owais Ahmed" userId="6abc7d4556b3b071" providerId="LiveId" clId="{4E442BAE-0D82-4B29-A4CC-2178CF68CA5D}" dt="2023-05-11T06:06:39.763" v="1024" actId="20577"/>
          <ac:spMkLst>
            <pc:docMk/>
            <pc:sldMk cId="182550063" sldId="252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8:35.243" v="1065" actId="20577"/>
        <pc:sldMkLst>
          <pc:docMk/>
          <pc:sldMk cId="2443786859" sldId="2529"/>
        </pc:sldMkLst>
        <pc:spChg chg="mod">
          <ac:chgData name="Owais Ahmed" userId="6abc7d4556b3b071" providerId="LiveId" clId="{4E442BAE-0D82-4B29-A4CC-2178CF68CA5D}" dt="2023-05-11T06:08:35.243" v="1065" actId="20577"/>
          <ac:spMkLst>
            <pc:docMk/>
            <pc:sldMk cId="2443786859" sldId="252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E442BAE-0D82-4B29-A4CC-2178CF68CA5D}" dt="2023-05-11T06:08:24.940" v="1047" actId="113"/>
        <pc:sldMkLst>
          <pc:docMk/>
          <pc:sldMk cId="2129901203" sldId="2530"/>
        </pc:sldMkLst>
        <pc:spChg chg="mod">
          <ac:chgData name="Owais Ahmed" userId="6abc7d4556b3b071" providerId="LiveId" clId="{4E442BAE-0D82-4B29-A4CC-2178CF68CA5D}" dt="2023-05-11T06:08:24.940" v="1047" actId="113"/>
          <ac:spMkLst>
            <pc:docMk/>
            <pc:sldMk cId="2129901203" sldId="2530"/>
            <ac:spMk id="3" creationId="{4A1C0383-58FE-E486-295E-B33B8683B938}"/>
          </ac:spMkLst>
        </pc:spChg>
      </pc:sldChg>
      <pc:sldChg chg="modSp add ord modAnim">
        <pc:chgData name="Owais Ahmed" userId="6abc7d4556b3b071" providerId="LiveId" clId="{4E442BAE-0D82-4B29-A4CC-2178CF68CA5D}" dt="2023-05-11T06:13:30.186" v="1624" actId="20577"/>
        <pc:sldMkLst>
          <pc:docMk/>
          <pc:sldMk cId="3512445044" sldId="2531"/>
        </pc:sldMkLst>
        <pc:spChg chg="mod">
          <ac:chgData name="Owais Ahmed" userId="6abc7d4556b3b071" providerId="LiveId" clId="{4E442BAE-0D82-4B29-A4CC-2178CF68CA5D}" dt="2023-05-11T06:13:30.186" v="1624" actId="20577"/>
          <ac:spMkLst>
            <pc:docMk/>
            <pc:sldMk cId="3512445044" sldId="253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4E442BAE-0D82-4B29-A4CC-2178CF68CA5D}" dt="2023-05-11T07:26:29.640" v="1636" actId="47"/>
        <pc:sldMkLst>
          <pc:docMk/>
          <pc:sldMk cId="4153661707" sldId="2532"/>
        </pc:sldMkLst>
        <pc:spChg chg="mod">
          <ac:chgData name="Owais Ahmed" userId="6abc7d4556b3b071" providerId="LiveId" clId="{4E442BAE-0D82-4B29-A4CC-2178CF68CA5D}" dt="2023-05-11T07:26:26.421" v="1635" actId="20577"/>
          <ac:spMkLst>
            <pc:docMk/>
            <pc:sldMk cId="4153661707" sldId="253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8587671B-146B-4964-810E-C34B2D6FC553}"/>
    <pc:docChg chg="addSld delSld modSld sldOrd">
      <pc:chgData name="Owais Ahmed" userId="6abc7d4556b3b071" providerId="LiveId" clId="{8587671B-146B-4964-810E-C34B2D6FC553}" dt="2023-05-18T07:30:00.290" v="665" actId="20577"/>
      <pc:docMkLst>
        <pc:docMk/>
      </pc:docMkLst>
      <pc:sldChg chg="modSp mod">
        <pc:chgData name="Owais Ahmed" userId="6abc7d4556b3b071" providerId="LiveId" clId="{8587671B-146B-4964-810E-C34B2D6FC553}" dt="2023-05-18T07:28:51.801" v="414" actId="20577"/>
        <pc:sldMkLst>
          <pc:docMk/>
          <pc:sldMk cId="1649098948" sldId="2462"/>
        </pc:sldMkLst>
        <pc:spChg chg="mod">
          <ac:chgData name="Owais Ahmed" userId="6abc7d4556b3b071" providerId="LiveId" clId="{8587671B-146B-4964-810E-C34B2D6FC553}" dt="2023-05-18T07:28:51.801" v="41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 del ord">
        <pc:chgData name="Owais Ahmed" userId="6abc7d4556b3b071" providerId="LiveId" clId="{8587671B-146B-4964-810E-C34B2D6FC553}" dt="2023-05-18T07:21:58.235" v="4" actId="47"/>
        <pc:sldMkLst>
          <pc:docMk/>
          <pc:sldMk cId="4158619956" sldId="2532"/>
        </pc:sldMkLst>
      </pc:sldChg>
      <pc:sldChg chg="modSp add modAnim">
        <pc:chgData name="Owais Ahmed" userId="6abc7d4556b3b071" providerId="LiveId" clId="{8587671B-146B-4964-810E-C34B2D6FC553}" dt="2023-05-18T07:29:29.573" v="543" actId="20577"/>
        <pc:sldMkLst>
          <pc:docMk/>
          <pc:sldMk cId="529016844" sldId="2533"/>
        </pc:sldMkLst>
        <pc:spChg chg="mod">
          <ac:chgData name="Owais Ahmed" userId="6abc7d4556b3b071" providerId="LiveId" clId="{8587671B-146B-4964-810E-C34B2D6FC553}" dt="2023-05-18T07:29:29.573" v="543" actId="20577"/>
          <ac:spMkLst>
            <pc:docMk/>
            <pc:sldMk cId="529016844" sldId="253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587671B-146B-4964-810E-C34B2D6FC553}" dt="2023-05-18T07:30:00.290" v="665" actId="20577"/>
        <pc:sldMkLst>
          <pc:docMk/>
          <pc:sldMk cId="2058750131" sldId="2534"/>
        </pc:sldMkLst>
        <pc:spChg chg="mod">
          <ac:chgData name="Owais Ahmed" userId="6abc7d4556b3b071" providerId="LiveId" clId="{8587671B-146B-4964-810E-C34B2D6FC553}" dt="2023-05-18T07:30:00.290" v="665" actId="20577"/>
          <ac:spMkLst>
            <pc:docMk/>
            <pc:sldMk cId="2058750131" sldId="2534"/>
            <ac:spMk id="3" creationId="{4A1C0383-58FE-E486-295E-B33B8683B938}"/>
          </ac:spMkLst>
        </pc:spChg>
        <pc:spChg chg="mod">
          <ac:chgData name="Owais Ahmed" userId="6abc7d4556b3b071" providerId="LiveId" clId="{8587671B-146B-4964-810E-C34B2D6FC553}" dt="2023-05-18T07:29:40.110" v="573" actId="20577"/>
          <ac:spMkLst>
            <pc:docMk/>
            <pc:sldMk cId="2058750131" sldId="2534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287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40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767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4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90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72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86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401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69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dirty="0"/>
              <a:t>Django Fixtures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Django Administration</a:t>
            </a:r>
          </a:p>
          <a:p>
            <a:r>
              <a:rPr lang="en-US" dirty="0">
                <a:solidFill>
                  <a:srgbClr val="000000"/>
                </a:solidFill>
              </a:rPr>
              <a:t>Customize </a:t>
            </a:r>
            <a:r>
              <a:rPr lang="en-US" dirty="0" err="1">
                <a:solidFill>
                  <a:srgbClr val="000000"/>
                </a:solidFill>
              </a:rPr>
              <a:t>AdminModel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Fixtures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fixtures allow us to backup existing data using Django models, as well as restore them.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used in automated tests, allowing you to load a predefined set of data into your database.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They can also be used to supply with initial data to package with the application when deploying.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Fixtures can be defined in JSON, XML, or YML data formats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Foreign key relationships are handled automatically.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Fixtures are NOT backwards compatible, i.e., the data model has to be exactly the same when restoring fixture data.</a:t>
            </a:r>
          </a:p>
        </p:txBody>
      </p:sp>
    </p:spTree>
    <p:extLst>
      <p:ext uri="{BB962C8B-B14F-4D97-AF65-F5344CB8AC3E}">
        <p14:creationId xmlns:p14="http://schemas.microsoft.com/office/powerpoint/2010/main" val="40010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Fixtures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A037EF-A9EE-54A7-F89F-81981E87B8F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project </a:t>
            </a:r>
            <a:r>
              <a:rPr lang="en-US" sz="3000" dirty="0" err="1"/>
              <a:t>Dareecha</a:t>
            </a:r>
            <a:r>
              <a:rPr lang="en-US" sz="3000" dirty="0"/>
              <a:t>, create </a:t>
            </a:r>
            <a:r>
              <a:rPr lang="en-US" sz="3000" dirty="0" err="1"/>
              <a:t>VehicleModel</a:t>
            </a:r>
            <a:r>
              <a:rPr lang="en-US" sz="3000" dirty="0"/>
              <a:t> objects using Django shell.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django.contrib.auth.models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User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django.db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models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baham.models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</a:t>
            </a: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VehicleModel.objects.create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(vendor='Toyota', model='Vitz', capacity=4, type='HATCHBACK',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created_by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User.objects.get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(pk=1)).save()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Similarly, create some objects for each vehicle type and store in the database.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Using Django manage.py, export all the saved objects to a JSON file: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dumpdata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baham.VehicleModel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vehicle_model.json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13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Fixtures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A037EF-A9EE-54A7-F89F-81981E87B8F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order to test fixtures, delete the database (db.sqlite3 file) and re-run migrations: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migrate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will have to create superuser again: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createsuperuser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Load the data from the </a:t>
            </a:r>
            <a:r>
              <a:rPr lang="en-US" sz="3000" dirty="0" err="1"/>
              <a:t>vehicle_model.json</a:t>
            </a:r>
            <a:r>
              <a:rPr lang="en-US" sz="3000" dirty="0"/>
              <a:t> file you created: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loaddata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vehicle_model.json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90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Administration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 utility that provides an interface for managing/manipulating data in a Django application.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It offers: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Automating UI design using a default template.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Customizations without writing additional code.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Search/Filter functions.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CRUD operations on Model entities</a:t>
            </a:r>
          </a:p>
        </p:txBody>
      </p:sp>
    </p:spTree>
    <p:extLst>
      <p:ext uri="{BB962C8B-B14F-4D97-AF65-F5344CB8AC3E}">
        <p14:creationId xmlns:p14="http://schemas.microsoft.com/office/powerpoint/2010/main" val="306083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Administration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 err="1"/>
              <a:t>django.contrib.admin</a:t>
            </a:r>
            <a:r>
              <a:rPr lang="en-US" sz="2800" dirty="0"/>
              <a:t> app in your INSTALLED_APPS setting must be set to enable Django Administration.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Django automatically scans all applications and imports the admin modules.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default actions for each Admin model will be available for all the model classes registered in admin.py class inside each app.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Here is the complete reference to all actions available out of the box:</a:t>
            </a:r>
            <a:br>
              <a:rPr lang="en-US" sz="2800" dirty="0"/>
            </a:br>
            <a:r>
              <a:rPr lang="en-US" sz="2800" dirty="0"/>
              <a:t>https://docs.djangoproject.com/en/4.1/ref/contrib/admin/actions</a:t>
            </a:r>
          </a:p>
        </p:txBody>
      </p:sp>
    </p:spTree>
    <p:extLst>
      <p:ext uri="{BB962C8B-B14F-4D97-AF65-F5344CB8AC3E}">
        <p14:creationId xmlns:p14="http://schemas.microsoft.com/office/powerpoint/2010/main" val="144979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Administration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</a:t>
            </a:r>
            <a:r>
              <a:rPr lang="en-US" sz="3000" dirty="0" err="1"/>
              <a:t>baham</a:t>
            </a:r>
            <a:r>
              <a:rPr lang="en-US" sz="3000" dirty="0"/>
              <a:t> &gt; admin.py file, register the </a:t>
            </a:r>
            <a:r>
              <a:rPr lang="en-US" sz="3000" dirty="0" err="1"/>
              <a:t>VehicleModel</a:t>
            </a:r>
            <a:r>
              <a:rPr lang="en-US" sz="3000" dirty="0"/>
              <a:t> entity as an Admin model: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AF00D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</a:t>
            </a:r>
            <a:r>
              <a:rPr lang="en-US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contrib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  <a:endParaRPr lang="en-US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AF00D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models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AF00D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</a:t>
            </a:r>
            <a:endParaRPr lang="en-US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795E2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</a:t>
            </a:r>
            <a:r>
              <a:rPr lang="en-US" dirty="0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  <a:r>
              <a:rPr lang="en-US" dirty="0">
                <a:solidFill>
                  <a:srgbClr val="795E2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.register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Decorator defining which model class to attach with </a:t>
            </a:r>
            <a:r>
              <a:rPr lang="en-US" dirty="0" err="1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ModelAdmin</a:t>
            </a:r>
            <a:endParaRPr lang="en-US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VehicleModelAdmin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  <a:r>
              <a:rPr lang="en-US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ModelAdmin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list_display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uuid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"vendor"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"model"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"type"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"capacity"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void_reason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If you do not wish to use </a:t>
            </a:r>
            <a:r>
              <a:rPr lang="en-US" sz="3000" dirty="0" err="1"/>
              <a:t>decoratos</a:t>
            </a:r>
            <a:r>
              <a:rPr lang="en-US" sz="3000" dirty="0"/>
              <a:t>, you can also register your Admin model using register function: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admin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site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register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VehicleModel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VehicleModelAdmin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360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Administration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When launching the application, navigate to the admin panel.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http://127.0.0.1:8000/admin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This will first launch the Login page. Login user Superuser account.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Site administration page, there should be a new Model admin called Vehicle models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Try out the new UI and see what operations are available.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323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Customize Admin Model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can pass on several attributes to the </a:t>
            </a:r>
            <a:r>
              <a:rPr lang="en-US" sz="3000" dirty="0" err="1"/>
              <a:t>VehicleModelAdmin</a:t>
            </a:r>
            <a:r>
              <a:rPr lang="en-US" sz="3000" dirty="0"/>
              <a:t> to enable/disable various functions.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For example, the modifications below make some fields read-only and assign the </a:t>
            </a:r>
            <a:r>
              <a:rPr lang="en-US" sz="3000" dirty="0" err="1"/>
              <a:t>created_by</a:t>
            </a:r>
            <a:r>
              <a:rPr lang="en-US" sz="3000" dirty="0"/>
              <a:t> object automatically when saving.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VehicleModelAdmin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  <a:r>
              <a:rPr lang="en-US" sz="1500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ModelAdmin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List the fields to display in the table</a:t>
            </a:r>
            <a:endParaRPr lang="en-US" sz="1500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list_display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uuid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"vendor"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"model"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"type"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"capacity"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void_reason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List the fields to be made read-only. Their values cannot be changed/entered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readonly_fields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uuid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date_updated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date_voided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>
                <a:solidFill>
                  <a:srgbClr val="0000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795E2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save_model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form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change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1500" dirty="0">
                <a:solidFill>
                  <a:srgbClr val="AF00D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pk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    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</a:t>
            </a:r>
            <a:r>
              <a:rPr lang="en-US" sz="1500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.created_by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r>
              <a:rPr lang="en-US" sz="1500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.user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Set the "</a:t>
            </a:r>
            <a:r>
              <a:rPr lang="en-US" sz="1500" dirty="0" err="1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created_by</a:t>
            </a: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 field only if the object is being created</a:t>
            </a:r>
            <a:endParaRPr lang="en-US" sz="1500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1500" dirty="0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500" dirty="0" err="1">
                <a:solidFill>
                  <a:srgbClr val="795E2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save_model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request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form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change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700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6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Customize Admin Model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 provide filters to limit the data to specific values, you can pass a </a:t>
            </a:r>
            <a:r>
              <a:rPr lang="en-US" sz="3000" dirty="0" err="1"/>
              <a:t>list_filter</a:t>
            </a:r>
            <a:r>
              <a:rPr lang="en-US" sz="30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VehicleModelAdmin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admin</a:t>
            </a:r>
            <a:r>
              <a:rPr lang="en-US" sz="1500" dirty="0" err="1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ModelAdmin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List the fields to display in the table</a:t>
            </a:r>
            <a:endParaRPr lang="en-US" sz="1500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list_display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uuid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"vendor"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"model"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"type"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"capacity"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void_reason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8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List the fields to be made read-only. Their values cannot be changed/entered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readonly_fields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uuid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date_updated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date_voided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voided_by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list_filter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"vendor"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"model"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"type"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"capacity"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date_created</a:t>
            </a:r>
            <a:r>
              <a:rPr lang="en-US" sz="1500" dirty="0">
                <a:solidFill>
                  <a:srgbClr val="A3151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“, </a:t>
            </a:r>
            <a:r>
              <a:rPr lang="en-US" sz="1500" dirty="0" err="1">
                <a:solidFill>
                  <a:srgbClr val="267F9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DateFieldListFilter</a:t>
            </a:r>
            <a:r>
              <a:rPr lang="en-US" sz="1500" dirty="0">
                <a:solidFill>
                  <a:srgbClr val="3B3B3B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Now, on UI you should see several filter options. Note the </a:t>
            </a:r>
            <a:r>
              <a:rPr lang="en-US" sz="3000" dirty="0" err="1"/>
              <a:t>date_created</a:t>
            </a:r>
            <a:r>
              <a:rPr lang="en-US" sz="3000" dirty="0"/>
              <a:t> filter. It specifies an additional </a:t>
            </a:r>
            <a:r>
              <a:rPr lang="en-US" sz="3000" dirty="0" err="1"/>
              <a:t>DateFieldListFilter</a:t>
            </a:r>
            <a:r>
              <a:rPr lang="en-US" sz="3000" dirty="0"/>
              <a:t> so you can pass on a </a:t>
            </a:r>
            <a:r>
              <a:rPr lang="en-US" sz="3000"/>
              <a:t>date range.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>
              <a:solidFill>
                <a:srgbClr val="3B3B3B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37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Django Administration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Register the Admin models for all the Entity classes.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Note that Contract is not an Entity class.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must ensure that only the Editable fields are allowed for each Admin model.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There should be appropriate record filters on the UI.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By default, the list of objects should be ordered by </a:t>
            </a:r>
            <a:r>
              <a:rPr lang="en-US" sz="3000"/>
              <a:t>an appropriate field.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0369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3632</TotalTime>
  <Words>1128</Words>
  <Application>Microsoft Office PowerPoint</Application>
  <PresentationFormat>Widescreen</PresentationFormat>
  <Paragraphs>109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Cascadia Code</vt:lpstr>
      <vt:lpstr>Consolas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360</cp:revision>
  <dcterms:created xsi:type="dcterms:W3CDTF">2022-11-22T20:08:03Z</dcterms:created>
  <dcterms:modified xsi:type="dcterms:W3CDTF">2023-05-21T09:14:23Z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