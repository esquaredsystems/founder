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0" r:id="rId1"/>
  </p:sldMasterIdLst>
  <p:sldIdLst>
    <p:sldId id="256" r:id="rId2"/>
    <p:sldId id="291" r:id="rId3"/>
    <p:sldId id="293" r:id="rId4"/>
    <p:sldId id="292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6" r:id="rId17"/>
    <p:sldId id="30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9E9821-4F10-C24B-AC45-24A00BF24F04}" v="210" dt="2024-05-24T06:08:55.410"/>
    <p1510:client id="{B72ABCC7-8564-4840-B999-4616C55B60AB}" v="3821" dt="2024-05-24T09:00:27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7996" autoAdjust="0"/>
    <p:restoredTop sz="92949" autoAdjust="0"/>
  </p:normalViewPr>
  <p:slideViewPr>
    <p:cSldViewPr snapToGrid="0">
      <p:cViewPr varScale="1">
        <p:scale>
          <a:sx n="129" d="100"/>
          <a:sy n="129" d="100"/>
        </p:scale>
        <p:origin x="240" y="4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6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B72ABCC7-8564-4840-B999-4616C55B60AB}"/>
    <pc:docChg chg="undo custSel addSld delSld modSld sldOrd">
      <pc:chgData name="Owais Ahmed" userId="6abc7d4556b3b071" providerId="LiveId" clId="{B72ABCC7-8564-4840-B999-4616C55B60AB}" dt="2024-05-24T09:00:32.503" v="4240"/>
      <pc:docMkLst>
        <pc:docMk/>
      </pc:docMkLst>
      <pc:sldChg chg="modSp mod modAnim">
        <pc:chgData name="Owais Ahmed" userId="6abc7d4556b3b071" providerId="LiveId" clId="{B72ABCC7-8564-4840-B999-4616C55B60AB}" dt="2024-05-24T06:47:07.170" v="127" actId="113"/>
        <pc:sldMkLst>
          <pc:docMk/>
          <pc:sldMk cId="1929517405" sldId="291"/>
        </pc:sldMkLst>
        <pc:spChg chg="mod">
          <ac:chgData name="Owais Ahmed" userId="6abc7d4556b3b071" providerId="LiveId" clId="{B72ABCC7-8564-4840-B999-4616C55B60AB}" dt="2024-05-24T06:47:07.170" v="127" actId="113"/>
          <ac:spMkLst>
            <pc:docMk/>
            <pc:sldMk cId="1929517405" sldId="291"/>
            <ac:spMk id="5" creationId="{00000000-0000-0000-0000-000000000000}"/>
          </ac:spMkLst>
        </pc:spChg>
      </pc:sldChg>
      <pc:sldChg chg="addSp delSp modSp mod delAnim">
        <pc:chgData name="Owais Ahmed" userId="6abc7d4556b3b071" providerId="LiveId" clId="{B72ABCC7-8564-4840-B999-4616C55B60AB}" dt="2024-05-24T06:56:05.712" v="261" actId="255"/>
        <pc:sldMkLst>
          <pc:docMk/>
          <pc:sldMk cId="1792044433" sldId="292"/>
        </pc:sldMkLst>
        <pc:spChg chg="mod">
          <ac:chgData name="Owais Ahmed" userId="6abc7d4556b3b071" providerId="LiveId" clId="{B72ABCC7-8564-4840-B999-4616C55B60AB}" dt="2024-05-24T06:51:13.252" v="251" actId="20577"/>
          <ac:spMkLst>
            <pc:docMk/>
            <pc:sldMk cId="1792044433" sldId="292"/>
            <ac:spMk id="2" creationId="{00000000-0000-0000-0000-000000000000}"/>
          </ac:spMkLst>
        </pc:spChg>
        <pc:spChg chg="add del mod">
          <ac:chgData name="Owais Ahmed" userId="6abc7d4556b3b071" providerId="LiveId" clId="{B72ABCC7-8564-4840-B999-4616C55B60AB}" dt="2024-05-24T06:55:13.553" v="253" actId="478"/>
          <ac:spMkLst>
            <pc:docMk/>
            <pc:sldMk cId="1792044433" sldId="292"/>
            <ac:spMk id="4" creationId="{9A87FEAD-6E0B-753A-3AE8-C799AE66979C}"/>
          </ac:spMkLst>
        </pc:spChg>
        <pc:spChg chg="del">
          <ac:chgData name="Owais Ahmed" userId="6abc7d4556b3b071" providerId="LiveId" clId="{B72ABCC7-8564-4840-B999-4616C55B60AB}" dt="2024-05-24T06:55:11.962" v="252" actId="478"/>
          <ac:spMkLst>
            <pc:docMk/>
            <pc:sldMk cId="1792044433" sldId="292"/>
            <ac:spMk id="5" creationId="{00000000-0000-0000-0000-000000000000}"/>
          </ac:spMkLst>
        </pc:spChg>
        <pc:spChg chg="add mod">
          <ac:chgData name="Owais Ahmed" userId="6abc7d4556b3b071" providerId="LiveId" clId="{B72ABCC7-8564-4840-B999-4616C55B60AB}" dt="2024-05-24T06:55:59.162" v="260" actId="255"/>
          <ac:spMkLst>
            <pc:docMk/>
            <pc:sldMk cId="1792044433" sldId="292"/>
            <ac:spMk id="6" creationId="{D8145DD8-8E39-1997-2890-58BDCD1FA606}"/>
          </ac:spMkLst>
        </pc:spChg>
        <pc:spChg chg="add mod">
          <ac:chgData name="Owais Ahmed" userId="6abc7d4556b3b071" providerId="LiveId" clId="{B72ABCC7-8564-4840-B999-4616C55B60AB}" dt="2024-05-24T06:56:05.712" v="261" actId="255"/>
          <ac:spMkLst>
            <pc:docMk/>
            <pc:sldMk cId="1792044433" sldId="292"/>
            <ac:spMk id="8" creationId="{E8049C2F-5399-1F1C-455B-DF6C76F51E7A}"/>
          </ac:spMkLst>
        </pc:spChg>
        <pc:spChg chg="add mod">
          <ac:chgData name="Owais Ahmed" userId="6abc7d4556b3b071" providerId="LiveId" clId="{B72ABCC7-8564-4840-B999-4616C55B60AB}" dt="2024-05-24T06:55:42.963" v="258" actId="1076"/>
          <ac:spMkLst>
            <pc:docMk/>
            <pc:sldMk cId="1792044433" sldId="292"/>
            <ac:spMk id="11" creationId="{F91F0AA1-A6FF-E73F-2F84-51CC660BE731}"/>
          </ac:spMkLst>
        </pc:spChg>
        <pc:spChg chg="add mod">
          <ac:chgData name="Owais Ahmed" userId="6abc7d4556b3b071" providerId="LiveId" clId="{B72ABCC7-8564-4840-B999-4616C55B60AB}" dt="2024-05-24T06:55:27.612" v="255" actId="1076"/>
          <ac:spMkLst>
            <pc:docMk/>
            <pc:sldMk cId="1792044433" sldId="292"/>
            <ac:spMk id="13" creationId="{98DD93A8-5241-BFF4-E856-D0ECE3D14752}"/>
          </ac:spMkLst>
        </pc:spChg>
        <pc:spChg chg="add mod">
          <ac:chgData name="Owais Ahmed" userId="6abc7d4556b3b071" providerId="LiveId" clId="{B72ABCC7-8564-4840-B999-4616C55B60AB}" dt="2024-05-24T06:55:27.612" v="255" actId="1076"/>
          <ac:spMkLst>
            <pc:docMk/>
            <pc:sldMk cId="1792044433" sldId="292"/>
            <ac:spMk id="15" creationId="{7FD1EEC0-C597-7BA2-8E30-285B55FB2B9C}"/>
          </ac:spMkLst>
        </pc:spChg>
        <pc:spChg chg="add mod">
          <ac:chgData name="Owais Ahmed" userId="6abc7d4556b3b071" providerId="LiveId" clId="{B72ABCC7-8564-4840-B999-4616C55B60AB}" dt="2024-05-24T06:55:27.612" v="255" actId="1076"/>
          <ac:spMkLst>
            <pc:docMk/>
            <pc:sldMk cId="1792044433" sldId="292"/>
            <ac:spMk id="17" creationId="{E460DB29-5EE6-F7E9-EEBF-8932822F385B}"/>
          </ac:spMkLst>
        </pc:spChg>
        <pc:spChg chg="add mod">
          <ac:chgData name="Owais Ahmed" userId="6abc7d4556b3b071" providerId="LiveId" clId="{B72ABCC7-8564-4840-B999-4616C55B60AB}" dt="2024-05-24T06:55:27.612" v="255" actId="1076"/>
          <ac:spMkLst>
            <pc:docMk/>
            <pc:sldMk cId="1792044433" sldId="292"/>
            <ac:spMk id="20" creationId="{C7C54FD9-0A47-891D-7EF8-F76B5D5870DA}"/>
          </ac:spMkLst>
        </pc:spChg>
        <pc:spChg chg="add mod">
          <ac:chgData name="Owais Ahmed" userId="6abc7d4556b3b071" providerId="LiveId" clId="{B72ABCC7-8564-4840-B999-4616C55B60AB}" dt="2024-05-24T06:55:27.612" v="255" actId="1076"/>
          <ac:spMkLst>
            <pc:docMk/>
            <pc:sldMk cId="1792044433" sldId="292"/>
            <ac:spMk id="22" creationId="{050EB5DE-1465-BC96-326F-83FE21742257}"/>
          </ac:spMkLst>
        </pc:spChg>
        <pc:spChg chg="add mod">
          <ac:chgData name="Owais Ahmed" userId="6abc7d4556b3b071" providerId="LiveId" clId="{B72ABCC7-8564-4840-B999-4616C55B60AB}" dt="2024-05-24T06:55:27.612" v="255" actId="1076"/>
          <ac:spMkLst>
            <pc:docMk/>
            <pc:sldMk cId="1792044433" sldId="292"/>
            <ac:spMk id="23" creationId="{D4A12EAE-5632-582D-386B-15F700772B69}"/>
          </ac:spMkLst>
        </pc:spChg>
        <pc:cxnChg chg="add mod">
          <ac:chgData name="Owais Ahmed" userId="6abc7d4556b3b071" providerId="LiveId" clId="{B72ABCC7-8564-4840-B999-4616C55B60AB}" dt="2024-05-24T06:55:27.612" v="255" actId="1076"/>
          <ac:cxnSpMkLst>
            <pc:docMk/>
            <pc:sldMk cId="1792044433" sldId="292"/>
            <ac:cxnSpMk id="7" creationId="{22EED3E6-9E73-6165-4E7A-8A522D67092C}"/>
          </ac:cxnSpMkLst>
        </pc:cxnChg>
        <pc:cxnChg chg="add mod">
          <ac:chgData name="Owais Ahmed" userId="6abc7d4556b3b071" providerId="LiveId" clId="{B72ABCC7-8564-4840-B999-4616C55B60AB}" dt="2024-05-24T06:55:27.612" v="255" actId="1076"/>
          <ac:cxnSpMkLst>
            <pc:docMk/>
            <pc:sldMk cId="1792044433" sldId="292"/>
            <ac:cxnSpMk id="9" creationId="{FCCB4DD4-9120-36DD-10DE-4114CFDC5111}"/>
          </ac:cxnSpMkLst>
        </pc:cxnChg>
        <pc:cxnChg chg="add mod">
          <ac:chgData name="Owais Ahmed" userId="6abc7d4556b3b071" providerId="LiveId" clId="{B72ABCC7-8564-4840-B999-4616C55B60AB}" dt="2024-05-24T06:55:27.612" v="255" actId="1076"/>
          <ac:cxnSpMkLst>
            <pc:docMk/>
            <pc:sldMk cId="1792044433" sldId="292"/>
            <ac:cxnSpMk id="19" creationId="{A31A899D-00A6-FFF2-9A2C-B91ADF39BF2B}"/>
          </ac:cxnSpMkLst>
        </pc:cxnChg>
        <pc:cxnChg chg="add mod">
          <ac:chgData name="Owais Ahmed" userId="6abc7d4556b3b071" providerId="LiveId" clId="{B72ABCC7-8564-4840-B999-4616C55B60AB}" dt="2024-05-24T06:55:27.612" v="255" actId="1076"/>
          <ac:cxnSpMkLst>
            <pc:docMk/>
            <pc:sldMk cId="1792044433" sldId="292"/>
            <ac:cxnSpMk id="21" creationId="{A56D223A-8ED2-A071-29B3-07E7F5D21F0F}"/>
          </ac:cxnSpMkLst>
        </pc:cxnChg>
        <pc:cxnChg chg="add mod">
          <ac:chgData name="Owais Ahmed" userId="6abc7d4556b3b071" providerId="LiveId" clId="{B72ABCC7-8564-4840-B999-4616C55B60AB}" dt="2024-05-24T06:55:27.612" v="255" actId="1076"/>
          <ac:cxnSpMkLst>
            <pc:docMk/>
            <pc:sldMk cId="1792044433" sldId="292"/>
            <ac:cxnSpMk id="24" creationId="{B478EEBD-70C2-1210-F916-3FA7AFC08B77}"/>
          </ac:cxnSpMkLst>
        </pc:cxnChg>
        <pc:cxnChg chg="add mod">
          <ac:chgData name="Owais Ahmed" userId="6abc7d4556b3b071" providerId="LiveId" clId="{B72ABCC7-8564-4840-B999-4616C55B60AB}" dt="2024-05-24T06:55:27.612" v="255" actId="1076"/>
          <ac:cxnSpMkLst>
            <pc:docMk/>
            <pc:sldMk cId="1792044433" sldId="292"/>
            <ac:cxnSpMk id="25" creationId="{56C8F1A7-8D90-E12B-99AE-CEBEBB9C076E}"/>
          </ac:cxnSpMkLst>
        </pc:cxnChg>
      </pc:sldChg>
      <pc:sldChg chg="addSp delSp modSp mod delAnim modAnim">
        <pc:chgData name="Owais Ahmed" userId="6abc7d4556b3b071" providerId="LiveId" clId="{B72ABCC7-8564-4840-B999-4616C55B60AB}" dt="2024-05-24T06:49:21.241" v="237" actId="14734"/>
        <pc:sldMkLst>
          <pc:docMk/>
          <pc:sldMk cId="1404823737" sldId="293"/>
        </pc:sldMkLst>
        <pc:spChg chg="mod">
          <ac:chgData name="Owais Ahmed" userId="6abc7d4556b3b071" providerId="LiveId" clId="{B72ABCC7-8564-4840-B999-4616C55B60AB}" dt="2024-05-24T06:48:36.997" v="226" actId="20577"/>
          <ac:spMkLst>
            <pc:docMk/>
            <pc:sldMk cId="1404823737" sldId="293"/>
            <ac:spMk id="2" creationId="{00000000-0000-0000-0000-000000000000}"/>
          </ac:spMkLst>
        </pc:spChg>
        <pc:spChg chg="del mod">
          <ac:chgData name="Owais Ahmed" userId="6abc7d4556b3b071" providerId="LiveId" clId="{B72ABCC7-8564-4840-B999-4616C55B60AB}" dt="2024-05-24T06:49:02.064" v="232" actId="478"/>
          <ac:spMkLst>
            <pc:docMk/>
            <pc:sldMk cId="1404823737" sldId="293"/>
            <ac:spMk id="5" creationId="{00000000-0000-0000-0000-000000000000}"/>
          </ac:spMkLst>
        </pc:spChg>
        <pc:spChg chg="add del mod">
          <ac:chgData name="Owais Ahmed" userId="6abc7d4556b3b071" providerId="LiveId" clId="{B72ABCC7-8564-4840-B999-4616C55B60AB}" dt="2024-05-24T06:49:05.014" v="233" actId="478"/>
          <ac:spMkLst>
            <pc:docMk/>
            <pc:sldMk cId="1404823737" sldId="293"/>
            <ac:spMk id="6" creationId="{46D480D8-42B3-79EA-D7D4-B6896DD7E938}"/>
          </ac:spMkLst>
        </pc:spChg>
        <pc:graphicFrameChg chg="add mod modGraphic">
          <ac:chgData name="Owais Ahmed" userId="6abc7d4556b3b071" providerId="LiveId" clId="{B72ABCC7-8564-4840-B999-4616C55B60AB}" dt="2024-05-24T06:49:21.241" v="237" actId="14734"/>
          <ac:graphicFrameMkLst>
            <pc:docMk/>
            <pc:sldMk cId="1404823737" sldId="293"/>
            <ac:graphicFrameMk id="3" creationId="{0D05BEEF-1F3F-30B2-BF18-BD6FFFF7DFB3}"/>
          </ac:graphicFrameMkLst>
        </pc:graphicFrameChg>
      </pc:sldChg>
      <pc:sldChg chg="addSp delSp modSp add mod ord">
        <pc:chgData name="Owais Ahmed" userId="6abc7d4556b3b071" providerId="LiveId" clId="{B72ABCC7-8564-4840-B999-4616C55B60AB}" dt="2024-05-24T06:58:06.775" v="282" actId="20578"/>
        <pc:sldMkLst>
          <pc:docMk/>
          <pc:sldMk cId="3597852960" sldId="294"/>
        </pc:sldMkLst>
        <pc:spChg chg="mod">
          <ac:chgData name="Owais Ahmed" userId="6abc7d4556b3b071" providerId="LiveId" clId="{B72ABCC7-8564-4840-B999-4616C55B60AB}" dt="2024-05-24T06:56:36.736" v="273" actId="20577"/>
          <ac:spMkLst>
            <pc:docMk/>
            <pc:sldMk cId="3597852960" sldId="294"/>
            <ac:spMk id="2" creationId="{00000000-0000-0000-0000-000000000000}"/>
          </ac:spMkLst>
        </pc:spChg>
        <pc:spChg chg="add del mod">
          <ac:chgData name="Owais Ahmed" userId="6abc7d4556b3b071" providerId="LiveId" clId="{B72ABCC7-8564-4840-B999-4616C55B60AB}" dt="2024-05-24T06:56:45.550" v="276" actId="478"/>
          <ac:spMkLst>
            <pc:docMk/>
            <pc:sldMk cId="3597852960" sldId="294"/>
            <ac:spMk id="4" creationId="{C1F00768-2A2D-9029-A30F-104CB4376579}"/>
          </ac:spMkLst>
        </pc:spChg>
        <pc:spChg chg="del mod">
          <ac:chgData name="Owais Ahmed" userId="6abc7d4556b3b071" providerId="LiveId" clId="{B72ABCC7-8564-4840-B999-4616C55B60AB}" dt="2024-05-24T06:56:43.707" v="275" actId="478"/>
          <ac:spMkLst>
            <pc:docMk/>
            <pc:sldMk cId="3597852960" sldId="294"/>
            <ac:spMk id="6" creationId="{D8145DD8-8E39-1997-2890-58BDCD1FA606}"/>
          </ac:spMkLst>
        </pc:spChg>
        <pc:spChg chg="del">
          <ac:chgData name="Owais Ahmed" userId="6abc7d4556b3b071" providerId="LiveId" clId="{B72ABCC7-8564-4840-B999-4616C55B60AB}" dt="2024-05-24T06:56:43.707" v="275" actId="478"/>
          <ac:spMkLst>
            <pc:docMk/>
            <pc:sldMk cId="3597852960" sldId="294"/>
            <ac:spMk id="8" creationId="{E8049C2F-5399-1F1C-455B-DF6C76F51E7A}"/>
          </ac:spMkLst>
        </pc:spChg>
        <pc:spChg chg="del">
          <ac:chgData name="Owais Ahmed" userId="6abc7d4556b3b071" providerId="LiveId" clId="{B72ABCC7-8564-4840-B999-4616C55B60AB}" dt="2024-05-24T06:56:43.707" v="275" actId="478"/>
          <ac:spMkLst>
            <pc:docMk/>
            <pc:sldMk cId="3597852960" sldId="294"/>
            <ac:spMk id="11" creationId="{F91F0AA1-A6FF-E73F-2F84-51CC660BE731}"/>
          </ac:spMkLst>
        </pc:spChg>
        <pc:spChg chg="del">
          <ac:chgData name="Owais Ahmed" userId="6abc7d4556b3b071" providerId="LiveId" clId="{B72ABCC7-8564-4840-B999-4616C55B60AB}" dt="2024-05-24T06:56:43.707" v="275" actId="478"/>
          <ac:spMkLst>
            <pc:docMk/>
            <pc:sldMk cId="3597852960" sldId="294"/>
            <ac:spMk id="13" creationId="{98DD93A8-5241-BFF4-E856-D0ECE3D14752}"/>
          </ac:spMkLst>
        </pc:spChg>
        <pc:spChg chg="del">
          <ac:chgData name="Owais Ahmed" userId="6abc7d4556b3b071" providerId="LiveId" clId="{B72ABCC7-8564-4840-B999-4616C55B60AB}" dt="2024-05-24T06:56:43.707" v="275" actId="478"/>
          <ac:spMkLst>
            <pc:docMk/>
            <pc:sldMk cId="3597852960" sldId="294"/>
            <ac:spMk id="15" creationId="{7FD1EEC0-C597-7BA2-8E30-285B55FB2B9C}"/>
          </ac:spMkLst>
        </pc:spChg>
        <pc:spChg chg="del">
          <ac:chgData name="Owais Ahmed" userId="6abc7d4556b3b071" providerId="LiveId" clId="{B72ABCC7-8564-4840-B999-4616C55B60AB}" dt="2024-05-24T06:56:43.707" v="275" actId="478"/>
          <ac:spMkLst>
            <pc:docMk/>
            <pc:sldMk cId="3597852960" sldId="294"/>
            <ac:spMk id="17" creationId="{E460DB29-5EE6-F7E9-EEBF-8932822F385B}"/>
          </ac:spMkLst>
        </pc:spChg>
        <pc:spChg chg="del">
          <ac:chgData name="Owais Ahmed" userId="6abc7d4556b3b071" providerId="LiveId" clId="{B72ABCC7-8564-4840-B999-4616C55B60AB}" dt="2024-05-24T06:56:43.707" v="275" actId="478"/>
          <ac:spMkLst>
            <pc:docMk/>
            <pc:sldMk cId="3597852960" sldId="294"/>
            <ac:spMk id="20" creationId="{C7C54FD9-0A47-891D-7EF8-F76B5D5870DA}"/>
          </ac:spMkLst>
        </pc:spChg>
        <pc:spChg chg="del">
          <ac:chgData name="Owais Ahmed" userId="6abc7d4556b3b071" providerId="LiveId" clId="{B72ABCC7-8564-4840-B999-4616C55B60AB}" dt="2024-05-24T06:56:43.707" v="275" actId="478"/>
          <ac:spMkLst>
            <pc:docMk/>
            <pc:sldMk cId="3597852960" sldId="294"/>
            <ac:spMk id="22" creationId="{050EB5DE-1465-BC96-326F-83FE21742257}"/>
          </ac:spMkLst>
        </pc:spChg>
        <pc:spChg chg="del">
          <ac:chgData name="Owais Ahmed" userId="6abc7d4556b3b071" providerId="LiveId" clId="{B72ABCC7-8564-4840-B999-4616C55B60AB}" dt="2024-05-24T06:56:43.707" v="275" actId="478"/>
          <ac:spMkLst>
            <pc:docMk/>
            <pc:sldMk cId="3597852960" sldId="294"/>
            <ac:spMk id="23" creationId="{D4A12EAE-5632-582D-386B-15F700772B69}"/>
          </ac:spMkLst>
        </pc:spChg>
        <pc:picChg chg="add mod">
          <ac:chgData name="Owais Ahmed" userId="6abc7d4556b3b071" providerId="LiveId" clId="{B72ABCC7-8564-4840-B999-4616C55B60AB}" dt="2024-05-24T06:57:03.812" v="279" actId="1076"/>
          <ac:picMkLst>
            <pc:docMk/>
            <pc:sldMk cId="3597852960" sldId="294"/>
            <ac:picMk id="5" creationId="{755E6165-36AA-97FD-C098-33BF4912E0A7}"/>
          </ac:picMkLst>
        </pc:picChg>
        <pc:cxnChg chg="del">
          <ac:chgData name="Owais Ahmed" userId="6abc7d4556b3b071" providerId="LiveId" clId="{B72ABCC7-8564-4840-B999-4616C55B60AB}" dt="2024-05-24T06:56:43.707" v="275" actId="478"/>
          <ac:cxnSpMkLst>
            <pc:docMk/>
            <pc:sldMk cId="3597852960" sldId="294"/>
            <ac:cxnSpMk id="7" creationId="{22EED3E6-9E73-6165-4E7A-8A522D67092C}"/>
          </ac:cxnSpMkLst>
        </pc:cxnChg>
        <pc:cxnChg chg="del">
          <ac:chgData name="Owais Ahmed" userId="6abc7d4556b3b071" providerId="LiveId" clId="{B72ABCC7-8564-4840-B999-4616C55B60AB}" dt="2024-05-24T06:56:43.707" v="275" actId="478"/>
          <ac:cxnSpMkLst>
            <pc:docMk/>
            <pc:sldMk cId="3597852960" sldId="294"/>
            <ac:cxnSpMk id="9" creationId="{FCCB4DD4-9120-36DD-10DE-4114CFDC5111}"/>
          </ac:cxnSpMkLst>
        </pc:cxnChg>
        <pc:cxnChg chg="del">
          <ac:chgData name="Owais Ahmed" userId="6abc7d4556b3b071" providerId="LiveId" clId="{B72ABCC7-8564-4840-B999-4616C55B60AB}" dt="2024-05-24T06:56:43.707" v="275" actId="478"/>
          <ac:cxnSpMkLst>
            <pc:docMk/>
            <pc:sldMk cId="3597852960" sldId="294"/>
            <ac:cxnSpMk id="19" creationId="{A31A899D-00A6-FFF2-9A2C-B91ADF39BF2B}"/>
          </ac:cxnSpMkLst>
        </pc:cxnChg>
        <pc:cxnChg chg="del">
          <ac:chgData name="Owais Ahmed" userId="6abc7d4556b3b071" providerId="LiveId" clId="{B72ABCC7-8564-4840-B999-4616C55B60AB}" dt="2024-05-24T06:56:43.707" v="275" actId="478"/>
          <ac:cxnSpMkLst>
            <pc:docMk/>
            <pc:sldMk cId="3597852960" sldId="294"/>
            <ac:cxnSpMk id="21" creationId="{A56D223A-8ED2-A071-29B3-07E7F5D21F0F}"/>
          </ac:cxnSpMkLst>
        </pc:cxnChg>
        <pc:cxnChg chg="del">
          <ac:chgData name="Owais Ahmed" userId="6abc7d4556b3b071" providerId="LiveId" clId="{B72ABCC7-8564-4840-B999-4616C55B60AB}" dt="2024-05-24T06:56:43.707" v="275" actId="478"/>
          <ac:cxnSpMkLst>
            <pc:docMk/>
            <pc:sldMk cId="3597852960" sldId="294"/>
            <ac:cxnSpMk id="24" creationId="{B478EEBD-70C2-1210-F916-3FA7AFC08B77}"/>
          </ac:cxnSpMkLst>
        </pc:cxnChg>
        <pc:cxnChg chg="del">
          <ac:chgData name="Owais Ahmed" userId="6abc7d4556b3b071" providerId="LiveId" clId="{B72ABCC7-8564-4840-B999-4616C55B60AB}" dt="2024-05-24T06:56:43.707" v="275" actId="478"/>
          <ac:cxnSpMkLst>
            <pc:docMk/>
            <pc:sldMk cId="3597852960" sldId="294"/>
            <ac:cxnSpMk id="25" creationId="{56C8F1A7-8D90-E12B-99AE-CEBEBB9C076E}"/>
          </ac:cxnSpMkLst>
        </pc:cxnChg>
      </pc:sldChg>
      <pc:sldChg chg="modSp add mod ord modAnim">
        <pc:chgData name="Owais Ahmed" userId="6abc7d4556b3b071" providerId="LiveId" clId="{B72ABCC7-8564-4840-B999-4616C55B60AB}" dt="2024-05-24T07:01:15.447" v="654" actId="20578"/>
        <pc:sldMkLst>
          <pc:docMk/>
          <pc:sldMk cId="2285825937" sldId="295"/>
        </pc:sldMkLst>
        <pc:spChg chg="mod">
          <ac:chgData name="Owais Ahmed" userId="6abc7d4556b3b071" providerId="LiveId" clId="{B72ABCC7-8564-4840-B999-4616C55B60AB}" dt="2024-05-24T06:58:14.063" v="283"/>
          <ac:spMkLst>
            <pc:docMk/>
            <pc:sldMk cId="2285825937" sldId="295"/>
            <ac:spMk id="2" creationId="{00000000-0000-0000-0000-000000000000}"/>
          </ac:spMkLst>
        </pc:spChg>
        <pc:spChg chg="mod">
          <ac:chgData name="Owais Ahmed" userId="6abc7d4556b3b071" providerId="LiveId" clId="{B72ABCC7-8564-4840-B999-4616C55B60AB}" dt="2024-05-24T07:00:26.922" v="652" actId="20577"/>
          <ac:spMkLst>
            <pc:docMk/>
            <pc:sldMk cId="2285825937" sldId="295"/>
            <ac:spMk id="5" creationId="{00000000-0000-0000-0000-000000000000}"/>
          </ac:spMkLst>
        </pc:spChg>
      </pc:sldChg>
      <pc:sldChg chg="del">
        <pc:chgData name="Owais Ahmed" userId="6abc7d4556b3b071" providerId="LiveId" clId="{B72ABCC7-8564-4840-B999-4616C55B60AB}" dt="2024-05-24T06:49:39.820" v="238" actId="2696"/>
        <pc:sldMkLst>
          <pc:docMk/>
          <pc:sldMk cId="4171505665" sldId="295"/>
        </pc:sldMkLst>
      </pc:sldChg>
      <pc:sldChg chg="addSp delSp modSp add mod ord">
        <pc:chgData name="Owais Ahmed" userId="6abc7d4556b3b071" providerId="LiveId" clId="{B72ABCC7-8564-4840-B999-4616C55B60AB}" dt="2024-05-24T07:02:54.687" v="667" actId="20578"/>
        <pc:sldMkLst>
          <pc:docMk/>
          <pc:sldMk cId="734101141" sldId="296"/>
        </pc:sldMkLst>
        <pc:spChg chg="mod">
          <ac:chgData name="Owais Ahmed" userId="6abc7d4556b3b071" providerId="LiveId" clId="{B72ABCC7-8564-4840-B999-4616C55B60AB}" dt="2024-05-24T07:01:26.128" v="657" actId="20577"/>
          <ac:spMkLst>
            <pc:docMk/>
            <pc:sldMk cId="734101141" sldId="296"/>
            <ac:spMk id="2" creationId="{00000000-0000-0000-0000-000000000000}"/>
          </ac:spMkLst>
        </pc:spChg>
        <pc:spChg chg="add del mod">
          <ac:chgData name="Owais Ahmed" userId="6abc7d4556b3b071" providerId="LiveId" clId="{B72ABCC7-8564-4840-B999-4616C55B60AB}" dt="2024-05-24T07:01:23.383" v="656" actId="478"/>
          <ac:spMkLst>
            <pc:docMk/>
            <pc:sldMk cId="734101141" sldId="296"/>
            <ac:spMk id="4" creationId="{998C608E-8C7C-B7F3-036C-EEBABDAB289B}"/>
          </ac:spMkLst>
        </pc:spChg>
        <pc:picChg chg="del">
          <ac:chgData name="Owais Ahmed" userId="6abc7d4556b3b071" providerId="LiveId" clId="{B72ABCC7-8564-4840-B999-4616C55B60AB}" dt="2024-05-24T07:01:19.014" v="655" actId="478"/>
          <ac:picMkLst>
            <pc:docMk/>
            <pc:sldMk cId="734101141" sldId="296"/>
            <ac:picMk id="5" creationId="{755E6165-36AA-97FD-C098-33BF4912E0A7}"/>
          </ac:picMkLst>
        </pc:picChg>
        <pc:picChg chg="add mod">
          <ac:chgData name="Owais Ahmed" userId="6abc7d4556b3b071" providerId="LiveId" clId="{B72ABCC7-8564-4840-B999-4616C55B60AB}" dt="2024-05-24T07:01:57.374" v="662" actId="1076"/>
          <ac:picMkLst>
            <pc:docMk/>
            <pc:sldMk cId="734101141" sldId="296"/>
            <ac:picMk id="6" creationId="{E775683E-A635-8973-D99A-E91BD508F97B}"/>
          </ac:picMkLst>
        </pc:picChg>
      </pc:sldChg>
      <pc:sldChg chg="delSp add del setBg delDesignElem">
        <pc:chgData name="Owais Ahmed" userId="6abc7d4556b3b071" providerId="LiveId" clId="{B72ABCC7-8564-4840-B999-4616C55B60AB}" dt="2024-05-24T07:02:49.355" v="665" actId="2696"/>
        <pc:sldMkLst>
          <pc:docMk/>
          <pc:sldMk cId="2113978271" sldId="297"/>
        </pc:sldMkLst>
        <pc:spChg chg="del">
          <ac:chgData name="Owais Ahmed" userId="6abc7d4556b3b071" providerId="LiveId" clId="{B72ABCC7-8564-4840-B999-4616C55B60AB}" dt="2024-05-24T07:02:45.521" v="664"/>
          <ac:spMkLst>
            <pc:docMk/>
            <pc:sldMk cId="2113978271" sldId="297"/>
            <ac:spMk id="8" creationId="{324E43EB-867C-4B35-9A5C-E435157C7297}"/>
          </ac:spMkLst>
        </pc:spChg>
        <pc:spChg chg="del">
          <ac:chgData name="Owais Ahmed" userId="6abc7d4556b3b071" providerId="LiveId" clId="{B72ABCC7-8564-4840-B999-4616C55B60AB}" dt="2024-05-24T07:02:45.521" v="664"/>
          <ac:spMkLst>
            <pc:docMk/>
            <pc:sldMk cId="2113978271" sldId="297"/>
            <ac:spMk id="9" creationId="{A7C0F5DA-B59F-4F13-8BB8-FFD8F2C572BC}"/>
          </ac:spMkLst>
        </pc:spChg>
        <pc:spChg chg="del">
          <ac:chgData name="Owais Ahmed" userId="6abc7d4556b3b071" providerId="LiveId" clId="{B72ABCC7-8564-4840-B999-4616C55B60AB}" dt="2024-05-24T07:02:45.521" v="664"/>
          <ac:spMkLst>
            <pc:docMk/>
            <pc:sldMk cId="2113978271" sldId="297"/>
            <ac:spMk id="14" creationId="{9CEA1DEC-CC9E-4776-9E08-048A15BFA6CA}"/>
          </ac:spMkLst>
        </pc:spChg>
        <pc:spChg chg="del">
          <ac:chgData name="Owais Ahmed" userId="6abc7d4556b3b071" providerId="LiveId" clId="{B72ABCC7-8564-4840-B999-4616C55B60AB}" dt="2024-05-24T07:02:45.521" v="664"/>
          <ac:spMkLst>
            <pc:docMk/>
            <pc:sldMk cId="2113978271" sldId="297"/>
            <ac:spMk id="16" creationId="{9CE399CF-F4B8-4832-A8CB-B93F6B1EF44B}"/>
          </ac:spMkLst>
        </pc:spChg>
        <pc:spChg chg="del">
          <ac:chgData name="Owais Ahmed" userId="6abc7d4556b3b071" providerId="LiveId" clId="{B72ABCC7-8564-4840-B999-4616C55B60AB}" dt="2024-05-24T07:02:45.521" v="664"/>
          <ac:spMkLst>
            <pc:docMk/>
            <pc:sldMk cId="2113978271" sldId="297"/>
            <ac:spMk id="18" creationId="{1F23E73A-FDC8-462C-83C1-3AA8961449CF}"/>
          </ac:spMkLst>
        </pc:spChg>
      </pc:sldChg>
      <pc:sldChg chg="modSp add mod modAnim">
        <pc:chgData name="Owais Ahmed" userId="6abc7d4556b3b071" providerId="LiveId" clId="{B72ABCC7-8564-4840-B999-4616C55B60AB}" dt="2024-05-24T07:05:48.053" v="1068" actId="20577"/>
        <pc:sldMkLst>
          <pc:docMk/>
          <pc:sldMk cId="4132422827" sldId="297"/>
        </pc:sldMkLst>
        <pc:spChg chg="mod">
          <ac:chgData name="Owais Ahmed" userId="6abc7d4556b3b071" providerId="LiveId" clId="{B72ABCC7-8564-4840-B999-4616C55B60AB}" dt="2024-05-24T07:03:03.932" v="674" actId="6549"/>
          <ac:spMkLst>
            <pc:docMk/>
            <pc:sldMk cId="4132422827" sldId="297"/>
            <ac:spMk id="2" creationId="{00000000-0000-0000-0000-000000000000}"/>
          </ac:spMkLst>
        </pc:spChg>
        <pc:spChg chg="mod">
          <ac:chgData name="Owais Ahmed" userId="6abc7d4556b3b071" providerId="LiveId" clId="{B72ABCC7-8564-4840-B999-4616C55B60AB}" dt="2024-05-24T07:05:48.053" v="1068" actId="20577"/>
          <ac:spMkLst>
            <pc:docMk/>
            <pc:sldMk cId="4132422827" sldId="297"/>
            <ac:spMk id="5" creationId="{00000000-0000-0000-0000-000000000000}"/>
          </ac:spMkLst>
        </pc:spChg>
      </pc:sldChg>
      <pc:sldChg chg="addSp delSp modSp add mod">
        <pc:chgData name="Owais Ahmed" userId="6abc7d4556b3b071" providerId="LiveId" clId="{B72ABCC7-8564-4840-B999-4616C55B60AB}" dt="2024-05-24T07:10:09.413" v="1099" actId="14100"/>
        <pc:sldMkLst>
          <pc:docMk/>
          <pc:sldMk cId="100114263" sldId="298"/>
        </pc:sldMkLst>
        <pc:spChg chg="mod">
          <ac:chgData name="Owais Ahmed" userId="6abc7d4556b3b071" providerId="LiveId" clId="{B72ABCC7-8564-4840-B999-4616C55B60AB}" dt="2024-05-24T07:06:43.964" v="1079" actId="20577"/>
          <ac:spMkLst>
            <pc:docMk/>
            <pc:sldMk cId="100114263" sldId="298"/>
            <ac:spMk id="2" creationId="{00000000-0000-0000-0000-000000000000}"/>
          </ac:spMkLst>
        </pc:spChg>
        <pc:spChg chg="add del mod">
          <ac:chgData name="Owais Ahmed" userId="6abc7d4556b3b071" providerId="LiveId" clId="{B72ABCC7-8564-4840-B999-4616C55B60AB}" dt="2024-05-24T07:06:48.507" v="1081" actId="478"/>
          <ac:spMkLst>
            <pc:docMk/>
            <pc:sldMk cId="100114263" sldId="298"/>
            <ac:spMk id="4" creationId="{23DA47BF-71A6-380C-9658-9164DA3BC724}"/>
          </ac:spMkLst>
        </pc:spChg>
        <pc:spChg chg="add mod">
          <ac:chgData name="Owais Ahmed" userId="6abc7d4556b3b071" providerId="LiveId" clId="{B72ABCC7-8564-4840-B999-4616C55B60AB}" dt="2024-05-24T07:08:45.345" v="1085" actId="255"/>
          <ac:spMkLst>
            <pc:docMk/>
            <pc:sldMk cId="100114263" sldId="298"/>
            <ac:spMk id="5" creationId="{88C0F0B2-116C-979C-6AD2-04A9E3BE1C06}"/>
          </ac:spMkLst>
        </pc:spChg>
        <pc:spChg chg="add mod">
          <ac:chgData name="Owais Ahmed" userId="6abc7d4556b3b071" providerId="LiveId" clId="{B72ABCC7-8564-4840-B999-4616C55B60AB}" dt="2024-05-24T07:10:07.296" v="1098" actId="1076"/>
          <ac:spMkLst>
            <pc:docMk/>
            <pc:sldMk cId="100114263" sldId="298"/>
            <ac:spMk id="7" creationId="{A7105795-A3F6-1BC7-4261-DB50BFF74610}"/>
          </ac:spMkLst>
        </pc:spChg>
        <pc:spChg chg="mod topLvl">
          <ac:chgData name="Owais Ahmed" userId="6abc7d4556b3b071" providerId="LiveId" clId="{B72ABCC7-8564-4840-B999-4616C55B60AB}" dt="2024-05-24T07:10:06.973" v="1097" actId="165"/>
          <ac:spMkLst>
            <pc:docMk/>
            <pc:sldMk cId="100114263" sldId="298"/>
            <ac:spMk id="13" creationId="{9469C00E-A303-E76A-3982-0D66D7019149}"/>
          </ac:spMkLst>
        </pc:spChg>
        <pc:spChg chg="mod topLvl">
          <ac:chgData name="Owais Ahmed" userId="6abc7d4556b3b071" providerId="LiveId" clId="{B72ABCC7-8564-4840-B999-4616C55B60AB}" dt="2024-05-24T07:10:06.973" v="1097" actId="165"/>
          <ac:spMkLst>
            <pc:docMk/>
            <pc:sldMk cId="100114263" sldId="298"/>
            <ac:spMk id="15" creationId="{9657FCBB-1F8D-5F56-B1F6-59EAA1CF7CA5}"/>
          </ac:spMkLst>
        </pc:spChg>
        <pc:spChg chg="mod topLvl">
          <ac:chgData name="Owais Ahmed" userId="6abc7d4556b3b071" providerId="LiveId" clId="{B72ABCC7-8564-4840-B999-4616C55B60AB}" dt="2024-05-24T07:10:06.973" v="1097" actId="165"/>
          <ac:spMkLst>
            <pc:docMk/>
            <pc:sldMk cId="100114263" sldId="298"/>
            <ac:spMk id="17" creationId="{C9B5421B-F538-F3F5-0935-9C78E5E29AB5}"/>
          </ac:spMkLst>
        </pc:spChg>
        <pc:spChg chg="mod topLvl">
          <ac:chgData name="Owais Ahmed" userId="6abc7d4556b3b071" providerId="LiveId" clId="{B72ABCC7-8564-4840-B999-4616C55B60AB}" dt="2024-05-24T07:10:06.973" v="1097" actId="165"/>
          <ac:spMkLst>
            <pc:docMk/>
            <pc:sldMk cId="100114263" sldId="298"/>
            <ac:spMk id="19" creationId="{83F551C2-AA0B-CEC6-F51D-2363E7CF8CA4}"/>
          </ac:spMkLst>
        </pc:spChg>
        <pc:spChg chg="mod topLvl">
          <ac:chgData name="Owais Ahmed" userId="6abc7d4556b3b071" providerId="LiveId" clId="{B72ABCC7-8564-4840-B999-4616C55B60AB}" dt="2024-05-24T07:10:06.973" v="1097" actId="165"/>
          <ac:spMkLst>
            <pc:docMk/>
            <pc:sldMk cId="100114263" sldId="298"/>
            <ac:spMk id="21" creationId="{B1F31531-E2A7-9163-7345-09F9DFA500EC}"/>
          </ac:spMkLst>
        </pc:spChg>
        <pc:spChg chg="mod topLvl">
          <ac:chgData name="Owais Ahmed" userId="6abc7d4556b3b071" providerId="LiveId" clId="{B72ABCC7-8564-4840-B999-4616C55B60AB}" dt="2024-05-24T07:10:06.973" v="1097" actId="165"/>
          <ac:spMkLst>
            <pc:docMk/>
            <pc:sldMk cId="100114263" sldId="298"/>
            <ac:spMk id="23" creationId="{0A886975-2BE0-3CAB-583D-5887B8C6E223}"/>
          </ac:spMkLst>
        </pc:spChg>
        <pc:spChg chg="mod topLvl">
          <ac:chgData name="Owais Ahmed" userId="6abc7d4556b3b071" providerId="LiveId" clId="{B72ABCC7-8564-4840-B999-4616C55B60AB}" dt="2024-05-24T07:10:06.973" v="1097" actId="165"/>
          <ac:spMkLst>
            <pc:docMk/>
            <pc:sldMk cId="100114263" sldId="298"/>
            <ac:spMk id="25" creationId="{76232929-CDC5-71A5-1821-CCCC18B8BD61}"/>
          </ac:spMkLst>
        </pc:spChg>
        <pc:spChg chg="mod topLvl">
          <ac:chgData name="Owais Ahmed" userId="6abc7d4556b3b071" providerId="LiveId" clId="{B72ABCC7-8564-4840-B999-4616C55B60AB}" dt="2024-05-24T07:10:06.973" v="1097" actId="165"/>
          <ac:spMkLst>
            <pc:docMk/>
            <pc:sldMk cId="100114263" sldId="298"/>
            <ac:spMk id="26" creationId="{5336FD76-BCEA-78EB-1C9B-0290711FD292}"/>
          </ac:spMkLst>
        </pc:spChg>
        <pc:spChg chg="mod topLvl">
          <ac:chgData name="Owais Ahmed" userId="6abc7d4556b3b071" providerId="LiveId" clId="{B72ABCC7-8564-4840-B999-4616C55B60AB}" dt="2024-05-24T07:10:06.973" v="1097" actId="165"/>
          <ac:spMkLst>
            <pc:docMk/>
            <pc:sldMk cId="100114263" sldId="298"/>
            <ac:spMk id="31" creationId="{8B5DA315-CE36-DDA6-5731-B179BCA76983}"/>
          </ac:spMkLst>
        </pc:spChg>
        <pc:spChg chg="mod topLvl">
          <ac:chgData name="Owais Ahmed" userId="6abc7d4556b3b071" providerId="LiveId" clId="{B72ABCC7-8564-4840-B999-4616C55B60AB}" dt="2024-05-24T07:10:06.973" v="1097" actId="165"/>
          <ac:spMkLst>
            <pc:docMk/>
            <pc:sldMk cId="100114263" sldId="298"/>
            <ac:spMk id="32" creationId="{0251E7F2-6F21-37D8-D0D8-FF84AE72CAE3}"/>
          </ac:spMkLst>
        </pc:spChg>
        <pc:grpChg chg="add del mod">
          <ac:chgData name="Owais Ahmed" userId="6abc7d4556b3b071" providerId="LiveId" clId="{B72ABCC7-8564-4840-B999-4616C55B60AB}" dt="2024-05-24T07:10:06.973" v="1097" actId="165"/>
          <ac:grpSpMkLst>
            <pc:docMk/>
            <pc:sldMk cId="100114263" sldId="298"/>
            <ac:grpSpMk id="8" creationId="{74DF6E66-F7CC-EC2B-9EBB-075E40F8CDC9}"/>
          </ac:grpSpMkLst>
        </pc:grpChg>
        <pc:picChg chg="del">
          <ac:chgData name="Owais Ahmed" userId="6abc7d4556b3b071" providerId="LiveId" clId="{B72ABCC7-8564-4840-B999-4616C55B60AB}" dt="2024-05-24T07:06:46.294" v="1080" actId="478"/>
          <ac:picMkLst>
            <pc:docMk/>
            <pc:sldMk cId="100114263" sldId="298"/>
            <ac:picMk id="6" creationId="{E775683E-A635-8973-D99A-E91BD508F97B}"/>
          </ac:picMkLst>
        </pc:picChg>
        <pc:cxnChg chg="mod topLvl">
          <ac:chgData name="Owais Ahmed" userId="6abc7d4556b3b071" providerId="LiveId" clId="{B72ABCC7-8564-4840-B999-4616C55B60AB}" dt="2024-05-24T07:10:06.973" v="1097" actId="165"/>
          <ac:cxnSpMkLst>
            <pc:docMk/>
            <pc:sldMk cId="100114263" sldId="298"/>
            <ac:cxnSpMk id="9" creationId="{8B1CD53A-94AF-6AB8-8E1C-1926B79DD434}"/>
          </ac:cxnSpMkLst>
        </pc:cxnChg>
        <pc:cxnChg chg="mod topLvl">
          <ac:chgData name="Owais Ahmed" userId="6abc7d4556b3b071" providerId="LiveId" clId="{B72ABCC7-8564-4840-B999-4616C55B60AB}" dt="2024-05-24T07:10:06.973" v="1097" actId="165"/>
          <ac:cxnSpMkLst>
            <pc:docMk/>
            <pc:sldMk cId="100114263" sldId="298"/>
            <ac:cxnSpMk id="11" creationId="{FD05FDC2-3436-423D-77A6-48204957E553}"/>
          </ac:cxnSpMkLst>
        </pc:cxnChg>
        <pc:cxnChg chg="mod topLvl">
          <ac:chgData name="Owais Ahmed" userId="6abc7d4556b3b071" providerId="LiveId" clId="{B72ABCC7-8564-4840-B999-4616C55B60AB}" dt="2024-05-24T07:10:09.413" v="1099" actId="14100"/>
          <ac:cxnSpMkLst>
            <pc:docMk/>
            <pc:sldMk cId="100114263" sldId="298"/>
            <ac:cxnSpMk id="20" creationId="{C883B24F-6496-52C6-D0D1-D8DA6AEE4B40}"/>
          </ac:cxnSpMkLst>
        </pc:cxnChg>
        <pc:cxnChg chg="mod topLvl">
          <ac:chgData name="Owais Ahmed" userId="6abc7d4556b3b071" providerId="LiveId" clId="{B72ABCC7-8564-4840-B999-4616C55B60AB}" dt="2024-05-24T07:10:06.973" v="1097" actId="165"/>
          <ac:cxnSpMkLst>
            <pc:docMk/>
            <pc:sldMk cId="100114263" sldId="298"/>
            <ac:cxnSpMk id="22" creationId="{C1EA7B26-9658-ADDC-7880-1ED61593CC1F}"/>
          </ac:cxnSpMkLst>
        </pc:cxnChg>
        <pc:cxnChg chg="mod topLvl">
          <ac:chgData name="Owais Ahmed" userId="6abc7d4556b3b071" providerId="LiveId" clId="{B72ABCC7-8564-4840-B999-4616C55B60AB}" dt="2024-05-24T07:10:06.973" v="1097" actId="165"/>
          <ac:cxnSpMkLst>
            <pc:docMk/>
            <pc:sldMk cId="100114263" sldId="298"/>
            <ac:cxnSpMk id="24" creationId="{14CF9498-2DC9-33EE-33FB-B95D063D0CD4}"/>
          </ac:cxnSpMkLst>
        </pc:cxnChg>
        <pc:cxnChg chg="mod topLvl">
          <ac:chgData name="Owais Ahmed" userId="6abc7d4556b3b071" providerId="LiveId" clId="{B72ABCC7-8564-4840-B999-4616C55B60AB}" dt="2024-05-24T07:10:06.973" v="1097" actId="165"/>
          <ac:cxnSpMkLst>
            <pc:docMk/>
            <pc:sldMk cId="100114263" sldId="298"/>
            <ac:cxnSpMk id="27" creationId="{73BD17C0-FD1D-6893-2D19-3CC40C6F1526}"/>
          </ac:cxnSpMkLst>
        </pc:cxnChg>
        <pc:cxnChg chg="mod topLvl">
          <ac:chgData name="Owais Ahmed" userId="6abc7d4556b3b071" providerId="LiveId" clId="{B72ABCC7-8564-4840-B999-4616C55B60AB}" dt="2024-05-24T07:10:06.973" v="1097" actId="165"/>
          <ac:cxnSpMkLst>
            <pc:docMk/>
            <pc:sldMk cId="100114263" sldId="298"/>
            <ac:cxnSpMk id="28" creationId="{EC844C8A-9FDA-8BF7-B73A-CB9C436C0127}"/>
          </ac:cxnSpMkLst>
        </pc:cxnChg>
        <pc:cxnChg chg="mod topLvl">
          <ac:chgData name="Owais Ahmed" userId="6abc7d4556b3b071" providerId="LiveId" clId="{B72ABCC7-8564-4840-B999-4616C55B60AB}" dt="2024-05-24T07:10:06.973" v="1097" actId="165"/>
          <ac:cxnSpMkLst>
            <pc:docMk/>
            <pc:sldMk cId="100114263" sldId="298"/>
            <ac:cxnSpMk id="29" creationId="{4338CE9B-2442-1C76-490A-60A5AD20BF72}"/>
          </ac:cxnSpMkLst>
        </pc:cxnChg>
        <pc:cxnChg chg="mod topLvl">
          <ac:chgData name="Owais Ahmed" userId="6abc7d4556b3b071" providerId="LiveId" clId="{B72ABCC7-8564-4840-B999-4616C55B60AB}" dt="2024-05-24T07:10:06.973" v="1097" actId="165"/>
          <ac:cxnSpMkLst>
            <pc:docMk/>
            <pc:sldMk cId="100114263" sldId="298"/>
            <ac:cxnSpMk id="30" creationId="{C2EEA3B3-4164-F333-939A-7487F0B5F6B3}"/>
          </ac:cxnSpMkLst>
        </pc:cxnChg>
      </pc:sldChg>
      <pc:sldChg chg="modSp add mod replId modAnim">
        <pc:chgData name="Owais Ahmed" userId="6abc7d4556b3b071" providerId="LiveId" clId="{B72ABCC7-8564-4840-B999-4616C55B60AB}" dt="2024-05-24T07:19:58.175" v="2050" actId="20577"/>
        <pc:sldMkLst>
          <pc:docMk/>
          <pc:sldMk cId="1511135590" sldId="299"/>
        </pc:sldMkLst>
        <pc:spChg chg="mod">
          <ac:chgData name="Owais Ahmed" userId="6abc7d4556b3b071" providerId="LiveId" clId="{B72ABCC7-8564-4840-B999-4616C55B60AB}" dt="2024-05-24T07:10:49.098" v="1106" actId="20577"/>
          <ac:spMkLst>
            <pc:docMk/>
            <pc:sldMk cId="1511135590" sldId="299"/>
            <ac:spMk id="2" creationId="{00000000-0000-0000-0000-000000000000}"/>
          </ac:spMkLst>
        </pc:spChg>
        <pc:spChg chg="mod">
          <ac:chgData name="Owais Ahmed" userId="6abc7d4556b3b071" providerId="LiveId" clId="{B72ABCC7-8564-4840-B999-4616C55B60AB}" dt="2024-05-24T07:19:58.175" v="2050" actId="20577"/>
          <ac:spMkLst>
            <pc:docMk/>
            <pc:sldMk cId="1511135590" sldId="299"/>
            <ac:spMk id="5" creationId="{00000000-0000-0000-0000-000000000000}"/>
          </ac:spMkLst>
        </pc:spChg>
      </pc:sldChg>
      <pc:sldChg chg="addSp delSp modSp add mod delAnim modAnim">
        <pc:chgData name="Owais Ahmed" userId="6abc7d4556b3b071" providerId="LiveId" clId="{B72ABCC7-8564-4840-B999-4616C55B60AB}" dt="2024-05-24T07:22:05.976" v="2057" actId="1076"/>
        <pc:sldMkLst>
          <pc:docMk/>
          <pc:sldMk cId="1493339437" sldId="300"/>
        </pc:sldMkLst>
        <pc:spChg chg="mod">
          <ac:chgData name="Owais Ahmed" userId="6abc7d4556b3b071" providerId="LiveId" clId="{B72ABCC7-8564-4840-B999-4616C55B60AB}" dt="2024-05-24T07:15:20.828" v="1552" actId="20577"/>
          <ac:spMkLst>
            <pc:docMk/>
            <pc:sldMk cId="1493339437" sldId="300"/>
            <ac:spMk id="2" creationId="{00000000-0000-0000-0000-000000000000}"/>
          </ac:spMkLst>
        </pc:spChg>
        <pc:spChg chg="add del mod">
          <ac:chgData name="Owais Ahmed" userId="6abc7d4556b3b071" providerId="LiveId" clId="{B72ABCC7-8564-4840-B999-4616C55B60AB}" dt="2024-05-24T07:21:39.338" v="2053" actId="478"/>
          <ac:spMkLst>
            <pc:docMk/>
            <pc:sldMk cId="1493339437" sldId="300"/>
            <ac:spMk id="4" creationId="{0EA5C1B8-CF68-44DF-F84F-061D552D49C6}"/>
          </ac:spMkLst>
        </pc:spChg>
        <pc:spChg chg="del mod">
          <ac:chgData name="Owais Ahmed" userId="6abc7d4556b3b071" providerId="LiveId" clId="{B72ABCC7-8564-4840-B999-4616C55B60AB}" dt="2024-05-24T07:21:37.258" v="2052" actId="478"/>
          <ac:spMkLst>
            <pc:docMk/>
            <pc:sldMk cId="1493339437" sldId="300"/>
            <ac:spMk id="5" creationId="{00000000-0000-0000-0000-000000000000}"/>
          </ac:spMkLst>
        </pc:spChg>
        <pc:picChg chg="add mod">
          <ac:chgData name="Owais Ahmed" userId="6abc7d4556b3b071" providerId="LiveId" clId="{B72ABCC7-8564-4840-B999-4616C55B60AB}" dt="2024-05-24T07:22:05.976" v="2057" actId="1076"/>
          <ac:picMkLst>
            <pc:docMk/>
            <pc:sldMk cId="1493339437" sldId="300"/>
            <ac:picMk id="1026" creationId="{23EA40B4-3E0A-9482-C952-A362A7DC0094}"/>
          </ac:picMkLst>
        </pc:picChg>
      </pc:sldChg>
      <pc:sldChg chg="add">
        <pc:chgData name="Owais Ahmed" userId="6abc7d4556b3b071" providerId="LiveId" clId="{B72ABCC7-8564-4840-B999-4616C55B60AB}" dt="2024-05-24T07:21:32.979" v="2051" actId="2890"/>
        <pc:sldMkLst>
          <pc:docMk/>
          <pc:sldMk cId="628152318" sldId="301"/>
        </pc:sldMkLst>
      </pc:sldChg>
      <pc:sldChg chg="addSp delSp modSp add mod delAnim">
        <pc:chgData name="Owais Ahmed" userId="6abc7d4556b3b071" providerId="LiveId" clId="{B72ABCC7-8564-4840-B999-4616C55B60AB}" dt="2024-05-24T07:43:48.114" v="2076" actId="1076"/>
        <pc:sldMkLst>
          <pc:docMk/>
          <pc:sldMk cId="900167352" sldId="302"/>
        </pc:sldMkLst>
        <pc:spChg chg="mod">
          <ac:chgData name="Owais Ahmed" userId="6abc7d4556b3b071" providerId="LiveId" clId="{B72ABCC7-8564-4840-B999-4616C55B60AB}" dt="2024-05-24T07:22:35.003" v="2069" actId="20577"/>
          <ac:spMkLst>
            <pc:docMk/>
            <pc:sldMk cId="900167352" sldId="302"/>
            <ac:spMk id="2" creationId="{00000000-0000-0000-0000-000000000000}"/>
          </ac:spMkLst>
        </pc:spChg>
        <pc:spChg chg="add del mod">
          <ac:chgData name="Owais Ahmed" userId="6abc7d4556b3b071" providerId="LiveId" clId="{B72ABCC7-8564-4840-B999-4616C55B60AB}" dt="2024-05-24T07:22:48.401" v="2072" actId="478"/>
          <ac:spMkLst>
            <pc:docMk/>
            <pc:sldMk cId="900167352" sldId="302"/>
            <ac:spMk id="4" creationId="{133C24E2-A0AD-4E97-6033-0F59EBED7459}"/>
          </ac:spMkLst>
        </pc:spChg>
        <pc:spChg chg="del">
          <ac:chgData name="Owais Ahmed" userId="6abc7d4556b3b071" providerId="LiveId" clId="{B72ABCC7-8564-4840-B999-4616C55B60AB}" dt="2024-05-24T07:22:47.044" v="2071" actId="478"/>
          <ac:spMkLst>
            <pc:docMk/>
            <pc:sldMk cId="900167352" sldId="302"/>
            <ac:spMk id="5" creationId="{00000000-0000-0000-0000-000000000000}"/>
          </ac:spMkLst>
        </pc:spChg>
        <pc:picChg chg="add mod">
          <ac:chgData name="Owais Ahmed" userId="6abc7d4556b3b071" providerId="LiveId" clId="{B72ABCC7-8564-4840-B999-4616C55B60AB}" dt="2024-05-24T07:22:56.935" v="2073"/>
          <ac:picMkLst>
            <pc:docMk/>
            <pc:sldMk cId="900167352" sldId="302"/>
            <ac:picMk id="6" creationId="{3F25CD4E-A0C3-92BE-DEF3-6E9A0EFCA7C4}"/>
          </ac:picMkLst>
        </pc:picChg>
        <pc:picChg chg="add mod">
          <ac:chgData name="Owais Ahmed" userId="6abc7d4556b3b071" providerId="LiveId" clId="{B72ABCC7-8564-4840-B999-4616C55B60AB}" dt="2024-05-24T07:43:48.114" v="2076" actId="1076"/>
          <ac:picMkLst>
            <pc:docMk/>
            <pc:sldMk cId="900167352" sldId="302"/>
            <ac:picMk id="7" creationId="{96C7564A-9118-92C7-DD57-157A72B0EE8B}"/>
          </ac:picMkLst>
        </pc:picChg>
      </pc:sldChg>
      <pc:sldChg chg="modSp add modAnim">
        <pc:chgData name="Owais Ahmed" userId="6abc7d4556b3b071" providerId="LiveId" clId="{B72ABCC7-8564-4840-B999-4616C55B60AB}" dt="2024-05-24T07:47:15.989" v="2458" actId="20577"/>
        <pc:sldMkLst>
          <pc:docMk/>
          <pc:sldMk cId="4080721101" sldId="303"/>
        </pc:sldMkLst>
        <pc:spChg chg="mod">
          <ac:chgData name="Owais Ahmed" userId="6abc7d4556b3b071" providerId="LiveId" clId="{B72ABCC7-8564-4840-B999-4616C55B60AB}" dt="2024-05-24T07:47:15.989" v="2458" actId="20577"/>
          <ac:spMkLst>
            <pc:docMk/>
            <pc:sldMk cId="4080721101" sldId="303"/>
            <ac:spMk id="5" creationId="{00000000-0000-0000-0000-000000000000}"/>
          </ac:spMkLst>
        </pc:spChg>
      </pc:sldChg>
      <pc:sldChg chg="modSp add mod modAnim">
        <pc:chgData name="Owais Ahmed" userId="6abc7d4556b3b071" providerId="LiveId" clId="{B72ABCC7-8564-4840-B999-4616C55B60AB}" dt="2024-05-24T07:51:22.511" v="3120" actId="20577"/>
        <pc:sldMkLst>
          <pc:docMk/>
          <pc:sldMk cId="1056369018" sldId="304"/>
        </pc:sldMkLst>
        <pc:spChg chg="mod">
          <ac:chgData name="Owais Ahmed" userId="6abc7d4556b3b071" providerId="LiveId" clId="{B72ABCC7-8564-4840-B999-4616C55B60AB}" dt="2024-05-24T07:47:31.671" v="2473" actId="20577"/>
          <ac:spMkLst>
            <pc:docMk/>
            <pc:sldMk cId="1056369018" sldId="304"/>
            <ac:spMk id="2" creationId="{00000000-0000-0000-0000-000000000000}"/>
          </ac:spMkLst>
        </pc:spChg>
        <pc:spChg chg="mod">
          <ac:chgData name="Owais Ahmed" userId="6abc7d4556b3b071" providerId="LiveId" clId="{B72ABCC7-8564-4840-B999-4616C55B60AB}" dt="2024-05-24T07:51:22.511" v="3120" actId="20577"/>
          <ac:spMkLst>
            <pc:docMk/>
            <pc:sldMk cId="1056369018" sldId="304"/>
            <ac:spMk id="5" creationId="{00000000-0000-0000-0000-000000000000}"/>
          </ac:spMkLst>
        </pc:spChg>
      </pc:sldChg>
      <pc:sldChg chg="addSp delSp modSp add del mod setBg delAnim">
        <pc:chgData name="Owais Ahmed" userId="6abc7d4556b3b071" providerId="LiveId" clId="{B72ABCC7-8564-4840-B999-4616C55B60AB}" dt="2024-05-24T08:01:50.512" v="3135" actId="2696"/>
        <pc:sldMkLst>
          <pc:docMk/>
          <pc:sldMk cId="1919018053" sldId="305"/>
        </pc:sldMkLst>
        <pc:spChg chg="del">
          <ac:chgData name="Owais Ahmed" userId="6abc7d4556b3b071" providerId="LiveId" clId="{B72ABCC7-8564-4840-B999-4616C55B60AB}" dt="2024-05-24T08:00:51.352" v="3122" actId="478"/>
          <ac:spMkLst>
            <pc:docMk/>
            <pc:sldMk cId="1919018053" sldId="305"/>
            <ac:spMk id="2" creationId="{00000000-0000-0000-0000-000000000000}"/>
          </ac:spMkLst>
        </pc:spChg>
        <pc:spChg chg="add del mod">
          <ac:chgData name="Owais Ahmed" userId="6abc7d4556b3b071" providerId="LiveId" clId="{B72ABCC7-8564-4840-B999-4616C55B60AB}" dt="2024-05-24T08:00:56.777" v="3125" actId="478"/>
          <ac:spMkLst>
            <pc:docMk/>
            <pc:sldMk cId="1919018053" sldId="305"/>
            <ac:spMk id="4" creationId="{FDEC8264-734D-CFAE-84F6-0512850AFE98}"/>
          </ac:spMkLst>
        </pc:spChg>
        <pc:spChg chg="del mod">
          <ac:chgData name="Owais Ahmed" userId="6abc7d4556b3b071" providerId="LiveId" clId="{B72ABCC7-8564-4840-B999-4616C55B60AB}" dt="2024-05-24T08:00:54.853" v="3124" actId="478"/>
          <ac:spMkLst>
            <pc:docMk/>
            <pc:sldMk cId="1919018053" sldId="305"/>
            <ac:spMk id="5" creationId="{00000000-0000-0000-0000-000000000000}"/>
          </ac:spMkLst>
        </pc:spChg>
        <pc:spChg chg="add del mod">
          <ac:chgData name="Owais Ahmed" userId="6abc7d4556b3b071" providerId="LiveId" clId="{B72ABCC7-8564-4840-B999-4616C55B60AB}" dt="2024-05-24T08:01:21.109" v="3130" actId="478"/>
          <ac:spMkLst>
            <pc:docMk/>
            <pc:sldMk cId="1919018053" sldId="305"/>
            <ac:spMk id="7" creationId="{BF1F8943-6968-9FFE-B5BF-D4D936DD470D}"/>
          </ac:spMkLst>
        </pc:spChg>
        <pc:spChg chg="add del">
          <ac:chgData name="Owais Ahmed" userId="6abc7d4556b3b071" providerId="LiveId" clId="{B72ABCC7-8564-4840-B999-4616C55B60AB}" dt="2024-05-24T08:01:38.625" v="3133" actId="478"/>
          <ac:spMkLst>
            <pc:docMk/>
            <pc:sldMk cId="1919018053" sldId="305"/>
            <ac:spMk id="8" creationId="{324E43EB-867C-4B35-9A5C-E435157C7297}"/>
          </ac:spMkLst>
        </pc:spChg>
        <pc:spChg chg="add del">
          <ac:chgData name="Owais Ahmed" userId="6abc7d4556b3b071" providerId="LiveId" clId="{B72ABCC7-8564-4840-B999-4616C55B60AB}" dt="2024-05-24T08:01:38.625" v="3133" actId="478"/>
          <ac:spMkLst>
            <pc:docMk/>
            <pc:sldMk cId="1919018053" sldId="305"/>
            <ac:spMk id="9" creationId="{A7C0F5DA-B59F-4F13-8BB8-FFD8F2C572BC}"/>
          </ac:spMkLst>
        </pc:spChg>
        <pc:spChg chg="add del mod">
          <ac:chgData name="Owais Ahmed" userId="6abc7d4556b3b071" providerId="LiveId" clId="{B72ABCC7-8564-4840-B999-4616C55B60AB}" dt="2024-05-24T08:01:17.440" v="3129" actId="478"/>
          <ac:spMkLst>
            <pc:docMk/>
            <pc:sldMk cId="1919018053" sldId="305"/>
            <ac:spMk id="10" creationId="{CEF904AD-F148-F4C0-DEC3-78F16E18E0DC}"/>
          </ac:spMkLst>
        </pc:spChg>
        <pc:spChg chg="add del">
          <ac:chgData name="Owais Ahmed" userId="6abc7d4556b3b071" providerId="LiveId" clId="{B72ABCC7-8564-4840-B999-4616C55B60AB}" dt="2024-05-24T08:01:38.625" v="3133" actId="478"/>
          <ac:spMkLst>
            <pc:docMk/>
            <pc:sldMk cId="1919018053" sldId="305"/>
            <ac:spMk id="14" creationId="{9CEA1DEC-CC9E-4776-9E08-048A15BFA6CA}"/>
          </ac:spMkLst>
        </pc:spChg>
        <pc:spChg chg="add del">
          <ac:chgData name="Owais Ahmed" userId="6abc7d4556b3b071" providerId="LiveId" clId="{B72ABCC7-8564-4840-B999-4616C55B60AB}" dt="2024-05-24T08:01:38.625" v="3133" actId="478"/>
          <ac:spMkLst>
            <pc:docMk/>
            <pc:sldMk cId="1919018053" sldId="305"/>
            <ac:spMk id="16" creationId="{9CE399CF-F4B8-4832-A8CB-B93F6B1EF44B}"/>
          </ac:spMkLst>
        </pc:spChg>
        <pc:spChg chg="add del">
          <ac:chgData name="Owais Ahmed" userId="6abc7d4556b3b071" providerId="LiveId" clId="{B72ABCC7-8564-4840-B999-4616C55B60AB}" dt="2024-05-24T08:01:38.625" v="3133" actId="478"/>
          <ac:spMkLst>
            <pc:docMk/>
            <pc:sldMk cId="1919018053" sldId="305"/>
            <ac:spMk id="18" creationId="{1F23E73A-FDC8-462C-83C1-3AA8961449CF}"/>
          </ac:spMkLst>
        </pc:spChg>
      </pc:sldChg>
      <pc:sldChg chg="addSp delSp modSp new mod ord">
        <pc:chgData name="Owais Ahmed" userId="6abc7d4556b3b071" providerId="LiveId" clId="{B72ABCC7-8564-4840-B999-4616C55B60AB}" dt="2024-05-24T08:51:52.534" v="3380" actId="20578"/>
        <pc:sldMkLst>
          <pc:docMk/>
          <pc:sldMk cId="1293632153" sldId="306"/>
        </pc:sldMkLst>
        <pc:spChg chg="add del mod">
          <ac:chgData name="Owais Ahmed" userId="6abc7d4556b3b071" providerId="LiveId" clId="{B72ABCC7-8564-4840-B999-4616C55B60AB}" dt="2024-05-24T08:01:55.781" v="3139"/>
          <ac:spMkLst>
            <pc:docMk/>
            <pc:sldMk cId="1293632153" sldId="306"/>
            <ac:spMk id="2" creationId="{B02A438B-FECB-3676-D3D0-A4C2BCEDAF6A}"/>
          </ac:spMkLst>
        </pc:spChg>
        <pc:spChg chg="add del mod">
          <ac:chgData name="Owais Ahmed" userId="6abc7d4556b3b071" providerId="LiveId" clId="{B72ABCC7-8564-4840-B999-4616C55B60AB}" dt="2024-05-24T08:01:57.611" v="3141"/>
          <ac:spMkLst>
            <pc:docMk/>
            <pc:sldMk cId="1293632153" sldId="306"/>
            <ac:spMk id="3" creationId="{47B6FD52-F0DA-D6D2-DE19-DD4E273F7D1D}"/>
          </ac:spMkLst>
        </pc:spChg>
        <pc:spChg chg="add del mod">
          <ac:chgData name="Owais Ahmed" userId="6abc7d4556b3b071" providerId="LiveId" clId="{B72ABCC7-8564-4840-B999-4616C55B60AB}" dt="2024-05-24T08:47:14.741" v="3368" actId="478"/>
          <ac:spMkLst>
            <pc:docMk/>
            <pc:sldMk cId="1293632153" sldId="306"/>
            <ac:spMk id="11" creationId="{338A8C8E-655D-722D-4E3C-3C3165F2CF4A}"/>
          </ac:spMkLst>
        </pc:spChg>
        <pc:spChg chg="add del mod">
          <ac:chgData name="Owais Ahmed" userId="6abc7d4556b3b071" providerId="LiveId" clId="{B72ABCC7-8564-4840-B999-4616C55B60AB}" dt="2024-05-24T08:47:14.741" v="3368" actId="478"/>
          <ac:spMkLst>
            <pc:docMk/>
            <pc:sldMk cId="1293632153" sldId="306"/>
            <ac:spMk id="12" creationId="{BA30460A-30AB-B34D-0E5A-A9EDA44BCD07}"/>
          </ac:spMkLst>
        </pc:spChg>
        <pc:spChg chg="add del mod">
          <ac:chgData name="Owais Ahmed" userId="6abc7d4556b3b071" providerId="LiveId" clId="{B72ABCC7-8564-4840-B999-4616C55B60AB}" dt="2024-05-24T08:47:14.741" v="3368" actId="478"/>
          <ac:spMkLst>
            <pc:docMk/>
            <pc:sldMk cId="1293632153" sldId="306"/>
            <ac:spMk id="13" creationId="{36C8B17A-6A0A-9BA1-97C2-639CDACBF87A}"/>
          </ac:spMkLst>
        </pc:spChg>
        <pc:spChg chg="add del">
          <ac:chgData name="Owais Ahmed" userId="6abc7d4556b3b071" providerId="LiveId" clId="{B72ABCC7-8564-4840-B999-4616C55B60AB}" dt="2024-05-24T08:05:51.829" v="3196" actId="11529"/>
          <ac:spMkLst>
            <pc:docMk/>
            <pc:sldMk cId="1293632153" sldId="306"/>
            <ac:spMk id="14" creationId="{CB7D55E2-A27A-FBBF-34CF-A06A38BCFA72}"/>
          </ac:spMkLst>
        </pc:spChg>
        <pc:spChg chg="add del mod">
          <ac:chgData name="Owais Ahmed" userId="6abc7d4556b3b071" providerId="LiveId" clId="{B72ABCC7-8564-4840-B999-4616C55B60AB}" dt="2024-05-24T08:47:14.741" v="3368" actId="478"/>
          <ac:spMkLst>
            <pc:docMk/>
            <pc:sldMk cId="1293632153" sldId="306"/>
            <ac:spMk id="22" creationId="{73747C62-3EC9-5456-66C1-65088218712D}"/>
          </ac:spMkLst>
        </pc:spChg>
        <pc:spChg chg="add del mod">
          <ac:chgData name="Owais Ahmed" userId="6abc7d4556b3b071" providerId="LiveId" clId="{B72ABCC7-8564-4840-B999-4616C55B60AB}" dt="2024-05-24T08:47:14.741" v="3368" actId="478"/>
          <ac:spMkLst>
            <pc:docMk/>
            <pc:sldMk cId="1293632153" sldId="306"/>
            <ac:spMk id="27" creationId="{C219DC3F-E144-4EFD-C40C-70EFEE150474}"/>
          </ac:spMkLst>
        </pc:spChg>
        <pc:spChg chg="add del mod">
          <ac:chgData name="Owais Ahmed" userId="6abc7d4556b3b071" providerId="LiveId" clId="{B72ABCC7-8564-4840-B999-4616C55B60AB}" dt="2024-05-24T08:47:14.741" v="3368" actId="478"/>
          <ac:spMkLst>
            <pc:docMk/>
            <pc:sldMk cId="1293632153" sldId="306"/>
            <ac:spMk id="28" creationId="{7BF906E7-AEDB-2202-C514-0C532788C2E4}"/>
          </ac:spMkLst>
        </pc:spChg>
        <pc:spChg chg="add mod">
          <ac:chgData name="Owais Ahmed" userId="6abc7d4556b3b071" providerId="LiveId" clId="{B72ABCC7-8564-4840-B999-4616C55B60AB}" dt="2024-05-24T08:11:11.748" v="3270" actId="1076"/>
          <ac:spMkLst>
            <pc:docMk/>
            <pc:sldMk cId="1293632153" sldId="306"/>
            <ac:spMk id="29" creationId="{85CEBF43-AFDE-3B74-66FC-BBA6393DEE9C}"/>
          </ac:spMkLst>
        </pc:spChg>
        <pc:spChg chg="add del mod">
          <ac:chgData name="Owais Ahmed" userId="6abc7d4556b3b071" providerId="LiveId" clId="{B72ABCC7-8564-4840-B999-4616C55B60AB}" dt="2024-05-24T08:47:14.741" v="3368" actId="478"/>
          <ac:spMkLst>
            <pc:docMk/>
            <pc:sldMk cId="1293632153" sldId="306"/>
            <ac:spMk id="30" creationId="{EF81F0CB-2C38-6FC7-E8F0-186A52DAE466}"/>
          </ac:spMkLst>
        </pc:spChg>
        <pc:spChg chg="add del mod">
          <ac:chgData name="Owais Ahmed" userId="6abc7d4556b3b071" providerId="LiveId" clId="{B72ABCC7-8564-4840-B999-4616C55B60AB}" dt="2024-05-24T08:47:14.741" v="3368" actId="478"/>
          <ac:spMkLst>
            <pc:docMk/>
            <pc:sldMk cId="1293632153" sldId="306"/>
            <ac:spMk id="31" creationId="{F8DAB131-4040-250E-AF60-2688E15A75B1}"/>
          </ac:spMkLst>
        </pc:spChg>
        <pc:spChg chg="add del mod">
          <ac:chgData name="Owais Ahmed" userId="6abc7d4556b3b071" providerId="LiveId" clId="{B72ABCC7-8564-4840-B999-4616C55B60AB}" dt="2024-05-24T08:47:14.741" v="3368" actId="478"/>
          <ac:spMkLst>
            <pc:docMk/>
            <pc:sldMk cId="1293632153" sldId="306"/>
            <ac:spMk id="32" creationId="{7D1F2D87-5D4C-ABB3-5BF2-A0BB186DA0B6}"/>
          </ac:spMkLst>
        </pc:spChg>
        <pc:spChg chg="add del mod">
          <ac:chgData name="Owais Ahmed" userId="6abc7d4556b3b071" providerId="LiveId" clId="{B72ABCC7-8564-4840-B999-4616C55B60AB}" dt="2024-05-24T08:47:14.741" v="3368" actId="478"/>
          <ac:spMkLst>
            <pc:docMk/>
            <pc:sldMk cId="1293632153" sldId="306"/>
            <ac:spMk id="33" creationId="{C4339E61-0BE3-AB59-50E9-50576FF908E9}"/>
          </ac:spMkLst>
        </pc:spChg>
        <pc:spChg chg="add del mod">
          <ac:chgData name="Owais Ahmed" userId="6abc7d4556b3b071" providerId="LiveId" clId="{B72ABCC7-8564-4840-B999-4616C55B60AB}" dt="2024-05-24T08:47:14.741" v="3368" actId="478"/>
          <ac:spMkLst>
            <pc:docMk/>
            <pc:sldMk cId="1293632153" sldId="306"/>
            <ac:spMk id="41" creationId="{9BDC045F-59E1-8813-642B-BC716CEB8392}"/>
          </ac:spMkLst>
        </pc:spChg>
        <pc:spChg chg="add del mod">
          <ac:chgData name="Owais Ahmed" userId="6abc7d4556b3b071" providerId="LiveId" clId="{B72ABCC7-8564-4840-B999-4616C55B60AB}" dt="2024-05-24T08:47:14.741" v="3368" actId="478"/>
          <ac:spMkLst>
            <pc:docMk/>
            <pc:sldMk cId="1293632153" sldId="306"/>
            <ac:spMk id="42" creationId="{7584990C-E9DD-4C17-8B62-116039AF6CA4}"/>
          </ac:spMkLst>
        </pc:spChg>
        <pc:spChg chg="add del mod">
          <ac:chgData name="Owais Ahmed" userId="6abc7d4556b3b071" providerId="LiveId" clId="{B72ABCC7-8564-4840-B999-4616C55B60AB}" dt="2024-05-24T08:47:14.741" v="3368" actId="478"/>
          <ac:spMkLst>
            <pc:docMk/>
            <pc:sldMk cId="1293632153" sldId="306"/>
            <ac:spMk id="43" creationId="{8E397A98-0AD9-EA75-E944-0CC0C1C7F889}"/>
          </ac:spMkLst>
        </pc:spChg>
        <pc:picChg chg="add del mod">
          <ac:chgData name="Owais Ahmed" userId="6abc7d4556b3b071" providerId="LiveId" clId="{B72ABCC7-8564-4840-B999-4616C55B60AB}" dt="2024-05-24T08:47:29.416" v="3372" actId="478"/>
          <ac:picMkLst>
            <pc:docMk/>
            <pc:sldMk cId="1293632153" sldId="306"/>
            <ac:picMk id="2050" creationId="{8C82D131-7E59-D44A-588E-E5193AC8537B}"/>
          </ac:picMkLst>
        </pc:picChg>
        <pc:picChg chg="add del">
          <ac:chgData name="Owais Ahmed" userId="6abc7d4556b3b071" providerId="LiveId" clId="{B72ABCC7-8564-4840-B999-4616C55B60AB}" dt="2024-05-24T08:50:18.470" v="3374" actId="478"/>
          <ac:picMkLst>
            <pc:docMk/>
            <pc:sldMk cId="1293632153" sldId="306"/>
            <ac:picMk id="2052" creationId="{7DC5F6F9-B9E0-ACCB-6738-85B7A92029F2}"/>
          </ac:picMkLst>
        </pc:picChg>
        <pc:picChg chg="add">
          <ac:chgData name="Owais Ahmed" userId="6abc7d4556b3b071" providerId="LiveId" clId="{B72ABCC7-8564-4840-B999-4616C55B60AB}" dt="2024-05-24T08:50:37.300" v="3375"/>
          <ac:picMkLst>
            <pc:docMk/>
            <pc:sldMk cId="1293632153" sldId="306"/>
            <ac:picMk id="2054" creationId="{591DCBD0-8DD1-8521-2D3D-4F3C47B4622D}"/>
          </ac:picMkLst>
        </pc:picChg>
        <pc:picChg chg="add mod">
          <ac:chgData name="Owais Ahmed" userId="6abc7d4556b3b071" providerId="LiveId" clId="{B72ABCC7-8564-4840-B999-4616C55B60AB}" dt="2024-05-24T08:51:07.557" v="3378" actId="14100"/>
          <ac:picMkLst>
            <pc:docMk/>
            <pc:sldMk cId="1293632153" sldId="306"/>
            <ac:picMk id="2056" creationId="{1FD8D180-7091-E4A7-F36F-570AE12F29C8}"/>
          </ac:picMkLst>
        </pc:picChg>
        <pc:inkChg chg="add del">
          <ac:chgData name="Owais Ahmed" userId="6abc7d4556b3b071" providerId="LiveId" clId="{B72ABCC7-8564-4840-B999-4616C55B60AB}" dt="2024-05-24T08:02:21.566" v="3143" actId="9405"/>
          <ac:inkMkLst>
            <pc:docMk/>
            <pc:sldMk cId="1293632153" sldId="306"/>
            <ac:inkMk id="4" creationId="{8EB28FED-C356-1C3D-813C-5365A14399C9}"/>
          </ac:inkMkLst>
        </pc:inkChg>
        <pc:cxnChg chg="add del mod">
          <ac:chgData name="Owais Ahmed" userId="6abc7d4556b3b071" providerId="LiveId" clId="{B72ABCC7-8564-4840-B999-4616C55B60AB}" dt="2024-05-24T08:47:14.741" v="3368" actId="478"/>
          <ac:cxnSpMkLst>
            <pc:docMk/>
            <pc:sldMk cId="1293632153" sldId="306"/>
            <ac:cxnSpMk id="6" creationId="{C3892728-9D3E-00CC-C695-D926151B2D94}"/>
          </ac:cxnSpMkLst>
        </pc:cxnChg>
        <pc:cxnChg chg="add del mod">
          <ac:chgData name="Owais Ahmed" userId="6abc7d4556b3b071" providerId="LiveId" clId="{B72ABCC7-8564-4840-B999-4616C55B60AB}" dt="2024-05-24T08:47:14.741" v="3368" actId="478"/>
          <ac:cxnSpMkLst>
            <pc:docMk/>
            <pc:sldMk cId="1293632153" sldId="306"/>
            <ac:cxnSpMk id="9" creationId="{5B00CAB1-84AF-10C8-2C2D-6C2F3D5A1673}"/>
          </ac:cxnSpMkLst>
        </pc:cxnChg>
        <pc:cxnChg chg="add del mod">
          <ac:chgData name="Owais Ahmed" userId="6abc7d4556b3b071" providerId="LiveId" clId="{B72ABCC7-8564-4840-B999-4616C55B60AB}" dt="2024-05-24T08:47:14.741" v="3368" actId="478"/>
          <ac:cxnSpMkLst>
            <pc:docMk/>
            <pc:sldMk cId="1293632153" sldId="306"/>
            <ac:cxnSpMk id="10" creationId="{67FD6F37-C0B6-D0A5-D323-DA88AF773660}"/>
          </ac:cxnSpMkLst>
        </pc:cxnChg>
        <pc:cxnChg chg="add del">
          <ac:chgData name="Owais Ahmed" userId="6abc7d4556b3b071" providerId="LiveId" clId="{B72ABCC7-8564-4840-B999-4616C55B60AB}" dt="2024-05-24T08:06:09.414" v="3198" actId="11529"/>
          <ac:cxnSpMkLst>
            <pc:docMk/>
            <pc:sldMk cId="1293632153" sldId="306"/>
            <ac:cxnSpMk id="16" creationId="{A44BE0F3-43DE-DCB3-8639-A25FD9D742E9}"/>
          </ac:cxnSpMkLst>
        </pc:cxnChg>
        <pc:cxnChg chg="add del mod">
          <ac:chgData name="Owais Ahmed" userId="6abc7d4556b3b071" providerId="LiveId" clId="{B72ABCC7-8564-4840-B999-4616C55B60AB}" dt="2024-05-24T08:47:14.741" v="3368" actId="478"/>
          <ac:cxnSpMkLst>
            <pc:docMk/>
            <pc:sldMk cId="1293632153" sldId="306"/>
            <ac:cxnSpMk id="17" creationId="{638BBDA5-7F00-D694-E080-AA535441C7A2}"/>
          </ac:cxnSpMkLst>
        </pc:cxnChg>
        <pc:cxnChg chg="add del">
          <ac:chgData name="Owais Ahmed" userId="6abc7d4556b3b071" providerId="LiveId" clId="{B72ABCC7-8564-4840-B999-4616C55B60AB}" dt="2024-05-24T08:07:38.179" v="3210" actId="11529"/>
          <ac:cxnSpMkLst>
            <pc:docMk/>
            <pc:sldMk cId="1293632153" sldId="306"/>
            <ac:cxnSpMk id="21" creationId="{33F34688-29B0-0A23-3B7A-AD4C699749F4}"/>
          </ac:cxnSpMkLst>
        </pc:cxnChg>
        <pc:cxnChg chg="add del mod">
          <ac:chgData name="Owais Ahmed" userId="6abc7d4556b3b071" providerId="LiveId" clId="{B72ABCC7-8564-4840-B999-4616C55B60AB}" dt="2024-05-24T08:47:14.741" v="3368" actId="478"/>
          <ac:cxnSpMkLst>
            <pc:docMk/>
            <pc:sldMk cId="1293632153" sldId="306"/>
            <ac:cxnSpMk id="23" creationId="{C9E3640F-F9DA-28EA-2E81-B9ABA243D594}"/>
          </ac:cxnSpMkLst>
        </pc:cxnChg>
        <pc:cxnChg chg="add del mod">
          <ac:chgData name="Owais Ahmed" userId="6abc7d4556b3b071" providerId="LiveId" clId="{B72ABCC7-8564-4840-B999-4616C55B60AB}" dt="2024-05-24T08:47:14.741" v="3368" actId="478"/>
          <ac:cxnSpMkLst>
            <pc:docMk/>
            <pc:sldMk cId="1293632153" sldId="306"/>
            <ac:cxnSpMk id="24" creationId="{7970C09E-9E08-7FC4-3479-14ECCE9726C6}"/>
          </ac:cxnSpMkLst>
        </pc:cxnChg>
        <pc:cxnChg chg="add del mod">
          <ac:chgData name="Owais Ahmed" userId="6abc7d4556b3b071" providerId="LiveId" clId="{B72ABCC7-8564-4840-B999-4616C55B60AB}" dt="2024-05-24T08:47:14.741" v="3368" actId="478"/>
          <ac:cxnSpMkLst>
            <pc:docMk/>
            <pc:sldMk cId="1293632153" sldId="306"/>
            <ac:cxnSpMk id="26" creationId="{4B1130C5-9D3B-4864-AD67-9B997D8E1B2B}"/>
          </ac:cxnSpMkLst>
        </pc:cxnChg>
        <pc:cxnChg chg="add del mod">
          <ac:chgData name="Owais Ahmed" userId="6abc7d4556b3b071" providerId="LiveId" clId="{B72ABCC7-8564-4840-B999-4616C55B60AB}" dt="2024-05-24T08:12:58.613" v="3291" actId="478"/>
          <ac:cxnSpMkLst>
            <pc:docMk/>
            <pc:sldMk cId="1293632153" sldId="306"/>
            <ac:cxnSpMk id="35" creationId="{19E690F8-BD8D-06FA-BCDF-CBC87A4D7690}"/>
          </ac:cxnSpMkLst>
        </pc:cxnChg>
        <pc:cxnChg chg="add del mod">
          <ac:chgData name="Owais Ahmed" userId="6abc7d4556b3b071" providerId="LiveId" clId="{B72ABCC7-8564-4840-B999-4616C55B60AB}" dt="2024-05-24T08:12:35.473" v="3288" actId="478"/>
          <ac:cxnSpMkLst>
            <pc:docMk/>
            <pc:sldMk cId="1293632153" sldId="306"/>
            <ac:cxnSpMk id="36" creationId="{20D8DC5A-8B66-C178-F0C9-AAB44022C204}"/>
          </ac:cxnSpMkLst>
        </pc:cxnChg>
        <pc:cxnChg chg="add del mod">
          <ac:chgData name="Owais Ahmed" userId="6abc7d4556b3b071" providerId="LiveId" clId="{B72ABCC7-8564-4840-B999-4616C55B60AB}" dt="2024-05-24T08:47:14.741" v="3368" actId="478"/>
          <ac:cxnSpMkLst>
            <pc:docMk/>
            <pc:sldMk cId="1293632153" sldId="306"/>
            <ac:cxnSpMk id="37" creationId="{64C8C59A-21EA-1F60-8DE7-DC2D2D928686}"/>
          </ac:cxnSpMkLst>
        </pc:cxnChg>
        <pc:cxnChg chg="add del mod">
          <ac:chgData name="Owais Ahmed" userId="6abc7d4556b3b071" providerId="LiveId" clId="{B72ABCC7-8564-4840-B999-4616C55B60AB}" dt="2024-05-24T08:13:14.502" v="3295" actId="478"/>
          <ac:cxnSpMkLst>
            <pc:docMk/>
            <pc:sldMk cId="1293632153" sldId="306"/>
            <ac:cxnSpMk id="38" creationId="{C2273672-BBE4-35D1-9DF0-5904969EA049}"/>
          </ac:cxnSpMkLst>
        </pc:cxnChg>
        <pc:cxnChg chg="add del mod">
          <ac:chgData name="Owais Ahmed" userId="6abc7d4556b3b071" providerId="LiveId" clId="{B72ABCC7-8564-4840-B999-4616C55B60AB}" dt="2024-05-24T08:47:14.741" v="3368" actId="478"/>
          <ac:cxnSpMkLst>
            <pc:docMk/>
            <pc:sldMk cId="1293632153" sldId="306"/>
            <ac:cxnSpMk id="39" creationId="{DF6DE59E-D884-8862-7B0F-1F16329ABD42}"/>
          </ac:cxnSpMkLst>
        </pc:cxnChg>
        <pc:cxnChg chg="add del mod">
          <ac:chgData name="Owais Ahmed" userId="6abc7d4556b3b071" providerId="LiveId" clId="{B72ABCC7-8564-4840-B999-4616C55B60AB}" dt="2024-05-24T08:47:14.741" v="3368" actId="478"/>
          <ac:cxnSpMkLst>
            <pc:docMk/>
            <pc:sldMk cId="1293632153" sldId="306"/>
            <ac:cxnSpMk id="40" creationId="{7BA414DD-3A8F-CD93-7052-6D8A2DF1ED4F}"/>
          </ac:cxnSpMkLst>
        </pc:cxnChg>
        <pc:cxnChg chg="add del mod">
          <ac:chgData name="Owais Ahmed" userId="6abc7d4556b3b071" providerId="LiveId" clId="{B72ABCC7-8564-4840-B999-4616C55B60AB}" dt="2024-05-24T08:15:06.410" v="3363" actId="478"/>
          <ac:cxnSpMkLst>
            <pc:docMk/>
            <pc:sldMk cId="1293632153" sldId="306"/>
            <ac:cxnSpMk id="45" creationId="{03128846-04EB-D125-3168-BA6611A86730}"/>
          </ac:cxnSpMkLst>
        </pc:cxnChg>
        <pc:cxnChg chg="add del mod">
          <ac:chgData name="Owais Ahmed" userId="6abc7d4556b3b071" providerId="LiveId" clId="{B72ABCC7-8564-4840-B999-4616C55B60AB}" dt="2024-05-24T08:15:54.114" v="3367" actId="478"/>
          <ac:cxnSpMkLst>
            <pc:docMk/>
            <pc:sldMk cId="1293632153" sldId="306"/>
            <ac:cxnSpMk id="50" creationId="{2F49A5F6-1573-BF65-86D7-6575A3518D1E}"/>
          </ac:cxnSpMkLst>
        </pc:cxnChg>
      </pc:sldChg>
      <pc:sldChg chg="addSp delSp modSp add mod modAnim">
        <pc:chgData name="Owais Ahmed" userId="6abc7d4556b3b071" providerId="LiveId" clId="{B72ABCC7-8564-4840-B999-4616C55B60AB}" dt="2024-05-24T09:00:32.503" v="4240"/>
        <pc:sldMkLst>
          <pc:docMk/>
          <pc:sldMk cId="3571958054" sldId="307"/>
        </pc:sldMkLst>
        <pc:spChg chg="mod">
          <ac:chgData name="Owais Ahmed" userId="6abc7d4556b3b071" providerId="LiveId" clId="{B72ABCC7-8564-4840-B999-4616C55B60AB}" dt="2024-05-24T08:52:02.367" v="3402" actId="20577"/>
          <ac:spMkLst>
            <pc:docMk/>
            <pc:sldMk cId="3571958054" sldId="307"/>
            <ac:spMk id="2" creationId="{00000000-0000-0000-0000-000000000000}"/>
          </ac:spMkLst>
        </pc:spChg>
        <pc:spChg chg="add del mod">
          <ac:chgData name="Owais Ahmed" userId="6abc7d4556b3b071" providerId="LiveId" clId="{B72ABCC7-8564-4840-B999-4616C55B60AB}" dt="2024-05-24T09:00:32.503" v="4240"/>
          <ac:spMkLst>
            <pc:docMk/>
            <pc:sldMk cId="3571958054" sldId="307"/>
            <ac:spMk id="3" creationId="{82FB18F2-9B3F-7D3A-FED8-83F8CFB9A5E4}"/>
          </ac:spMkLst>
        </pc:spChg>
        <pc:spChg chg="mod">
          <ac:chgData name="Owais Ahmed" userId="6abc7d4556b3b071" providerId="LiveId" clId="{B72ABCC7-8564-4840-B999-4616C55B60AB}" dt="2024-05-24T09:00:27.210" v="4238" actId="20577"/>
          <ac:spMkLst>
            <pc:docMk/>
            <pc:sldMk cId="3571958054" sldId="307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39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633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35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0935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452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8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254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390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0600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3429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33324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9489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87505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02106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9F9C37B-1D36-470B-8223-D6C91242EC14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15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7C6F52A-A82B-47A2-A83A-8C4C91F2D59F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04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5/24/24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848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>
            <a:extLst>
              <a:ext uri="{FF2B5EF4-FFF2-40B4-BE49-F238E27FC236}">
                <a16:creationId xmlns:a16="http://schemas.microsoft.com/office/drawing/2014/main" id="{4E212B76-74CB-461F-90A3-EF4F2397A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4929" y="1241266"/>
            <a:ext cx="4798142" cy="31537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Git Workflows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4929" y="4591665"/>
            <a:ext cx="4798142" cy="1622322"/>
          </a:xfrm>
        </p:spPr>
        <p:txBody>
          <a:bodyPr>
            <a:normAutofit/>
          </a:bodyPr>
          <a:lstStyle/>
          <a:p>
            <a:r>
              <a:rPr lang="en-US" dirty="0"/>
              <a:t>A Quick overview of Git Workflows and Which one to Pick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E746D0-4B37-4869-B2EF-79D5F0FFF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9" name="Graphic 18" descr="Head with Gears">
            <a:extLst>
              <a:ext uri="{FF2B5EF4-FFF2-40B4-BE49-F238E27FC236}">
                <a16:creationId xmlns:a16="http://schemas.microsoft.com/office/drawing/2014/main" id="{C04FC91A-273B-AB7E-2CFC-95A74C753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8503" y="1113063"/>
            <a:ext cx="4628758" cy="4628758"/>
          </a:xfrm>
          <a:prstGeom prst="roundRect">
            <a:avLst>
              <a:gd name="adj" fmla="val 1858"/>
            </a:avLst>
          </a:prstGeom>
        </p:spPr>
      </p:pic>
    </p:spTree>
    <p:extLst>
      <p:ext uri="{BB962C8B-B14F-4D97-AF65-F5344CB8AC3E}">
        <p14:creationId xmlns:p14="http://schemas.microsoft.com/office/powerpoint/2010/main" val="1035841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Workflow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A workflow is a </a:t>
            </a:r>
            <a:r>
              <a:rPr lang="en-US" sz="2000" b="1" dirty="0"/>
              <a:t>process</a:t>
            </a:r>
            <a:r>
              <a:rPr lang="en-US" sz="2000" dirty="0"/>
              <a:t> through which a software can be </a:t>
            </a:r>
            <a:r>
              <a:rPr lang="en-US" sz="2000" b="1" dirty="0"/>
              <a:t>developed</a:t>
            </a:r>
            <a:r>
              <a:rPr lang="en-US" sz="2000" dirty="0"/>
              <a:t>, </a:t>
            </a:r>
            <a:r>
              <a:rPr lang="en-US" sz="2000" b="1" dirty="0"/>
              <a:t>packaged</a:t>
            </a:r>
            <a:r>
              <a:rPr lang="en-US" sz="2000" dirty="0"/>
              <a:t>, </a:t>
            </a:r>
            <a:r>
              <a:rPr lang="en-US" sz="2000" b="1" dirty="0"/>
              <a:t>tested</a:t>
            </a:r>
            <a:r>
              <a:rPr lang="en-US" sz="2000" dirty="0"/>
              <a:t> and </a:t>
            </a:r>
            <a:r>
              <a:rPr lang="en-US" sz="2000" b="1" dirty="0"/>
              <a:t>released.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 workflow </a:t>
            </a:r>
            <a:r>
              <a:rPr lang="en-US" sz="2000" b="1" dirty="0"/>
              <a:t>defines</a:t>
            </a:r>
            <a:r>
              <a:rPr lang="en-US" sz="2000" dirty="0"/>
              <a:t> stages in which a software passes </a:t>
            </a:r>
            <a:r>
              <a:rPr lang="en-US" sz="2000" b="1" dirty="0"/>
              <a:t>from development to end user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951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Brief Overview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0D05BEEF-1F3F-30B2-BF18-BD6FFFF7DF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1104125"/>
              </p:ext>
            </p:extLst>
          </p:nvPr>
        </p:nvGraphicFramePr>
        <p:xfrm>
          <a:off x="5142959" y="1408831"/>
          <a:ext cx="6625706" cy="4318567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75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949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Name</a:t>
                      </a:r>
                      <a:r>
                        <a:rPr lang="en-GB" baseline="0" dirty="0">
                          <a:solidFill>
                            <a:srgbClr val="C00000"/>
                          </a:solidFill>
                        </a:rPr>
                        <a:t> of workflow</a:t>
                      </a:r>
                      <a:endParaRPr lang="en-GB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Branches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949">
                <a:tc>
                  <a:txBody>
                    <a:bodyPr/>
                    <a:lstStyle/>
                    <a:p>
                      <a:r>
                        <a:rPr lang="en-GB" dirty="0"/>
                        <a:t>Centralized</a:t>
                      </a:r>
                      <a:r>
                        <a:rPr lang="en-GB" baseline="0" dirty="0"/>
                        <a:t> Control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1911">
                <a:tc>
                  <a:txBody>
                    <a:bodyPr/>
                    <a:lstStyle/>
                    <a:p>
                      <a:r>
                        <a:rPr lang="en-GB" dirty="0" err="1"/>
                        <a:t>GITHub</a:t>
                      </a:r>
                      <a:r>
                        <a:rPr lang="en-GB" baseline="0" dirty="0"/>
                        <a:t> Flow / Feature Branch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Master,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1911">
                <a:tc>
                  <a:txBody>
                    <a:bodyPr/>
                    <a:lstStyle/>
                    <a:p>
                      <a:r>
                        <a:rPr lang="en-GB" dirty="0" err="1"/>
                        <a:t>GITFlow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Master, Develop,</a:t>
                      </a:r>
                      <a:r>
                        <a:rPr lang="en-GB" baseline="0" dirty="0"/>
                        <a:t> Release, </a:t>
                      </a:r>
                      <a:r>
                        <a:rPr lang="en-GB" baseline="0" dirty="0" err="1"/>
                        <a:t>HotFix</a:t>
                      </a:r>
                      <a:r>
                        <a:rPr lang="en-GB" baseline="0" dirty="0"/>
                        <a:t>, Feature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949">
                <a:tc>
                  <a:txBody>
                    <a:bodyPr/>
                    <a:lstStyle/>
                    <a:p>
                      <a:r>
                        <a:rPr lang="en-GB" dirty="0" err="1"/>
                        <a:t>ProGIT</a:t>
                      </a:r>
                      <a:r>
                        <a:rPr lang="en-GB" baseline="0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Master, Develop, Feature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949">
                <a:tc>
                  <a:txBody>
                    <a:bodyPr/>
                    <a:lstStyle/>
                    <a:p>
                      <a:r>
                        <a:rPr lang="en-GB" dirty="0"/>
                        <a:t>Forking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Master, Feature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949">
                <a:tc>
                  <a:txBody>
                    <a:bodyPr/>
                    <a:lstStyle/>
                    <a:p>
                      <a:r>
                        <a:rPr lang="en-GB" dirty="0" err="1"/>
                        <a:t>SkullCandy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Master,</a:t>
                      </a:r>
                      <a:r>
                        <a:rPr lang="en-GB" baseline="0" dirty="0"/>
                        <a:t> Feature, QA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4823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Centralized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8145DD8-8E39-1997-2890-58BDCD1FA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4721" y="1602010"/>
            <a:ext cx="2472208" cy="4525963"/>
          </a:xfrm>
          <a:solidFill>
            <a:schemeClr val="accent3">
              <a:lumMod val="40000"/>
              <a:lumOff val="60000"/>
              <a:alpha val="18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Central Repository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EED3E6-9E73-6165-4E7A-8A522D67092C}"/>
              </a:ext>
            </a:extLst>
          </p:cNvPr>
          <p:cNvCxnSpPr/>
          <p:nvPr/>
        </p:nvCxnSpPr>
        <p:spPr>
          <a:xfrm>
            <a:off x="6082202" y="2897411"/>
            <a:ext cx="0" cy="2895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8049C2F-5399-1F1C-455B-DF6C76F51E7A}"/>
              </a:ext>
            </a:extLst>
          </p:cNvPr>
          <p:cNvSpPr txBox="1">
            <a:spLocks/>
          </p:cNvSpPr>
          <p:nvPr/>
        </p:nvSpPr>
        <p:spPr>
          <a:xfrm>
            <a:off x="8839256" y="1602011"/>
            <a:ext cx="2936336" cy="4525963"/>
          </a:xfrm>
          <a:prstGeom prst="rect">
            <a:avLst/>
          </a:prstGeom>
          <a:solidFill>
            <a:schemeClr val="accent2">
              <a:lumMod val="20000"/>
              <a:lumOff val="80000"/>
              <a:alpha val="52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800" dirty="0"/>
              <a:t>Local Repository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CB4DD4-9120-36DD-10DE-4114CFDC5111}"/>
              </a:ext>
            </a:extLst>
          </p:cNvPr>
          <p:cNvCxnSpPr/>
          <p:nvPr/>
        </p:nvCxnSpPr>
        <p:spPr>
          <a:xfrm>
            <a:off x="9296456" y="2897411"/>
            <a:ext cx="0" cy="2895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1F0AA1-A6FF-E73F-2F84-51CC660BE731}"/>
              </a:ext>
            </a:extLst>
          </p:cNvPr>
          <p:cNvSpPr txBox="1"/>
          <p:nvPr/>
        </p:nvSpPr>
        <p:spPr>
          <a:xfrm>
            <a:off x="5141813" y="4196275"/>
            <a:ext cx="994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Master branch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DD93A8-5241-BFF4-E856-D0ECE3D14752}"/>
              </a:ext>
            </a:extLst>
          </p:cNvPr>
          <p:cNvSpPr txBox="1"/>
          <p:nvPr/>
        </p:nvSpPr>
        <p:spPr>
          <a:xfrm>
            <a:off x="9601256" y="4613280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Master branch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D1EEC0-C597-7BA2-8E30-285B55FB2B9C}"/>
              </a:ext>
            </a:extLst>
          </p:cNvPr>
          <p:cNvSpPr txBox="1"/>
          <p:nvPr/>
        </p:nvSpPr>
        <p:spPr>
          <a:xfrm>
            <a:off x="7543856" y="1906811"/>
            <a:ext cx="1129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Clone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60DB29-5EE6-F7E9-EEBF-8932822F385B}"/>
              </a:ext>
            </a:extLst>
          </p:cNvPr>
          <p:cNvSpPr/>
          <p:nvPr/>
        </p:nvSpPr>
        <p:spPr>
          <a:xfrm>
            <a:off x="10439456" y="2516411"/>
            <a:ext cx="1219200" cy="838200"/>
          </a:xfrm>
          <a:prstGeom prst="rect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Working Directory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A31A899D-00A6-FFF2-9A2C-B91ADF39BF2B}"/>
              </a:ext>
            </a:extLst>
          </p:cNvPr>
          <p:cNvCxnSpPr/>
          <p:nvPr/>
        </p:nvCxnSpPr>
        <p:spPr>
          <a:xfrm rot="10800000" flipV="1">
            <a:off x="9525056" y="3510475"/>
            <a:ext cx="1295400" cy="68580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7C54FD9-0A47-891D-7EF8-F76B5D5870DA}"/>
              </a:ext>
            </a:extLst>
          </p:cNvPr>
          <p:cNvSpPr txBox="1"/>
          <p:nvPr/>
        </p:nvSpPr>
        <p:spPr>
          <a:xfrm>
            <a:off x="10439456" y="3596111"/>
            <a:ext cx="13716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Courier New" pitchFamily="49" charset="0"/>
                <a:cs typeface="Courier New" pitchFamily="49" charset="0"/>
              </a:rPr>
              <a:t>Git status</a:t>
            </a:r>
          </a:p>
          <a:p>
            <a:r>
              <a:rPr lang="en-GB" sz="1100" dirty="0">
                <a:latin typeface="Courier New" pitchFamily="49" charset="0"/>
                <a:cs typeface="Courier New" pitchFamily="49" charset="0"/>
              </a:rPr>
              <a:t>Git add</a:t>
            </a:r>
          </a:p>
          <a:p>
            <a:r>
              <a:rPr lang="en-GB" sz="1100" dirty="0">
                <a:latin typeface="Courier New" pitchFamily="49" charset="0"/>
                <a:cs typeface="Courier New" pitchFamily="49" charset="0"/>
              </a:rPr>
              <a:t>Git commit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56D223A-8ED2-A071-29B3-07E7F5D21F0F}"/>
              </a:ext>
            </a:extLst>
          </p:cNvPr>
          <p:cNvCxnSpPr>
            <a:cxnSpLocks/>
          </p:cNvCxnSpPr>
          <p:nvPr/>
        </p:nvCxnSpPr>
        <p:spPr>
          <a:xfrm flipH="1">
            <a:off x="7543856" y="5608161"/>
            <a:ext cx="128154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0EB5DE-1465-BC96-326F-83FE21742257}"/>
              </a:ext>
            </a:extLst>
          </p:cNvPr>
          <p:cNvSpPr txBox="1"/>
          <p:nvPr/>
        </p:nvSpPr>
        <p:spPr>
          <a:xfrm>
            <a:off x="8059939" y="5218046"/>
            <a:ext cx="727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Push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A12EAE-5632-582D-386B-15F700772B69}"/>
              </a:ext>
            </a:extLst>
          </p:cNvPr>
          <p:cNvSpPr txBox="1"/>
          <p:nvPr/>
        </p:nvSpPr>
        <p:spPr>
          <a:xfrm>
            <a:off x="7536929" y="3574551"/>
            <a:ext cx="128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Pull -rebase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78EEBD-70C2-1210-F916-3FA7AFC08B77}"/>
              </a:ext>
            </a:extLst>
          </p:cNvPr>
          <p:cNvCxnSpPr>
            <a:cxnSpLocks/>
          </p:cNvCxnSpPr>
          <p:nvPr/>
        </p:nvCxnSpPr>
        <p:spPr>
          <a:xfrm>
            <a:off x="7536929" y="3964665"/>
            <a:ext cx="12884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6C8F1A7-8D90-E12B-99AE-CEBEBB9C076E}"/>
              </a:ext>
            </a:extLst>
          </p:cNvPr>
          <p:cNvCxnSpPr>
            <a:cxnSpLocks/>
          </p:cNvCxnSpPr>
          <p:nvPr/>
        </p:nvCxnSpPr>
        <p:spPr>
          <a:xfrm>
            <a:off x="7543856" y="2300388"/>
            <a:ext cx="12884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044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GitHub Flow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755E6165-36AA-97FD-C098-33BF4912E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224" y="2054093"/>
            <a:ext cx="6848441" cy="3101181"/>
          </a:xfrm>
        </p:spPr>
      </p:pic>
    </p:spTree>
    <p:extLst>
      <p:ext uri="{BB962C8B-B14F-4D97-AF65-F5344CB8AC3E}">
        <p14:creationId xmlns:p14="http://schemas.microsoft.com/office/powerpoint/2010/main" val="3597852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GitHub Flow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Provides flexibility for individual feature development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Protects master branch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Promotes teamwork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Enforces reviews before merger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Quicker response to issues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Shorter release time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Isolation of each task</a:t>
            </a:r>
          </a:p>
          <a:p>
            <a:pPr marL="0" indent="0">
              <a:buNone/>
            </a:pPr>
            <a:r>
              <a:rPr lang="en-US" sz="2000" dirty="0"/>
              <a:t>Disadvantages: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Too flexible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Allows ad-hoc branch creation and duplication</a:t>
            </a:r>
          </a:p>
        </p:txBody>
      </p:sp>
    </p:spTree>
    <p:extLst>
      <p:ext uri="{BB962C8B-B14F-4D97-AF65-F5344CB8AC3E}">
        <p14:creationId xmlns:p14="http://schemas.microsoft.com/office/powerpoint/2010/main" val="228582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Git Flow</a:t>
            </a: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E775683E-A635-8973-D99A-E91BD508F9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406" y="73539"/>
            <a:ext cx="5788813" cy="6782874"/>
          </a:xfrm>
        </p:spPr>
      </p:pic>
    </p:spTree>
    <p:extLst>
      <p:ext uri="{BB962C8B-B14F-4D97-AF65-F5344CB8AC3E}">
        <p14:creationId xmlns:p14="http://schemas.microsoft.com/office/powerpoint/2010/main" val="734101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Git Flow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Master branch is always production-ready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Lowers risks for large-scale projects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Continuous and concurrent development of features possible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Issues can be fixed without a new release cycle</a:t>
            </a:r>
          </a:p>
          <a:p>
            <a:pPr marL="0" indent="0">
              <a:buNone/>
            </a:pPr>
            <a:r>
              <a:rPr lang="en-US" sz="2000" dirty="0"/>
              <a:t>Disadvantages: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Fixes must be applied on both master and developer branches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Longer release cycle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Too complicated for early adopters</a:t>
            </a:r>
          </a:p>
        </p:txBody>
      </p:sp>
    </p:spTree>
    <p:extLst>
      <p:ext uri="{BB962C8B-B14F-4D97-AF65-F5344CB8AC3E}">
        <p14:creationId xmlns:p14="http://schemas.microsoft.com/office/powerpoint/2010/main" val="413242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Pro Git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8C0F0B2-116C-979C-6AD2-04A9E3BE1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8020" y="1673149"/>
            <a:ext cx="3200400" cy="4525963"/>
          </a:xfrm>
          <a:solidFill>
            <a:schemeClr val="accent3">
              <a:lumMod val="40000"/>
              <a:lumOff val="60000"/>
              <a:alpha val="18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Central Repository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105795-A3F6-1BC7-4261-DB50BFF74610}"/>
              </a:ext>
            </a:extLst>
          </p:cNvPr>
          <p:cNvSpPr txBox="1">
            <a:spLocks/>
          </p:cNvSpPr>
          <p:nvPr/>
        </p:nvSpPr>
        <p:spPr>
          <a:xfrm>
            <a:off x="8889693" y="1673150"/>
            <a:ext cx="3200400" cy="4525963"/>
          </a:xfrm>
          <a:prstGeom prst="rect">
            <a:avLst/>
          </a:prstGeom>
          <a:solidFill>
            <a:schemeClr val="accent2">
              <a:lumMod val="20000"/>
              <a:lumOff val="80000"/>
              <a:alpha val="52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800" dirty="0"/>
              <a:t>Local Repository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DF6E66-F7CC-EC2B-9EBB-075E40F8CDC9}"/>
              </a:ext>
            </a:extLst>
          </p:cNvPr>
          <p:cNvGrpSpPr/>
          <p:nvPr/>
        </p:nvGrpSpPr>
        <p:grpSpPr>
          <a:xfrm>
            <a:off x="4889193" y="2358950"/>
            <a:ext cx="7207827" cy="3609661"/>
            <a:chOff x="647700" y="2362200"/>
            <a:chExt cx="7207827" cy="3609661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B1CD53A-94AF-6AB8-8E1C-1926B79DD434}"/>
                </a:ext>
              </a:extLst>
            </p:cNvPr>
            <p:cNvCxnSpPr/>
            <p:nvPr/>
          </p:nvCxnSpPr>
          <p:spPr>
            <a:xfrm>
              <a:off x="1066800" y="3259255"/>
              <a:ext cx="0" cy="269042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D05FDC2-3436-423D-77A6-48204957E553}"/>
                </a:ext>
              </a:extLst>
            </p:cNvPr>
            <p:cNvCxnSpPr/>
            <p:nvPr/>
          </p:nvCxnSpPr>
          <p:spPr>
            <a:xfrm>
              <a:off x="5091545" y="3071105"/>
              <a:ext cx="0" cy="267897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69C00E-A303-E76A-3982-0D66D7019149}"/>
                </a:ext>
              </a:extLst>
            </p:cNvPr>
            <p:cNvSpPr txBox="1"/>
            <p:nvPr/>
          </p:nvSpPr>
          <p:spPr>
            <a:xfrm>
              <a:off x="647700" y="2951478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Master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657FCBB-1F8D-5F56-B1F6-59EAA1CF7CA5}"/>
                </a:ext>
              </a:extLst>
            </p:cNvPr>
            <p:cNvSpPr txBox="1"/>
            <p:nvPr/>
          </p:nvSpPr>
          <p:spPr>
            <a:xfrm>
              <a:off x="4648200" y="2362200"/>
              <a:ext cx="1219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My Feature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9B5421B-F538-F3F5-0935-9C78E5E29AB5}"/>
                </a:ext>
              </a:extLst>
            </p:cNvPr>
            <p:cNvSpPr/>
            <p:nvPr/>
          </p:nvSpPr>
          <p:spPr>
            <a:xfrm>
              <a:off x="6431972" y="3821482"/>
              <a:ext cx="1219200" cy="838200"/>
            </a:xfrm>
            <a:prstGeom prst="rect">
              <a:avLst/>
            </a:prstGeom>
            <a:solidFill>
              <a:schemeClr val="accent1">
                <a:alpha val="2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Working Directory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3F551C2-AA0B-CEC6-F51D-2363E7CF8CA4}"/>
                </a:ext>
              </a:extLst>
            </p:cNvPr>
            <p:cNvSpPr txBox="1"/>
            <p:nvPr/>
          </p:nvSpPr>
          <p:spPr>
            <a:xfrm>
              <a:off x="6400799" y="4918502"/>
              <a:ext cx="1025237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>
                  <a:latin typeface="Courier New" pitchFamily="49" charset="0"/>
                  <a:cs typeface="Courier New" pitchFamily="49" charset="0"/>
                </a:rPr>
                <a:t>Git status</a:t>
              </a:r>
            </a:p>
            <a:p>
              <a:r>
                <a:rPr lang="en-GB" sz="1100" dirty="0">
                  <a:latin typeface="Courier New" pitchFamily="49" charset="0"/>
                  <a:cs typeface="Courier New" pitchFamily="49" charset="0"/>
                </a:rPr>
                <a:t>Git add</a:t>
              </a:r>
            </a:p>
            <a:p>
              <a:r>
                <a:rPr lang="en-GB" sz="1100" dirty="0">
                  <a:latin typeface="Courier New" pitchFamily="49" charset="0"/>
                  <a:cs typeface="Courier New" pitchFamily="49" charset="0"/>
                </a:rPr>
                <a:t>Git commit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883B24F-6496-52C6-D0D1-D8DA6AEE4B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92683" y="4678602"/>
              <a:ext cx="838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1F31531-E2A7-9163-7345-09F9DFA500EC}"/>
                </a:ext>
              </a:extLst>
            </p:cNvPr>
            <p:cNvSpPr txBox="1"/>
            <p:nvPr/>
          </p:nvSpPr>
          <p:spPr>
            <a:xfrm>
              <a:off x="3872346" y="4243461"/>
              <a:ext cx="70311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push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1EA7B26-9658-ADDC-7880-1ED61593CC1F}"/>
                </a:ext>
              </a:extLst>
            </p:cNvPr>
            <p:cNvCxnSpPr/>
            <p:nvPr/>
          </p:nvCxnSpPr>
          <p:spPr>
            <a:xfrm>
              <a:off x="2133600" y="3281433"/>
              <a:ext cx="0" cy="269042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A886975-2BE0-3CAB-583D-5887B8C6E223}"/>
                </a:ext>
              </a:extLst>
            </p:cNvPr>
            <p:cNvSpPr txBox="1"/>
            <p:nvPr/>
          </p:nvSpPr>
          <p:spPr>
            <a:xfrm>
              <a:off x="1790699" y="2948881"/>
              <a:ext cx="8312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Develop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4CF9498-2DC9-33EE-33FB-B95D063D0CD4}"/>
                </a:ext>
              </a:extLst>
            </p:cNvPr>
            <p:cNvCxnSpPr>
              <a:cxnSpLocks/>
            </p:cNvCxnSpPr>
            <p:nvPr/>
          </p:nvCxnSpPr>
          <p:spPr>
            <a:xfrm>
              <a:off x="3200400" y="3248191"/>
              <a:ext cx="0" cy="272367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6232929-CDC5-71A5-1821-CCCC18B8BD61}"/>
                </a:ext>
              </a:extLst>
            </p:cNvPr>
            <p:cNvSpPr txBox="1"/>
            <p:nvPr/>
          </p:nvSpPr>
          <p:spPr>
            <a:xfrm>
              <a:off x="2802081" y="2944111"/>
              <a:ext cx="11014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My Feature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336FD76-BCEA-78EB-1C9B-0290711FD292}"/>
                </a:ext>
              </a:extLst>
            </p:cNvPr>
            <p:cNvSpPr txBox="1"/>
            <p:nvPr/>
          </p:nvSpPr>
          <p:spPr>
            <a:xfrm>
              <a:off x="5607627" y="2971799"/>
              <a:ext cx="22479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git checkout –b </a:t>
              </a:r>
              <a:r>
                <a:rPr lang="en-GB" sz="1100" dirty="0" err="1"/>
                <a:t>myFeature</a:t>
              </a:r>
              <a:r>
                <a:rPr lang="en-GB" sz="1100" dirty="0"/>
                <a:t> Master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3BD17C0-FD1D-6893-2D19-3CC40C6F1526}"/>
                </a:ext>
              </a:extLst>
            </p:cNvPr>
            <p:cNvCxnSpPr/>
            <p:nvPr/>
          </p:nvCxnSpPr>
          <p:spPr>
            <a:xfrm flipH="1">
              <a:off x="5205845" y="3098000"/>
              <a:ext cx="39485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lbow Connector 27">
              <a:extLst>
                <a:ext uri="{FF2B5EF4-FFF2-40B4-BE49-F238E27FC236}">
                  <a16:creationId xmlns:a16="http://schemas.microsoft.com/office/drawing/2014/main" id="{EC844C8A-9FDA-8BF7-B73A-CB9C436C0127}"/>
                </a:ext>
              </a:extLst>
            </p:cNvPr>
            <p:cNvCxnSpPr/>
            <p:nvPr/>
          </p:nvCxnSpPr>
          <p:spPr>
            <a:xfrm rot="10800000">
              <a:off x="5257800" y="3939382"/>
              <a:ext cx="2133600" cy="861219"/>
            </a:xfrm>
            <a:prstGeom prst="bent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338CE9B-2442-1C76-490A-60A5AD20BF72}"/>
                </a:ext>
              </a:extLst>
            </p:cNvPr>
            <p:cNvCxnSpPr/>
            <p:nvPr/>
          </p:nvCxnSpPr>
          <p:spPr>
            <a:xfrm flipH="1">
              <a:off x="2362200" y="4678602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2EEA3B3-4164-F333-939A-7487F0B5F6B3}"/>
                </a:ext>
              </a:extLst>
            </p:cNvPr>
            <p:cNvCxnSpPr/>
            <p:nvPr/>
          </p:nvCxnSpPr>
          <p:spPr>
            <a:xfrm flipH="1">
              <a:off x="1295400" y="4678602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B5DA315-CE36-DDA6-5731-B179BCA76983}"/>
                </a:ext>
              </a:extLst>
            </p:cNvPr>
            <p:cNvSpPr txBox="1"/>
            <p:nvPr/>
          </p:nvSpPr>
          <p:spPr>
            <a:xfrm>
              <a:off x="2396836" y="4232962"/>
              <a:ext cx="5749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test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251E7F2-6F21-37D8-D0D8-FF84AE72CAE3}"/>
                </a:ext>
              </a:extLst>
            </p:cNvPr>
            <p:cNvSpPr txBox="1"/>
            <p:nvPr/>
          </p:nvSpPr>
          <p:spPr>
            <a:xfrm>
              <a:off x="1350818" y="4232961"/>
              <a:ext cx="5749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test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114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Pro Git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Github flow with reduced complexity.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Master branch is protected.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Easy for beginners.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Two stage testing.</a:t>
            </a:r>
          </a:p>
          <a:p>
            <a:pPr marL="0" indent="0">
              <a:buNone/>
            </a:pPr>
            <a:r>
              <a:rPr lang="en-US" sz="2000" dirty="0"/>
              <a:t>Disadvantages: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No staging or release branch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Development branch is confused with master branch.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Feature branches are fully controlled by developer.</a:t>
            </a:r>
          </a:p>
        </p:txBody>
      </p:sp>
    </p:spTree>
    <p:extLst>
      <p:ext uri="{BB962C8B-B14F-4D97-AF65-F5344CB8AC3E}">
        <p14:creationId xmlns:p14="http://schemas.microsoft.com/office/powerpoint/2010/main" val="151113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Forking</a:t>
            </a:r>
          </a:p>
        </p:txBody>
      </p:sp>
      <p:pic>
        <p:nvPicPr>
          <p:cNvPr id="1026" name="Picture 2" descr="git工作流-forking - Kelen">
            <a:extLst>
              <a:ext uri="{FF2B5EF4-FFF2-40B4-BE49-F238E27FC236}">
                <a16:creationId xmlns:a16="http://schemas.microsoft.com/office/drawing/2014/main" id="{23EA40B4-3E0A-9482-C952-A362A7DC00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0" r="12442"/>
          <a:stretch/>
        </p:blipFill>
        <p:spPr bwMode="auto">
          <a:xfrm>
            <a:off x="5002105" y="-1587"/>
            <a:ext cx="676656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339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Forking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Highly specific to Github.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Usually used when extending an existing repository for custom development.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Allows development of two independent versions of a software.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Some features may never be merged into origin.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Code is pushed to forked copy rather than the origin.</a:t>
            </a:r>
          </a:p>
          <a:p>
            <a:pPr marL="0" indent="0">
              <a:buNone/>
            </a:pPr>
            <a:r>
              <a:rPr lang="en-US" sz="2000" dirty="0"/>
              <a:t>Disadvantages: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Highly difficult to synchronize with origin repository.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Strictly enforces PR mechanism.</a:t>
            </a:r>
          </a:p>
        </p:txBody>
      </p:sp>
    </p:spTree>
    <p:extLst>
      <p:ext uri="{BB962C8B-B14F-4D97-AF65-F5344CB8AC3E}">
        <p14:creationId xmlns:p14="http://schemas.microsoft.com/office/powerpoint/2010/main" val="62815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Skull Candy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96C7564A-9118-92C7-DD57-157A72B0EE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212" y="1062091"/>
            <a:ext cx="4267200" cy="4665306"/>
          </a:xfrm>
        </p:spPr>
      </p:pic>
    </p:spTree>
    <p:extLst>
      <p:ext uri="{BB962C8B-B14F-4D97-AF65-F5344CB8AC3E}">
        <p14:creationId xmlns:p14="http://schemas.microsoft.com/office/powerpoint/2010/main" val="900167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Skull Candy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Works in Sprints with pre-planned release.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QA (staging) branch created from master.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Code is pushed from Feature branch into QA.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Upon approval from QA, code is merged into master.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Deployments are with respect to timeline rather than feature readiness.</a:t>
            </a:r>
          </a:p>
          <a:p>
            <a:pPr marL="0" indent="0">
              <a:buNone/>
            </a:pPr>
            <a:r>
              <a:rPr lang="en-US" sz="2000" dirty="0"/>
              <a:t>Disadvantages: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Made for Agile development only.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No separate release branch.</a:t>
            </a:r>
          </a:p>
        </p:txBody>
      </p:sp>
    </p:spTree>
    <p:extLst>
      <p:ext uri="{BB962C8B-B14F-4D97-AF65-F5344CB8AC3E}">
        <p14:creationId xmlns:p14="http://schemas.microsoft.com/office/powerpoint/2010/main" val="408072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 dirty="0" err="1">
                <a:solidFill>
                  <a:srgbClr val="EBEBEB"/>
                </a:solidFill>
              </a:rPr>
              <a:t>TechThree</a:t>
            </a:r>
            <a:r>
              <a:rPr lang="en-US" sz="3200" dirty="0">
                <a:solidFill>
                  <a:srgbClr val="EBEBEB"/>
                </a:solidFill>
              </a:rPr>
              <a:t> Flow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Proposal: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Extend Skull Candy with some customization.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Feature &gt; Master &gt; Staging &gt; Production.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No branch is ever deleted.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Feature branches are named after ticket on Asana.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Feature branches are created during Sprint meeting.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Merger from Feature into Master after code review.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Merger from Master to Staging after QA process.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Merger from Staging to Production at the end of Sprint.</a:t>
            </a:r>
          </a:p>
        </p:txBody>
      </p:sp>
    </p:spTree>
    <p:extLst>
      <p:ext uri="{BB962C8B-B14F-4D97-AF65-F5344CB8AC3E}">
        <p14:creationId xmlns:p14="http://schemas.microsoft.com/office/powerpoint/2010/main" val="105636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>
            <a:extLst>
              <a:ext uri="{FF2B5EF4-FFF2-40B4-BE49-F238E27FC236}">
                <a16:creationId xmlns:a16="http://schemas.microsoft.com/office/drawing/2014/main" id="{1FD8D180-7091-E4A7-F36F-570AE12F2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632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Things to Remember!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Once the QA starts smoke testing (1 day before release), no more features can be merged into staging.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If one feature B requires completion of feature A, then B cannot be selected in active sprint.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Code is merged into production only once per sprint.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No new features can be added in the middle of the sprint.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Only QA lead has the authority to hold a release.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Mergers into Staging and Production will be automated.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As the code is merged into Production, Release notes will be prepared directly from Asana.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Each release will be tagged by its version.</a:t>
            </a:r>
          </a:p>
        </p:txBody>
      </p:sp>
    </p:spTree>
    <p:extLst>
      <p:ext uri="{BB962C8B-B14F-4D97-AF65-F5344CB8AC3E}">
        <p14:creationId xmlns:p14="http://schemas.microsoft.com/office/powerpoint/2010/main" val="357195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275</TotalTime>
  <Words>587</Words>
  <Application>Microsoft Macintosh PowerPoint</Application>
  <PresentationFormat>Widescreen</PresentationFormat>
  <Paragraphs>117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Century Gothic</vt:lpstr>
      <vt:lpstr>Courier New</vt:lpstr>
      <vt:lpstr>Wingdings 3</vt:lpstr>
      <vt:lpstr>Ion Boardroom</vt:lpstr>
      <vt:lpstr>Git Workflows</vt:lpstr>
      <vt:lpstr>Workflow</vt:lpstr>
      <vt:lpstr>Brief Overview</vt:lpstr>
      <vt:lpstr>Centralized</vt:lpstr>
      <vt:lpstr>GitHub Flow</vt:lpstr>
      <vt:lpstr>GitHub Flow</vt:lpstr>
      <vt:lpstr>Git Flow</vt:lpstr>
      <vt:lpstr>Git Flow</vt:lpstr>
      <vt:lpstr>Pro Git</vt:lpstr>
      <vt:lpstr>Pro Git</vt:lpstr>
      <vt:lpstr>Forking</vt:lpstr>
      <vt:lpstr>Forking</vt:lpstr>
      <vt:lpstr>Skull Candy</vt:lpstr>
      <vt:lpstr>Skull Candy</vt:lpstr>
      <vt:lpstr>TechThree Flow</vt:lpstr>
      <vt:lpstr>PowerPoint Presentation</vt:lpstr>
      <vt:lpstr>Things to Remember!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Methodology in Practice</dc:title>
  <dc:creator>Owais Ahmed</dc:creator>
  <cp:lastModifiedBy>Owais Ahmed</cp:lastModifiedBy>
  <cp:revision>17</cp:revision>
  <dcterms:created xsi:type="dcterms:W3CDTF">2019-07-27T10:39:52Z</dcterms:created>
  <dcterms:modified xsi:type="dcterms:W3CDTF">2024-05-24T09:00:33Z</dcterms:modified>
</cp:coreProperties>
</file>