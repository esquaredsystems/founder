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448" r:id="rId5"/>
    <p:sldId id="2497" r:id="rId6"/>
    <p:sldId id="2488" r:id="rId7"/>
    <p:sldId id="2490" r:id="rId8"/>
    <p:sldId id="2508" r:id="rId9"/>
    <p:sldId id="2487" r:id="rId10"/>
    <p:sldId id="2509" r:id="rId11"/>
    <p:sldId id="2493" r:id="rId12"/>
    <p:sldId id="2494" r:id="rId13"/>
    <p:sldId id="2495" r:id="rId14"/>
    <p:sldId id="2510" r:id="rId15"/>
    <p:sldId id="2476" r:id="rId16"/>
    <p:sldId id="2489" r:id="rId17"/>
    <p:sldId id="2496" r:id="rId18"/>
    <p:sldId id="2498" r:id="rId19"/>
    <p:sldId id="2499" r:id="rId20"/>
    <p:sldId id="2500" r:id="rId21"/>
    <p:sldId id="2501" r:id="rId22"/>
    <p:sldId id="2502" r:id="rId23"/>
    <p:sldId id="2503" r:id="rId24"/>
    <p:sldId id="2504" r:id="rId25"/>
    <p:sldId id="2505" r:id="rId26"/>
    <p:sldId id="278" r:id="rId27"/>
    <p:sldId id="2492" r:id="rId28"/>
    <p:sldId id="243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3EF76F-82E2-4838-9827-F08F5749DF79}">
          <p14:sldIdLst>
            <p14:sldId id="2448"/>
            <p14:sldId id="2497"/>
            <p14:sldId id="2488"/>
            <p14:sldId id="2490"/>
            <p14:sldId id="2508"/>
            <p14:sldId id="2487"/>
            <p14:sldId id="2509"/>
            <p14:sldId id="2493"/>
            <p14:sldId id="2494"/>
            <p14:sldId id="2495"/>
            <p14:sldId id="2510"/>
            <p14:sldId id="2476"/>
            <p14:sldId id="2489"/>
            <p14:sldId id="2496"/>
            <p14:sldId id="2498"/>
            <p14:sldId id="2499"/>
            <p14:sldId id="2500"/>
            <p14:sldId id="2501"/>
            <p14:sldId id="2502"/>
            <p14:sldId id="2503"/>
            <p14:sldId id="2504"/>
            <p14:sldId id="2505"/>
            <p14:sldId id="278"/>
            <p14:sldId id="2492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11C193-1189-46B7-B81D-8C8377A32457}" type="doc">
      <dgm:prSet loTypeId="urn:microsoft.com/office/officeart/2005/8/layout/hList7" loCatId="process" qsTypeId="urn:microsoft.com/office/officeart/2005/8/quickstyle/simple1" qsCatId="simple" csTypeId="urn:microsoft.com/office/officeart/2005/8/colors/colorful1" csCatId="colorful" phldr="1"/>
      <dgm:spPr/>
    </dgm:pt>
    <dgm:pt modelId="{6F23C7FB-47B5-4652-974B-FE6D6E015AE4}">
      <dgm:prSet phldrT="[Text]"/>
      <dgm:spPr/>
      <dgm:t>
        <a:bodyPr/>
        <a:lstStyle/>
        <a:p>
          <a:r>
            <a:rPr lang="en-US" dirty="0"/>
            <a:t>Client-end</a:t>
          </a:r>
          <a:endParaRPr lang="en-PK" dirty="0"/>
        </a:p>
      </dgm:t>
    </dgm:pt>
    <dgm:pt modelId="{9435D47F-24C3-48EE-A6ED-888D99DABC47}" type="parTrans" cxnId="{AB22F97B-5C4F-4116-A896-E8163C992EA4}">
      <dgm:prSet/>
      <dgm:spPr/>
      <dgm:t>
        <a:bodyPr/>
        <a:lstStyle/>
        <a:p>
          <a:endParaRPr lang="en-PK"/>
        </a:p>
      </dgm:t>
    </dgm:pt>
    <dgm:pt modelId="{95C8C9B2-43B6-433C-A7EB-1C7DCB0C5CB9}" type="sibTrans" cxnId="{AB22F97B-5C4F-4116-A896-E8163C992EA4}">
      <dgm:prSet/>
      <dgm:spPr/>
      <dgm:t>
        <a:bodyPr/>
        <a:lstStyle/>
        <a:p>
          <a:endParaRPr lang="en-PK"/>
        </a:p>
      </dgm:t>
    </dgm:pt>
    <dgm:pt modelId="{CA1C999F-33F9-4259-9AA7-6080C7F87BFB}">
      <dgm:prSet phldrT="[Text]"/>
      <dgm:spPr/>
      <dgm:t>
        <a:bodyPr/>
        <a:lstStyle/>
        <a:p>
          <a:r>
            <a:rPr lang="en-US" dirty="0"/>
            <a:t>Controller Tier</a:t>
          </a:r>
          <a:endParaRPr lang="en-PK" dirty="0"/>
        </a:p>
      </dgm:t>
    </dgm:pt>
    <dgm:pt modelId="{A31102E2-0280-484D-A211-ABCA53D4CDFF}" type="parTrans" cxnId="{ABA134D7-AD8E-4881-8C0C-6F472192A085}">
      <dgm:prSet/>
      <dgm:spPr/>
      <dgm:t>
        <a:bodyPr/>
        <a:lstStyle/>
        <a:p>
          <a:endParaRPr lang="en-PK"/>
        </a:p>
      </dgm:t>
    </dgm:pt>
    <dgm:pt modelId="{32A7432A-D59D-4397-96CE-DB50BEC0F075}" type="sibTrans" cxnId="{ABA134D7-AD8E-4881-8C0C-6F472192A085}">
      <dgm:prSet/>
      <dgm:spPr/>
      <dgm:t>
        <a:bodyPr/>
        <a:lstStyle/>
        <a:p>
          <a:endParaRPr lang="en-PK"/>
        </a:p>
      </dgm:t>
    </dgm:pt>
    <dgm:pt modelId="{00ED1EA4-CB68-4715-B343-A28567E492C4}">
      <dgm:prSet phldrT="[Text]"/>
      <dgm:spPr/>
      <dgm:t>
        <a:bodyPr/>
        <a:lstStyle/>
        <a:p>
          <a:r>
            <a:rPr lang="en-US" dirty="0"/>
            <a:t>Service Tier</a:t>
          </a:r>
          <a:endParaRPr lang="en-PK" dirty="0"/>
        </a:p>
      </dgm:t>
    </dgm:pt>
    <dgm:pt modelId="{17E5C054-BF3A-4AFC-960C-F22083DF0224}" type="parTrans" cxnId="{5929E54C-D1BC-42C7-AFF4-837ACFE5FBA2}">
      <dgm:prSet/>
      <dgm:spPr/>
      <dgm:t>
        <a:bodyPr/>
        <a:lstStyle/>
        <a:p>
          <a:endParaRPr lang="en-PK"/>
        </a:p>
      </dgm:t>
    </dgm:pt>
    <dgm:pt modelId="{C8660B16-22C5-46E5-9392-71003E3F5A4D}" type="sibTrans" cxnId="{5929E54C-D1BC-42C7-AFF4-837ACFE5FBA2}">
      <dgm:prSet/>
      <dgm:spPr/>
      <dgm:t>
        <a:bodyPr/>
        <a:lstStyle/>
        <a:p>
          <a:endParaRPr lang="en-PK"/>
        </a:p>
      </dgm:t>
    </dgm:pt>
    <dgm:pt modelId="{EE9B54D8-158B-4536-8EB1-ECE04DCFCB23}">
      <dgm:prSet phldrT="[Text]"/>
      <dgm:spPr/>
      <dgm:t>
        <a:bodyPr/>
        <a:lstStyle/>
        <a:p>
          <a:r>
            <a:rPr lang="en-US" dirty="0"/>
            <a:t>Data Access Tier</a:t>
          </a:r>
          <a:endParaRPr lang="en-PK" dirty="0"/>
        </a:p>
      </dgm:t>
    </dgm:pt>
    <dgm:pt modelId="{4FE7BEE4-E9D9-4A22-9A1E-A30582548867}" type="parTrans" cxnId="{6204B906-A4CC-4D38-B570-3014F0CA0C23}">
      <dgm:prSet/>
      <dgm:spPr/>
      <dgm:t>
        <a:bodyPr/>
        <a:lstStyle/>
        <a:p>
          <a:endParaRPr lang="en-PK"/>
        </a:p>
      </dgm:t>
    </dgm:pt>
    <dgm:pt modelId="{0F66B7A3-5CCA-451B-880C-054B72639B11}" type="sibTrans" cxnId="{6204B906-A4CC-4D38-B570-3014F0CA0C23}">
      <dgm:prSet/>
      <dgm:spPr/>
      <dgm:t>
        <a:bodyPr/>
        <a:lstStyle/>
        <a:p>
          <a:endParaRPr lang="en-PK"/>
        </a:p>
      </dgm:t>
    </dgm:pt>
    <dgm:pt modelId="{854203CC-3D2D-4AA1-8048-58C265727BA4}">
      <dgm:prSet phldrT="[Text]"/>
      <dgm:spPr/>
      <dgm:t>
        <a:bodyPr/>
        <a:lstStyle/>
        <a:p>
          <a:r>
            <a:rPr lang="en-US" dirty="0"/>
            <a:t>Database</a:t>
          </a:r>
          <a:endParaRPr lang="en-PK" dirty="0"/>
        </a:p>
      </dgm:t>
    </dgm:pt>
    <dgm:pt modelId="{73332D7F-0DBC-406C-A2E6-EA25AF83174F}" type="parTrans" cxnId="{61633CC4-C6B6-4C2C-A8F6-31BBD98EA1EE}">
      <dgm:prSet/>
      <dgm:spPr/>
      <dgm:t>
        <a:bodyPr/>
        <a:lstStyle/>
        <a:p>
          <a:endParaRPr lang="en-PK"/>
        </a:p>
      </dgm:t>
    </dgm:pt>
    <dgm:pt modelId="{84F0A0FB-9A08-4EEC-B8F8-69661A90FB35}" type="sibTrans" cxnId="{61633CC4-C6B6-4C2C-A8F6-31BBD98EA1EE}">
      <dgm:prSet/>
      <dgm:spPr/>
      <dgm:t>
        <a:bodyPr/>
        <a:lstStyle/>
        <a:p>
          <a:endParaRPr lang="en-PK"/>
        </a:p>
      </dgm:t>
    </dgm:pt>
    <dgm:pt modelId="{9D730F1C-5DCD-4FCC-9934-9F7D2DBA581C}" type="pres">
      <dgm:prSet presAssocID="{CD11C193-1189-46B7-B81D-8C8377A32457}" presName="Name0" presStyleCnt="0">
        <dgm:presLayoutVars>
          <dgm:dir/>
          <dgm:resizeHandles val="exact"/>
        </dgm:presLayoutVars>
      </dgm:prSet>
      <dgm:spPr/>
    </dgm:pt>
    <dgm:pt modelId="{AE6B8C5F-2616-40EF-A11C-E243C37A6106}" type="pres">
      <dgm:prSet presAssocID="{CD11C193-1189-46B7-B81D-8C8377A32457}" presName="fgShape" presStyleLbl="fgShp" presStyleIdx="0" presStyleCnt="1" custScaleX="77254" custLinFactNeighborX="10738"/>
      <dgm:spPr/>
    </dgm:pt>
    <dgm:pt modelId="{590C1BEA-824C-4F53-B3A4-28B04EC84765}" type="pres">
      <dgm:prSet presAssocID="{CD11C193-1189-46B7-B81D-8C8377A32457}" presName="linComp" presStyleCnt="0"/>
      <dgm:spPr/>
    </dgm:pt>
    <dgm:pt modelId="{FD63B921-2E54-4238-A133-3A255038D539}" type="pres">
      <dgm:prSet presAssocID="{6F23C7FB-47B5-4652-974B-FE6D6E015AE4}" presName="compNode" presStyleCnt="0"/>
      <dgm:spPr/>
    </dgm:pt>
    <dgm:pt modelId="{B4BB09A3-05EA-49B1-9F5C-7CB4016F16C1}" type="pres">
      <dgm:prSet presAssocID="{6F23C7FB-47B5-4652-974B-FE6D6E015AE4}" presName="bkgdShape" presStyleLbl="node1" presStyleIdx="0" presStyleCnt="5"/>
      <dgm:spPr/>
    </dgm:pt>
    <dgm:pt modelId="{EFF04105-AF3F-4AFD-B17E-E8C3078019E9}" type="pres">
      <dgm:prSet presAssocID="{6F23C7FB-47B5-4652-974B-FE6D6E015AE4}" presName="nodeTx" presStyleLbl="node1" presStyleIdx="0" presStyleCnt="5">
        <dgm:presLayoutVars>
          <dgm:bulletEnabled val="1"/>
        </dgm:presLayoutVars>
      </dgm:prSet>
      <dgm:spPr/>
    </dgm:pt>
    <dgm:pt modelId="{5B468E95-0686-4793-A025-F023CA9BBF76}" type="pres">
      <dgm:prSet presAssocID="{6F23C7FB-47B5-4652-974B-FE6D6E015AE4}" presName="invisiNode" presStyleLbl="node1" presStyleIdx="0" presStyleCnt="5"/>
      <dgm:spPr/>
    </dgm:pt>
    <dgm:pt modelId="{013AE71D-A6B8-40C9-95C4-A02BD9DD2EE9}" type="pres">
      <dgm:prSet presAssocID="{6F23C7FB-47B5-4652-974B-FE6D6E015AE4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 with solid fill"/>
        </a:ext>
      </dgm:extLst>
    </dgm:pt>
    <dgm:pt modelId="{0EC7B128-8EFA-4C52-B471-DA08AE11B478}" type="pres">
      <dgm:prSet presAssocID="{95C8C9B2-43B6-433C-A7EB-1C7DCB0C5CB9}" presName="sibTrans" presStyleLbl="sibTrans2D1" presStyleIdx="0" presStyleCnt="0"/>
      <dgm:spPr/>
    </dgm:pt>
    <dgm:pt modelId="{0A73EB1D-49C7-4B55-8361-0618AAEDBBEF}" type="pres">
      <dgm:prSet presAssocID="{CA1C999F-33F9-4259-9AA7-6080C7F87BFB}" presName="compNode" presStyleCnt="0"/>
      <dgm:spPr/>
    </dgm:pt>
    <dgm:pt modelId="{53F27FEA-267B-44CE-B16A-D554F3A1E717}" type="pres">
      <dgm:prSet presAssocID="{CA1C999F-33F9-4259-9AA7-6080C7F87BFB}" presName="bkgdShape" presStyleLbl="node1" presStyleIdx="1" presStyleCnt="5"/>
      <dgm:spPr/>
    </dgm:pt>
    <dgm:pt modelId="{0C4D5A41-E2B4-43D8-BE35-0C3B2218B3FE}" type="pres">
      <dgm:prSet presAssocID="{CA1C999F-33F9-4259-9AA7-6080C7F87BFB}" presName="nodeTx" presStyleLbl="node1" presStyleIdx="1" presStyleCnt="5">
        <dgm:presLayoutVars>
          <dgm:bulletEnabled val="1"/>
        </dgm:presLayoutVars>
      </dgm:prSet>
      <dgm:spPr/>
    </dgm:pt>
    <dgm:pt modelId="{E6C88DC4-3B74-40ED-8BCC-CF4C0E6149F4}" type="pres">
      <dgm:prSet presAssocID="{CA1C999F-33F9-4259-9AA7-6080C7F87BFB}" presName="invisiNode" presStyleLbl="node1" presStyleIdx="1" presStyleCnt="5"/>
      <dgm:spPr/>
    </dgm:pt>
    <dgm:pt modelId="{A90DA187-B0C1-46F2-8076-10C86A73CE7A}" type="pres">
      <dgm:prSet presAssocID="{CA1C999F-33F9-4259-9AA7-6080C7F87BFB}" presName="imagNode" presStyleLbl="fgImgPlac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Tick with solid fill"/>
        </a:ext>
      </dgm:extLst>
    </dgm:pt>
    <dgm:pt modelId="{9A690A34-483C-4A12-98B3-FFF705A21CB6}" type="pres">
      <dgm:prSet presAssocID="{32A7432A-D59D-4397-96CE-DB50BEC0F075}" presName="sibTrans" presStyleLbl="sibTrans2D1" presStyleIdx="0" presStyleCnt="0"/>
      <dgm:spPr/>
    </dgm:pt>
    <dgm:pt modelId="{C7013BB7-33E7-4ECA-A622-AFED9AF05412}" type="pres">
      <dgm:prSet presAssocID="{00ED1EA4-CB68-4715-B343-A28567E492C4}" presName="compNode" presStyleCnt="0"/>
      <dgm:spPr/>
    </dgm:pt>
    <dgm:pt modelId="{FD79A22D-DD55-4201-A087-FEC873351DCE}" type="pres">
      <dgm:prSet presAssocID="{00ED1EA4-CB68-4715-B343-A28567E492C4}" presName="bkgdShape" presStyleLbl="node1" presStyleIdx="2" presStyleCnt="5"/>
      <dgm:spPr/>
    </dgm:pt>
    <dgm:pt modelId="{A85730EB-EB27-4CFF-9E06-F561A3A7BEC7}" type="pres">
      <dgm:prSet presAssocID="{00ED1EA4-CB68-4715-B343-A28567E492C4}" presName="nodeTx" presStyleLbl="node1" presStyleIdx="2" presStyleCnt="5">
        <dgm:presLayoutVars>
          <dgm:bulletEnabled val="1"/>
        </dgm:presLayoutVars>
      </dgm:prSet>
      <dgm:spPr/>
    </dgm:pt>
    <dgm:pt modelId="{246E5D9B-09F0-49DD-9DAF-E27A90B842A3}" type="pres">
      <dgm:prSet presAssocID="{00ED1EA4-CB68-4715-B343-A28567E492C4}" presName="invisiNode" presStyleLbl="node1" presStyleIdx="2" presStyleCnt="5"/>
      <dgm:spPr/>
    </dgm:pt>
    <dgm:pt modelId="{C9271441-DDB8-4C60-9288-CF952DB6B309}" type="pres">
      <dgm:prSet presAssocID="{00ED1EA4-CB68-4715-B343-A28567E492C4}" presName="imagNode" presStyleLbl="fgImgPlac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 with solid fill"/>
        </a:ext>
      </dgm:extLst>
    </dgm:pt>
    <dgm:pt modelId="{38C2245A-8EAA-4FEC-90FE-52FFB3A257F0}" type="pres">
      <dgm:prSet presAssocID="{C8660B16-22C5-46E5-9392-71003E3F5A4D}" presName="sibTrans" presStyleLbl="sibTrans2D1" presStyleIdx="0" presStyleCnt="0"/>
      <dgm:spPr/>
    </dgm:pt>
    <dgm:pt modelId="{98E312C9-40A0-402B-8BBB-2CC2D84A3C42}" type="pres">
      <dgm:prSet presAssocID="{EE9B54D8-158B-4536-8EB1-ECE04DCFCB23}" presName="compNode" presStyleCnt="0"/>
      <dgm:spPr/>
    </dgm:pt>
    <dgm:pt modelId="{72748189-8275-4753-92BA-9780B2C0A5ED}" type="pres">
      <dgm:prSet presAssocID="{EE9B54D8-158B-4536-8EB1-ECE04DCFCB23}" presName="bkgdShape" presStyleLbl="node1" presStyleIdx="3" presStyleCnt="5"/>
      <dgm:spPr/>
    </dgm:pt>
    <dgm:pt modelId="{7C51DE7D-DBF5-47B7-81EC-9ACB40090B75}" type="pres">
      <dgm:prSet presAssocID="{EE9B54D8-158B-4536-8EB1-ECE04DCFCB23}" presName="nodeTx" presStyleLbl="node1" presStyleIdx="3" presStyleCnt="5">
        <dgm:presLayoutVars>
          <dgm:bulletEnabled val="1"/>
        </dgm:presLayoutVars>
      </dgm:prSet>
      <dgm:spPr/>
    </dgm:pt>
    <dgm:pt modelId="{E108D5AA-BA26-40F2-80D6-355C97D5081C}" type="pres">
      <dgm:prSet presAssocID="{EE9B54D8-158B-4536-8EB1-ECE04DCFCB23}" presName="invisiNode" presStyleLbl="node1" presStyleIdx="3" presStyleCnt="5"/>
      <dgm:spPr/>
    </dgm:pt>
    <dgm:pt modelId="{CE234D19-57FB-440C-A68E-86841E860527}" type="pres">
      <dgm:prSet presAssocID="{EE9B54D8-158B-4536-8EB1-ECE04DCFCB23}" presName="imagNode" presStyleLbl="fgImgPlac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 with solid fill"/>
        </a:ext>
      </dgm:extLst>
    </dgm:pt>
    <dgm:pt modelId="{1F61DABD-9C73-4926-A55C-71CBAF2CDC5D}" type="pres">
      <dgm:prSet presAssocID="{0F66B7A3-5CCA-451B-880C-054B72639B11}" presName="sibTrans" presStyleLbl="sibTrans2D1" presStyleIdx="0" presStyleCnt="0"/>
      <dgm:spPr/>
    </dgm:pt>
    <dgm:pt modelId="{942FBEAC-5EC6-4103-954D-3500BC0AC939}" type="pres">
      <dgm:prSet presAssocID="{854203CC-3D2D-4AA1-8048-58C265727BA4}" presName="compNode" presStyleCnt="0"/>
      <dgm:spPr/>
    </dgm:pt>
    <dgm:pt modelId="{28211EC3-1C16-4508-9C11-DBE3D23FD8F1}" type="pres">
      <dgm:prSet presAssocID="{854203CC-3D2D-4AA1-8048-58C265727BA4}" presName="bkgdShape" presStyleLbl="node1" presStyleIdx="4" presStyleCnt="5"/>
      <dgm:spPr/>
    </dgm:pt>
    <dgm:pt modelId="{CCF12287-6048-42C6-8A9E-769F1DEC128C}" type="pres">
      <dgm:prSet presAssocID="{854203CC-3D2D-4AA1-8048-58C265727BA4}" presName="nodeTx" presStyleLbl="node1" presStyleIdx="4" presStyleCnt="5">
        <dgm:presLayoutVars>
          <dgm:bulletEnabled val="1"/>
        </dgm:presLayoutVars>
      </dgm:prSet>
      <dgm:spPr/>
    </dgm:pt>
    <dgm:pt modelId="{5868F57F-CFA7-4966-9B23-AB41F4113936}" type="pres">
      <dgm:prSet presAssocID="{854203CC-3D2D-4AA1-8048-58C265727BA4}" presName="invisiNode" presStyleLbl="node1" presStyleIdx="4" presStyleCnt="5"/>
      <dgm:spPr/>
    </dgm:pt>
    <dgm:pt modelId="{1B5F92C5-C53D-404C-854F-573599E2F80C}" type="pres">
      <dgm:prSet presAssocID="{854203CC-3D2D-4AA1-8048-58C265727BA4}" presName="imagNode" presStyleLbl="fgImgPlac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</dgm:ptLst>
  <dgm:cxnLst>
    <dgm:cxn modelId="{6204B906-A4CC-4D38-B570-3014F0CA0C23}" srcId="{CD11C193-1189-46B7-B81D-8C8377A32457}" destId="{EE9B54D8-158B-4536-8EB1-ECE04DCFCB23}" srcOrd="3" destOrd="0" parTransId="{4FE7BEE4-E9D9-4A22-9A1E-A30582548867}" sibTransId="{0F66B7A3-5CCA-451B-880C-054B72639B11}"/>
    <dgm:cxn modelId="{D9E68B0F-5EBA-4211-852E-674AD4930289}" type="presOf" srcId="{854203CC-3D2D-4AA1-8048-58C265727BA4}" destId="{28211EC3-1C16-4508-9C11-DBE3D23FD8F1}" srcOrd="0" destOrd="0" presId="urn:microsoft.com/office/officeart/2005/8/layout/hList7"/>
    <dgm:cxn modelId="{F252FB22-56EF-4A41-993D-658FA02129FC}" type="presOf" srcId="{CA1C999F-33F9-4259-9AA7-6080C7F87BFB}" destId="{53F27FEA-267B-44CE-B16A-D554F3A1E717}" srcOrd="0" destOrd="0" presId="urn:microsoft.com/office/officeart/2005/8/layout/hList7"/>
    <dgm:cxn modelId="{69341F2D-53F0-4DA5-A79B-36010E22ED96}" type="presOf" srcId="{EE9B54D8-158B-4536-8EB1-ECE04DCFCB23}" destId="{72748189-8275-4753-92BA-9780B2C0A5ED}" srcOrd="0" destOrd="0" presId="urn:microsoft.com/office/officeart/2005/8/layout/hList7"/>
    <dgm:cxn modelId="{0D09C43A-4481-4C55-A3A1-5CE9FD0C41E7}" type="presOf" srcId="{854203CC-3D2D-4AA1-8048-58C265727BA4}" destId="{CCF12287-6048-42C6-8A9E-769F1DEC128C}" srcOrd="1" destOrd="0" presId="urn:microsoft.com/office/officeart/2005/8/layout/hList7"/>
    <dgm:cxn modelId="{89E09640-2EEF-4369-8796-E64AAE870453}" type="presOf" srcId="{CD11C193-1189-46B7-B81D-8C8377A32457}" destId="{9D730F1C-5DCD-4FCC-9934-9F7D2DBA581C}" srcOrd="0" destOrd="0" presId="urn:microsoft.com/office/officeart/2005/8/layout/hList7"/>
    <dgm:cxn modelId="{315F4F68-C2DD-4C9B-90D5-B4F165BD2D69}" type="presOf" srcId="{6F23C7FB-47B5-4652-974B-FE6D6E015AE4}" destId="{B4BB09A3-05EA-49B1-9F5C-7CB4016F16C1}" srcOrd="0" destOrd="0" presId="urn:microsoft.com/office/officeart/2005/8/layout/hList7"/>
    <dgm:cxn modelId="{5929E54C-D1BC-42C7-AFF4-837ACFE5FBA2}" srcId="{CD11C193-1189-46B7-B81D-8C8377A32457}" destId="{00ED1EA4-CB68-4715-B343-A28567E492C4}" srcOrd="2" destOrd="0" parTransId="{17E5C054-BF3A-4AFC-960C-F22083DF0224}" sibTransId="{C8660B16-22C5-46E5-9392-71003E3F5A4D}"/>
    <dgm:cxn modelId="{9E88B658-9CE7-4112-A071-55B3603CE4FF}" type="presOf" srcId="{32A7432A-D59D-4397-96CE-DB50BEC0F075}" destId="{9A690A34-483C-4A12-98B3-FFF705A21CB6}" srcOrd="0" destOrd="0" presId="urn:microsoft.com/office/officeart/2005/8/layout/hList7"/>
    <dgm:cxn modelId="{AB22F97B-5C4F-4116-A896-E8163C992EA4}" srcId="{CD11C193-1189-46B7-B81D-8C8377A32457}" destId="{6F23C7FB-47B5-4652-974B-FE6D6E015AE4}" srcOrd="0" destOrd="0" parTransId="{9435D47F-24C3-48EE-A6ED-888D99DABC47}" sibTransId="{95C8C9B2-43B6-433C-A7EB-1C7DCB0C5CB9}"/>
    <dgm:cxn modelId="{BEFB6B8A-C14E-49CC-A55E-646E98E3E428}" type="presOf" srcId="{95C8C9B2-43B6-433C-A7EB-1C7DCB0C5CB9}" destId="{0EC7B128-8EFA-4C52-B471-DA08AE11B478}" srcOrd="0" destOrd="0" presId="urn:microsoft.com/office/officeart/2005/8/layout/hList7"/>
    <dgm:cxn modelId="{F5AF8D8E-DCF8-45D1-B304-8921F9FC76A6}" type="presOf" srcId="{00ED1EA4-CB68-4715-B343-A28567E492C4}" destId="{FD79A22D-DD55-4201-A087-FEC873351DCE}" srcOrd="0" destOrd="0" presId="urn:microsoft.com/office/officeart/2005/8/layout/hList7"/>
    <dgm:cxn modelId="{53BCF392-5295-456B-BF88-88214F89C006}" type="presOf" srcId="{00ED1EA4-CB68-4715-B343-A28567E492C4}" destId="{A85730EB-EB27-4CFF-9E06-F561A3A7BEC7}" srcOrd="1" destOrd="0" presId="urn:microsoft.com/office/officeart/2005/8/layout/hList7"/>
    <dgm:cxn modelId="{179EC4B0-0F5A-440A-974E-44C61BB5A35B}" type="presOf" srcId="{0F66B7A3-5CCA-451B-880C-054B72639B11}" destId="{1F61DABD-9C73-4926-A55C-71CBAF2CDC5D}" srcOrd="0" destOrd="0" presId="urn:microsoft.com/office/officeart/2005/8/layout/hList7"/>
    <dgm:cxn modelId="{61633CC4-C6B6-4C2C-A8F6-31BBD98EA1EE}" srcId="{CD11C193-1189-46B7-B81D-8C8377A32457}" destId="{854203CC-3D2D-4AA1-8048-58C265727BA4}" srcOrd="4" destOrd="0" parTransId="{73332D7F-0DBC-406C-A2E6-EA25AF83174F}" sibTransId="{84F0A0FB-9A08-4EEC-B8F8-69661A90FB35}"/>
    <dgm:cxn modelId="{ABA134D7-AD8E-4881-8C0C-6F472192A085}" srcId="{CD11C193-1189-46B7-B81D-8C8377A32457}" destId="{CA1C999F-33F9-4259-9AA7-6080C7F87BFB}" srcOrd="1" destOrd="0" parTransId="{A31102E2-0280-484D-A211-ABCA53D4CDFF}" sibTransId="{32A7432A-D59D-4397-96CE-DB50BEC0F075}"/>
    <dgm:cxn modelId="{3D05FDEA-515A-4825-B882-940E936F4417}" type="presOf" srcId="{EE9B54D8-158B-4536-8EB1-ECE04DCFCB23}" destId="{7C51DE7D-DBF5-47B7-81EC-9ACB40090B75}" srcOrd="1" destOrd="0" presId="urn:microsoft.com/office/officeart/2005/8/layout/hList7"/>
    <dgm:cxn modelId="{2EBE33EF-4137-4F6B-99E8-13A690415689}" type="presOf" srcId="{CA1C999F-33F9-4259-9AA7-6080C7F87BFB}" destId="{0C4D5A41-E2B4-43D8-BE35-0C3B2218B3FE}" srcOrd="1" destOrd="0" presId="urn:microsoft.com/office/officeart/2005/8/layout/hList7"/>
    <dgm:cxn modelId="{BB77EFF4-E6C3-45A0-835A-1659B9E9CFEE}" type="presOf" srcId="{6F23C7FB-47B5-4652-974B-FE6D6E015AE4}" destId="{EFF04105-AF3F-4AFD-B17E-E8C3078019E9}" srcOrd="1" destOrd="0" presId="urn:microsoft.com/office/officeart/2005/8/layout/hList7"/>
    <dgm:cxn modelId="{167897FC-F046-403C-BEEB-E04435B8E36D}" type="presOf" srcId="{C8660B16-22C5-46E5-9392-71003E3F5A4D}" destId="{38C2245A-8EAA-4FEC-90FE-52FFB3A257F0}" srcOrd="0" destOrd="0" presId="urn:microsoft.com/office/officeart/2005/8/layout/hList7"/>
    <dgm:cxn modelId="{0E1E4328-08BE-43A5-B067-EC25EEE83F38}" type="presParOf" srcId="{9D730F1C-5DCD-4FCC-9934-9F7D2DBA581C}" destId="{AE6B8C5F-2616-40EF-A11C-E243C37A6106}" srcOrd="0" destOrd="0" presId="urn:microsoft.com/office/officeart/2005/8/layout/hList7"/>
    <dgm:cxn modelId="{92A2FEBB-E1A1-4360-900F-C2BFF88BAE68}" type="presParOf" srcId="{9D730F1C-5DCD-4FCC-9934-9F7D2DBA581C}" destId="{590C1BEA-824C-4F53-B3A4-28B04EC84765}" srcOrd="1" destOrd="0" presId="urn:microsoft.com/office/officeart/2005/8/layout/hList7"/>
    <dgm:cxn modelId="{2D261865-F660-445C-A7D8-9033721F49B3}" type="presParOf" srcId="{590C1BEA-824C-4F53-B3A4-28B04EC84765}" destId="{FD63B921-2E54-4238-A133-3A255038D539}" srcOrd="0" destOrd="0" presId="urn:microsoft.com/office/officeart/2005/8/layout/hList7"/>
    <dgm:cxn modelId="{E313A4E5-B6E7-445E-939B-036D80CE8A53}" type="presParOf" srcId="{FD63B921-2E54-4238-A133-3A255038D539}" destId="{B4BB09A3-05EA-49B1-9F5C-7CB4016F16C1}" srcOrd="0" destOrd="0" presId="urn:microsoft.com/office/officeart/2005/8/layout/hList7"/>
    <dgm:cxn modelId="{9ACDB262-24A6-4623-A0C8-0692F4A44C07}" type="presParOf" srcId="{FD63B921-2E54-4238-A133-3A255038D539}" destId="{EFF04105-AF3F-4AFD-B17E-E8C3078019E9}" srcOrd="1" destOrd="0" presId="urn:microsoft.com/office/officeart/2005/8/layout/hList7"/>
    <dgm:cxn modelId="{BB5FDEBD-5F07-4C95-BC59-AF97CE660524}" type="presParOf" srcId="{FD63B921-2E54-4238-A133-3A255038D539}" destId="{5B468E95-0686-4793-A025-F023CA9BBF76}" srcOrd="2" destOrd="0" presId="urn:microsoft.com/office/officeart/2005/8/layout/hList7"/>
    <dgm:cxn modelId="{7FFB9953-F26D-40E7-BC58-D5376C67A8B4}" type="presParOf" srcId="{FD63B921-2E54-4238-A133-3A255038D539}" destId="{013AE71D-A6B8-40C9-95C4-A02BD9DD2EE9}" srcOrd="3" destOrd="0" presId="urn:microsoft.com/office/officeart/2005/8/layout/hList7"/>
    <dgm:cxn modelId="{E4716F91-869E-4DB2-96AC-71CB2F1EE28B}" type="presParOf" srcId="{590C1BEA-824C-4F53-B3A4-28B04EC84765}" destId="{0EC7B128-8EFA-4C52-B471-DA08AE11B478}" srcOrd="1" destOrd="0" presId="urn:microsoft.com/office/officeart/2005/8/layout/hList7"/>
    <dgm:cxn modelId="{3DE9CA08-16D9-4902-BF88-5A939CA84795}" type="presParOf" srcId="{590C1BEA-824C-4F53-B3A4-28B04EC84765}" destId="{0A73EB1D-49C7-4B55-8361-0618AAEDBBEF}" srcOrd="2" destOrd="0" presId="urn:microsoft.com/office/officeart/2005/8/layout/hList7"/>
    <dgm:cxn modelId="{3C8F1A3F-7E5B-4681-9172-06565CE4C9DE}" type="presParOf" srcId="{0A73EB1D-49C7-4B55-8361-0618AAEDBBEF}" destId="{53F27FEA-267B-44CE-B16A-D554F3A1E717}" srcOrd="0" destOrd="0" presId="urn:microsoft.com/office/officeart/2005/8/layout/hList7"/>
    <dgm:cxn modelId="{6DBEF5CF-0965-4426-905F-3E2CC57ADC98}" type="presParOf" srcId="{0A73EB1D-49C7-4B55-8361-0618AAEDBBEF}" destId="{0C4D5A41-E2B4-43D8-BE35-0C3B2218B3FE}" srcOrd="1" destOrd="0" presId="urn:microsoft.com/office/officeart/2005/8/layout/hList7"/>
    <dgm:cxn modelId="{B83E3EF9-9B3F-40E3-9308-ECF7DA3968B4}" type="presParOf" srcId="{0A73EB1D-49C7-4B55-8361-0618AAEDBBEF}" destId="{E6C88DC4-3B74-40ED-8BCC-CF4C0E6149F4}" srcOrd="2" destOrd="0" presId="urn:microsoft.com/office/officeart/2005/8/layout/hList7"/>
    <dgm:cxn modelId="{B0C5B698-E963-45C9-B488-42658FED67BF}" type="presParOf" srcId="{0A73EB1D-49C7-4B55-8361-0618AAEDBBEF}" destId="{A90DA187-B0C1-46F2-8076-10C86A73CE7A}" srcOrd="3" destOrd="0" presId="urn:microsoft.com/office/officeart/2005/8/layout/hList7"/>
    <dgm:cxn modelId="{1468FA46-4EE9-474C-A1C8-C3D46C9181EC}" type="presParOf" srcId="{590C1BEA-824C-4F53-B3A4-28B04EC84765}" destId="{9A690A34-483C-4A12-98B3-FFF705A21CB6}" srcOrd="3" destOrd="0" presId="urn:microsoft.com/office/officeart/2005/8/layout/hList7"/>
    <dgm:cxn modelId="{5FF3EFA7-171A-4DFC-9238-7AC24F207968}" type="presParOf" srcId="{590C1BEA-824C-4F53-B3A4-28B04EC84765}" destId="{C7013BB7-33E7-4ECA-A622-AFED9AF05412}" srcOrd="4" destOrd="0" presId="urn:microsoft.com/office/officeart/2005/8/layout/hList7"/>
    <dgm:cxn modelId="{C400209C-E552-40E0-99BB-B6A10CCC85B8}" type="presParOf" srcId="{C7013BB7-33E7-4ECA-A622-AFED9AF05412}" destId="{FD79A22D-DD55-4201-A087-FEC873351DCE}" srcOrd="0" destOrd="0" presId="urn:microsoft.com/office/officeart/2005/8/layout/hList7"/>
    <dgm:cxn modelId="{38788FAA-A30E-4CE5-89C8-E19CA6A864C1}" type="presParOf" srcId="{C7013BB7-33E7-4ECA-A622-AFED9AF05412}" destId="{A85730EB-EB27-4CFF-9E06-F561A3A7BEC7}" srcOrd="1" destOrd="0" presId="urn:microsoft.com/office/officeart/2005/8/layout/hList7"/>
    <dgm:cxn modelId="{7FCE3FF4-24B2-475C-9B03-5166D0DBAEA1}" type="presParOf" srcId="{C7013BB7-33E7-4ECA-A622-AFED9AF05412}" destId="{246E5D9B-09F0-49DD-9DAF-E27A90B842A3}" srcOrd="2" destOrd="0" presId="urn:microsoft.com/office/officeart/2005/8/layout/hList7"/>
    <dgm:cxn modelId="{5F804004-4F57-4BD7-9777-4B04B861D9DB}" type="presParOf" srcId="{C7013BB7-33E7-4ECA-A622-AFED9AF05412}" destId="{C9271441-DDB8-4C60-9288-CF952DB6B309}" srcOrd="3" destOrd="0" presId="urn:microsoft.com/office/officeart/2005/8/layout/hList7"/>
    <dgm:cxn modelId="{1C94FEA2-C3BE-4205-8F29-A5E34133226F}" type="presParOf" srcId="{590C1BEA-824C-4F53-B3A4-28B04EC84765}" destId="{38C2245A-8EAA-4FEC-90FE-52FFB3A257F0}" srcOrd="5" destOrd="0" presId="urn:microsoft.com/office/officeart/2005/8/layout/hList7"/>
    <dgm:cxn modelId="{2FBE59DA-1819-4184-BF56-9AABCF00612F}" type="presParOf" srcId="{590C1BEA-824C-4F53-B3A4-28B04EC84765}" destId="{98E312C9-40A0-402B-8BBB-2CC2D84A3C42}" srcOrd="6" destOrd="0" presId="urn:microsoft.com/office/officeart/2005/8/layout/hList7"/>
    <dgm:cxn modelId="{673DD249-C6BA-4EB2-9C80-12770C68C27E}" type="presParOf" srcId="{98E312C9-40A0-402B-8BBB-2CC2D84A3C42}" destId="{72748189-8275-4753-92BA-9780B2C0A5ED}" srcOrd="0" destOrd="0" presId="urn:microsoft.com/office/officeart/2005/8/layout/hList7"/>
    <dgm:cxn modelId="{4A5A20DC-5408-4658-B7BD-CB5BAE75FA93}" type="presParOf" srcId="{98E312C9-40A0-402B-8BBB-2CC2D84A3C42}" destId="{7C51DE7D-DBF5-47B7-81EC-9ACB40090B75}" srcOrd="1" destOrd="0" presId="urn:microsoft.com/office/officeart/2005/8/layout/hList7"/>
    <dgm:cxn modelId="{379A9D05-AE67-40B1-88D7-3DFA3E88CC58}" type="presParOf" srcId="{98E312C9-40A0-402B-8BBB-2CC2D84A3C42}" destId="{E108D5AA-BA26-40F2-80D6-355C97D5081C}" srcOrd="2" destOrd="0" presId="urn:microsoft.com/office/officeart/2005/8/layout/hList7"/>
    <dgm:cxn modelId="{6D9E74AD-76E7-4FA3-B571-4C7A0143CF6F}" type="presParOf" srcId="{98E312C9-40A0-402B-8BBB-2CC2D84A3C42}" destId="{CE234D19-57FB-440C-A68E-86841E860527}" srcOrd="3" destOrd="0" presId="urn:microsoft.com/office/officeart/2005/8/layout/hList7"/>
    <dgm:cxn modelId="{244F75E3-84B8-4C7D-B8FA-114964ACAEC5}" type="presParOf" srcId="{590C1BEA-824C-4F53-B3A4-28B04EC84765}" destId="{1F61DABD-9C73-4926-A55C-71CBAF2CDC5D}" srcOrd="7" destOrd="0" presId="urn:microsoft.com/office/officeart/2005/8/layout/hList7"/>
    <dgm:cxn modelId="{572FE07D-C027-42FA-93B0-FAA2B5AA2702}" type="presParOf" srcId="{590C1BEA-824C-4F53-B3A4-28B04EC84765}" destId="{942FBEAC-5EC6-4103-954D-3500BC0AC939}" srcOrd="8" destOrd="0" presId="urn:microsoft.com/office/officeart/2005/8/layout/hList7"/>
    <dgm:cxn modelId="{E69330A5-DA77-4509-9FC1-C7209BA0BECF}" type="presParOf" srcId="{942FBEAC-5EC6-4103-954D-3500BC0AC939}" destId="{28211EC3-1C16-4508-9C11-DBE3D23FD8F1}" srcOrd="0" destOrd="0" presId="urn:microsoft.com/office/officeart/2005/8/layout/hList7"/>
    <dgm:cxn modelId="{28163B05-349C-421E-A811-991F118F8F1F}" type="presParOf" srcId="{942FBEAC-5EC6-4103-954D-3500BC0AC939}" destId="{CCF12287-6048-42C6-8A9E-769F1DEC128C}" srcOrd="1" destOrd="0" presId="urn:microsoft.com/office/officeart/2005/8/layout/hList7"/>
    <dgm:cxn modelId="{61ED16D0-E67B-4B4B-9F79-D5DE770AA767}" type="presParOf" srcId="{942FBEAC-5EC6-4103-954D-3500BC0AC939}" destId="{5868F57F-CFA7-4966-9B23-AB41F4113936}" srcOrd="2" destOrd="0" presId="urn:microsoft.com/office/officeart/2005/8/layout/hList7"/>
    <dgm:cxn modelId="{D0123AFC-8279-441D-8A2F-05D4576D9368}" type="presParOf" srcId="{942FBEAC-5EC6-4103-954D-3500BC0AC939}" destId="{1B5F92C5-C53D-404C-854F-573599E2F80C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B09A3-05EA-49B1-9F5C-7CB4016F16C1}">
      <dsp:nvSpPr>
        <dsp:cNvPr id="0" name=""/>
        <dsp:cNvSpPr/>
      </dsp:nvSpPr>
      <dsp:spPr>
        <a:xfrm>
          <a:off x="0" y="0"/>
          <a:ext cx="2293557" cy="49090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Client-end</a:t>
          </a:r>
          <a:endParaRPr lang="en-PK" sz="3400" kern="1200" dirty="0"/>
        </a:p>
      </dsp:txBody>
      <dsp:txXfrm>
        <a:off x="0" y="1963621"/>
        <a:ext cx="2293557" cy="1963621"/>
      </dsp:txXfrm>
    </dsp:sp>
    <dsp:sp modelId="{013AE71D-A6B8-40C9-95C4-A02BD9DD2EE9}">
      <dsp:nvSpPr>
        <dsp:cNvPr id="0" name=""/>
        <dsp:cNvSpPr/>
      </dsp:nvSpPr>
      <dsp:spPr>
        <a:xfrm>
          <a:off x="329421" y="294543"/>
          <a:ext cx="1634714" cy="163471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27FEA-267B-44CE-B16A-D554F3A1E717}">
      <dsp:nvSpPr>
        <dsp:cNvPr id="0" name=""/>
        <dsp:cNvSpPr/>
      </dsp:nvSpPr>
      <dsp:spPr>
        <a:xfrm>
          <a:off x="2362364" y="0"/>
          <a:ext cx="2293557" cy="49090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Controller Tier</a:t>
          </a:r>
          <a:endParaRPr lang="en-PK" sz="3400" kern="1200" dirty="0"/>
        </a:p>
      </dsp:txBody>
      <dsp:txXfrm>
        <a:off x="2362364" y="1963621"/>
        <a:ext cx="2293557" cy="1963621"/>
      </dsp:txXfrm>
    </dsp:sp>
    <dsp:sp modelId="{A90DA187-B0C1-46F2-8076-10C86A73CE7A}">
      <dsp:nvSpPr>
        <dsp:cNvPr id="0" name=""/>
        <dsp:cNvSpPr/>
      </dsp:nvSpPr>
      <dsp:spPr>
        <a:xfrm>
          <a:off x="2691785" y="294543"/>
          <a:ext cx="1634714" cy="16347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9A22D-DD55-4201-A087-FEC873351DCE}">
      <dsp:nvSpPr>
        <dsp:cNvPr id="0" name=""/>
        <dsp:cNvSpPr/>
      </dsp:nvSpPr>
      <dsp:spPr>
        <a:xfrm>
          <a:off x="4724729" y="0"/>
          <a:ext cx="2293557" cy="49090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Service Tier</a:t>
          </a:r>
          <a:endParaRPr lang="en-PK" sz="3400" kern="1200" dirty="0"/>
        </a:p>
      </dsp:txBody>
      <dsp:txXfrm>
        <a:off x="4724729" y="1963621"/>
        <a:ext cx="2293557" cy="1963621"/>
      </dsp:txXfrm>
    </dsp:sp>
    <dsp:sp modelId="{C9271441-DDB8-4C60-9288-CF952DB6B309}">
      <dsp:nvSpPr>
        <dsp:cNvPr id="0" name=""/>
        <dsp:cNvSpPr/>
      </dsp:nvSpPr>
      <dsp:spPr>
        <a:xfrm>
          <a:off x="5054150" y="294543"/>
          <a:ext cx="1634714" cy="163471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48189-8275-4753-92BA-9780B2C0A5ED}">
      <dsp:nvSpPr>
        <dsp:cNvPr id="0" name=""/>
        <dsp:cNvSpPr/>
      </dsp:nvSpPr>
      <dsp:spPr>
        <a:xfrm>
          <a:off x="7087093" y="0"/>
          <a:ext cx="2293557" cy="4909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Data Access Tier</a:t>
          </a:r>
          <a:endParaRPr lang="en-PK" sz="3400" kern="1200" dirty="0"/>
        </a:p>
      </dsp:txBody>
      <dsp:txXfrm>
        <a:off x="7087093" y="1963621"/>
        <a:ext cx="2293557" cy="1963621"/>
      </dsp:txXfrm>
    </dsp:sp>
    <dsp:sp modelId="{CE234D19-57FB-440C-A68E-86841E860527}">
      <dsp:nvSpPr>
        <dsp:cNvPr id="0" name=""/>
        <dsp:cNvSpPr/>
      </dsp:nvSpPr>
      <dsp:spPr>
        <a:xfrm>
          <a:off x="7416515" y="294543"/>
          <a:ext cx="1634714" cy="163471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11EC3-1C16-4508-9C11-DBE3D23FD8F1}">
      <dsp:nvSpPr>
        <dsp:cNvPr id="0" name=""/>
        <dsp:cNvSpPr/>
      </dsp:nvSpPr>
      <dsp:spPr>
        <a:xfrm>
          <a:off x="9449458" y="0"/>
          <a:ext cx="2293557" cy="49090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Database</a:t>
          </a:r>
          <a:endParaRPr lang="en-PK" sz="3400" kern="1200" dirty="0"/>
        </a:p>
      </dsp:txBody>
      <dsp:txXfrm>
        <a:off x="9449458" y="1963621"/>
        <a:ext cx="2293557" cy="1963621"/>
      </dsp:txXfrm>
    </dsp:sp>
    <dsp:sp modelId="{1B5F92C5-C53D-404C-854F-573599E2F80C}">
      <dsp:nvSpPr>
        <dsp:cNvPr id="0" name=""/>
        <dsp:cNvSpPr/>
      </dsp:nvSpPr>
      <dsp:spPr>
        <a:xfrm>
          <a:off x="9778879" y="294543"/>
          <a:ext cx="1634714" cy="1634714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B8C5F-2616-40EF-A11C-E243C37A6106}">
      <dsp:nvSpPr>
        <dsp:cNvPr id="0" name=""/>
        <dsp:cNvSpPr/>
      </dsp:nvSpPr>
      <dsp:spPr>
        <a:xfrm>
          <a:off x="2858499" y="3927243"/>
          <a:ext cx="8346193" cy="736358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2/8/2023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2/8/2023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096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9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1. You’re aware of named colors, RGB/RGBA colors, HEX valued colors, but there’s a new color scheme in town: HSL (Hue-Saturation-Lightness). Search how it works.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89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502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24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361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599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69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Explain what “no gimmicks” actually means. Thorough testing, no corners cut, no unstable tech used, no interns to do the 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876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60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28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13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21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352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55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76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27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8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/Eleme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Js/js_es6.as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habib.edu.pk/addcours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Development using Django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dirty="0"/>
              <a:t>Dr. Owais Hussain</a:t>
            </a:r>
          </a:p>
          <a:p>
            <a:r>
              <a:rPr lang="en-US" dirty="0" err="1"/>
              <a:t>Esquared</a:t>
            </a:r>
            <a:r>
              <a:rPr lang="en-US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29ADEE30-CF2B-2446-B64B-2F81D1BE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" t="9091" r="33908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29" y="771988"/>
            <a:ext cx="4558804" cy="2638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Client-end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DD8A0-BD53-4DBF-949B-0D64D12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C2E478F-E849-4A8C-AF1F-CBCC78A7CBFA}" type="slidenum">
              <a:rPr lang="en-US" smtClean="0">
                <a:solidFill>
                  <a:schemeClr val="tx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3F6A334-6EC5-0957-6BE3-258FBA3C5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9" y="4620393"/>
            <a:ext cx="3977640" cy="365125"/>
          </a:xfrm>
        </p:spPr>
        <p:txBody>
          <a:bodyPr/>
          <a:lstStyle/>
          <a:p>
            <a:r>
              <a:rPr lang="en-US" spc="300" dirty="0">
                <a:solidFill>
                  <a:schemeClr val="tx1"/>
                </a:solidFill>
              </a:rPr>
              <a:t>BESPOKE</a:t>
            </a:r>
          </a:p>
        </p:txBody>
      </p:sp>
    </p:spTree>
    <p:extLst>
      <p:ext uri="{BB962C8B-B14F-4D97-AF65-F5344CB8AC3E}">
        <p14:creationId xmlns:p14="http://schemas.microsoft.com/office/powerpoint/2010/main" val="1280085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CLIENT-END – Some key concepts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client-side code executes on client’s device.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OS has nothing to do with server-side.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Sessions are created on server-end.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Cookies are accessed and modified by client-side.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Server does not send DOM objects; the browser creates DOMs from the HTML tree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9696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CLIENT-END – HTML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HTML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Doctype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Main tags: HTML, Head, Body, Links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Forms: used to submit data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It’s mostly all learn-as-you-go, but here’s where you can read about any HTML tag:</a:t>
            </a:r>
            <a:br>
              <a:rPr lang="en-US" sz="3600" dirty="0"/>
            </a:br>
            <a:r>
              <a:rPr lang="en-US" sz="3200" dirty="0">
                <a:hlinkClick r:id="rId3"/>
              </a:rPr>
              <a:t>developer.mozilla.org/docs/Web/HTML/Element</a:t>
            </a:r>
            <a:endParaRPr lang="en-US" sz="3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4465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Create an HTML page called “openrecipe.html”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Define DOCTYPE, HTML tag, head tag with a title “Open recipe” and body tag.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Inside the body, insert primary heading and any slogan you want.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The logo should be the first thing displayed on your web page. But for now, just create a placeholder.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Add a few divisions: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A radio group “Preference” with options: Carnivore, Vegetarian, Vegan, Karachiite (explore HTML5 tag: &lt;</a:t>
            </a:r>
            <a:r>
              <a:rPr lang="en-US" sz="2100" dirty="0" err="1"/>
              <a:t>fieldset</a:t>
            </a:r>
            <a:r>
              <a:rPr lang="en-US" sz="2100" dirty="0"/>
              <a:t>&gt;)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A list of most frequently ordered dishes to choose from. Do NOT use &lt;</a:t>
            </a:r>
            <a:r>
              <a:rPr lang="en-US" sz="2100" dirty="0" err="1"/>
              <a:t>datalist</a:t>
            </a:r>
            <a:r>
              <a:rPr lang="en-US" sz="2100" dirty="0"/>
              <a:t>&gt;; Apple Safari doesn’t like it.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100" dirty="0"/>
              <a:t>A submit button</a:t>
            </a:r>
          </a:p>
        </p:txBody>
      </p:sp>
    </p:spTree>
    <p:extLst>
      <p:ext uri="{BB962C8B-B14F-4D97-AF65-F5344CB8AC3E}">
        <p14:creationId xmlns:p14="http://schemas.microsoft.com/office/powerpoint/2010/main" val="183038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CLIENT-END – CSS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Syntax: selector { property name: value; … }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h1{ color: grey;}</a:t>
            </a:r>
            <a:r>
              <a:rPr lang="en-US" sz="3600" dirty="0">
                <a:highlight>
                  <a:srgbClr val="C0C0C0"/>
                </a:highlight>
              </a:rPr>
              <a:t> </a:t>
            </a:r>
            <a:r>
              <a:rPr lang="en-US" sz="3600" dirty="0"/>
              <a:t>will turn </a:t>
            </a:r>
            <a:r>
              <a:rPr lang="en-US" sz="3600" dirty="0" err="1"/>
              <a:t>colour</a:t>
            </a:r>
            <a:r>
              <a:rPr lang="en-US" sz="3600" dirty="0"/>
              <a:t> of all H1 tags to grey.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#mylabel { font-style: italic;}</a:t>
            </a:r>
            <a:r>
              <a:rPr lang="en-US" sz="24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3600" dirty="0"/>
              <a:t>will italicize the tag with id=“</a:t>
            </a:r>
            <a:r>
              <a:rPr lang="en-US" sz="3600" dirty="0" err="1"/>
              <a:t>mylabel</a:t>
            </a:r>
            <a:r>
              <a:rPr lang="en-US" sz="3600" dirty="0"/>
              <a:t>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.navigation { margin: 2px;}</a:t>
            </a:r>
            <a:r>
              <a:rPr lang="en-US" sz="3600" dirty="0">
                <a:highlight>
                  <a:srgbClr val="C0C0C0"/>
                </a:highlight>
              </a:rPr>
              <a:t> </a:t>
            </a:r>
            <a:r>
              <a:rPr lang="en-US" sz="3600" dirty="0"/>
              <a:t>will add margin of 2 pixels to each element in which class=“navigation”.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h2.subheading { border-block: 3px dotted red;}</a:t>
            </a:r>
            <a:r>
              <a:rPr lang="en-US" sz="3600" dirty="0">
                <a:highlight>
                  <a:srgbClr val="C0C0C0"/>
                </a:highlight>
              </a:rPr>
              <a:t> </a:t>
            </a:r>
            <a:r>
              <a:rPr lang="en-US" sz="3600" dirty="0"/>
              <a:t>will make a dotted border with red color around each h2 tag where class=“subheading”.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#mydata div table { align-content: center;}</a:t>
            </a:r>
            <a:r>
              <a:rPr lang="en-US" sz="24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3600" dirty="0"/>
              <a:t>will align whatever’s inside each &lt;div&gt; and &lt;table&gt; of the container with id=“</a:t>
            </a:r>
            <a:r>
              <a:rPr lang="en-US" sz="3600" dirty="0" err="1"/>
              <a:t>mydata</a:t>
            </a:r>
            <a:r>
              <a:rPr lang="en-US" sz="3600" dirty="0"/>
              <a:t>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9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a:hover { color: </a:t>
            </a:r>
            <a:r>
              <a:rPr lang="en-US" sz="2900" dirty="0" err="1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rgba</a:t>
            </a:r>
            <a:r>
              <a:rPr lang="en-US" sz="2900" dirty="0">
                <a:highlight>
                  <a:srgbClr val="C0C0C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(255, 0, 0, 125);} </a:t>
            </a:r>
            <a:r>
              <a:rPr lang="en-US" sz="3800" dirty="0"/>
              <a:t>will turn the anchor’s value to red and decrease the transparency to half when the mouse hovers over it.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4159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Your restaurant’s website needs some revamping. Create a file named “style.css”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Link it using link tag to “openrecipe.html” page.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Go to Shopify’s AI-based logo generator and generate a fitting logo.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 the style.css add some rules: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Entire HTML should be centered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Ask </a:t>
            </a:r>
            <a:r>
              <a:rPr lang="en-US" sz="2200" dirty="0" err="1"/>
              <a:t>ChatGPT</a:t>
            </a:r>
            <a:r>
              <a:rPr lang="en-US" sz="2200" dirty="0"/>
              <a:t> to generate you a scheme of primary, secondary, tertiary, and quaternary distinct colors in either </a:t>
            </a:r>
            <a:r>
              <a:rPr lang="en-US" sz="2200" dirty="0" err="1"/>
              <a:t>rgba</a:t>
            </a:r>
            <a:r>
              <a:rPr lang="en-US" sz="2200" dirty="0"/>
              <a:t> or hex codes.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All primary headings should be in primary color. Secondary headings should be in secondary color. And so on… as you like it.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Create some room between each division. You can make use of padding.</a:t>
            </a:r>
          </a:p>
        </p:txBody>
      </p:sp>
    </p:spTree>
    <p:extLst>
      <p:ext uri="{BB962C8B-B14F-4D97-AF65-F5344CB8AC3E}">
        <p14:creationId xmlns:p14="http://schemas.microsoft.com/office/powerpoint/2010/main" val="292671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CLIENT-END – DOM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5" y="1532587"/>
            <a:ext cx="54186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What DOM is: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A programming API for HTML/XML documents.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It mocks the document it represents in OOP sense.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It contains metadata and the data itself.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It Encapsulates both the attributes and behaviour of a document.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D25F97-DFEC-CE8D-24FA-310C9767D47D}"/>
              </a:ext>
            </a:extLst>
          </p:cNvPr>
          <p:cNvSpPr txBox="1">
            <a:spLocks/>
          </p:cNvSpPr>
          <p:nvPr/>
        </p:nvSpPr>
        <p:spPr>
          <a:xfrm>
            <a:off x="6086275" y="1532587"/>
            <a:ext cx="5418666" cy="48878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What DOM is </a:t>
            </a:r>
            <a:r>
              <a:rPr lang="en-US" sz="2500" u="sng" dirty="0"/>
              <a:t>NOT</a:t>
            </a:r>
            <a:r>
              <a:rPr lang="en-US" sz="2500" dirty="0"/>
              <a:t>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A binary representation. It requires platform compatibility.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An ORM for XML-based database. It specifies how XML is defined as objects, but not the other way round.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A tree data structure. The selection of data structures is entirely up to the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9520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CLIENT-END – Scripting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Scripting from this point onwards will be JavaScript exclusively.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JS-ES6 added enhancements which enabled JS to compete with server languages. A few examples are: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Inclusion of classes, const, arrow functions, default parameters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Importing and exporting resources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Promises for Asynchronous calls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Read more here: </a:t>
            </a:r>
            <a:r>
              <a:rPr lang="en-US" sz="3600" dirty="0">
                <a:hlinkClick r:id="rId3"/>
              </a:rPr>
              <a:t>w3schools.com/Js/js_es6.asp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0256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CLIENT-END – jQuery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easy to learn jQuery library simplifies JavaScript. It’s highly advisable to switch to jQuery as soon as you learn JavaScript.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For example, this jQuery code will hide each &lt;p&gt; element on click:</a:t>
            </a:r>
            <a:br>
              <a:rPr lang="en-US" sz="3600" dirty="0"/>
            </a:b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$(document).ready(function() {</a:t>
            </a:r>
            <a:b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 $("p").click(function() {</a:t>
            </a:r>
            <a:b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   $(this).hide();</a:t>
            </a:r>
            <a:b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  });</a:t>
            </a:r>
            <a:b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dirty="0">
                <a:latin typeface="Cascadia Code" panose="020B0609020000020004" pitchFamily="49" charset="0"/>
                <a:cs typeface="Cascadia Code" panose="020B0609020000020004" pitchFamily="49" charset="0"/>
              </a:rPr>
              <a:t>});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704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Link “openrecipe.html” with jQuery library using direct URL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Write the required script to hide selected item from the menu and show into another label: “You selected: &lt;whatever the selection is&gt;”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There are no rules. You can use any technique to get this done.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Make sure that if the user changes the selection, the previous item is restored to its original position and the newly selected one is then shown in the label.</a:t>
            </a:r>
          </a:p>
        </p:txBody>
      </p:sp>
    </p:spTree>
    <p:extLst>
      <p:ext uri="{BB962C8B-B14F-4D97-AF65-F5344CB8AC3E}">
        <p14:creationId xmlns:p14="http://schemas.microsoft.com/office/powerpoint/2010/main" val="491829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29ADEE30-CF2B-2446-B64B-2F81D1BEB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56" t="9091" r="33908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089" y="771988"/>
            <a:ext cx="5014684" cy="2638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Server-End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DD8A0-BD53-4DBF-949B-0D64D12D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C2E478F-E849-4A8C-AF1F-CBCC78A7CBFA}" type="slidenum">
              <a:rPr lang="en-US" smtClean="0">
                <a:solidFill>
                  <a:schemeClr val="tx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3F6A334-6EC5-0957-6BE3-258FBA3C5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147" y="4620393"/>
            <a:ext cx="4375404" cy="365125"/>
          </a:xfrm>
        </p:spPr>
        <p:txBody>
          <a:bodyPr/>
          <a:lstStyle/>
          <a:p>
            <a:r>
              <a:rPr lang="en-US" spc="300" dirty="0">
                <a:solidFill>
                  <a:schemeClr val="tx1"/>
                </a:solidFill>
              </a:rPr>
              <a:t>Inside a Black Hole</a:t>
            </a:r>
          </a:p>
        </p:txBody>
      </p:sp>
    </p:spTree>
    <p:extLst>
      <p:ext uri="{BB962C8B-B14F-4D97-AF65-F5344CB8AC3E}">
        <p14:creationId xmlns:p14="http://schemas.microsoft.com/office/powerpoint/2010/main" val="355118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Server-side code is focused on: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Optimization: consume as little resources as possible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Security: Authorization, web-server, OS-level, network-level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Availability: load balancing, redundancy, disaster recovery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b="1" u="sng" dirty="0"/>
              <a:t>No gimmicks</a:t>
            </a:r>
          </a:p>
        </p:txBody>
      </p:sp>
    </p:spTree>
    <p:extLst>
      <p:ext uri="{BB962C8B-B14F-4D97-AF65-F5344CB8AC3E}">
        <p14:creationId xmlns:p14="http://schemas.microsoft.com/office/powerpoint/2010/main" val="307637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Tiers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B56639-AD90-333A-01DC-C519F1B159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428996"/>
              </p:ext>
            </p:extLst>
          </p:nvPr>
        </p:nvGraphicFramePr>
        <p:xfrm>
          <a:off x="220384" y="1511409"/>
          <a:ext cx="11743016" cy="4909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8344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Tiers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Client: makes an HTTP request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Web Server: decrypts the package, checks for the URL and routes to the respective web application (this is simplification of an otherwise complex operation)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Controller Tier: receives and authenticates client’s request, transforms data into back-end compatible objects. Handles Get Post Update Delete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Service Tier: applies domain-specific business logic. Provides CRUD operations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Data Access Tier: provides ORM and applies data logic like authorization, level of access, integrity checks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Database: actual storage. DML operations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0773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Scenario: a student wants to enroll in a course. He logs into the university’s LMS and choses a course.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The controller receives the following packet: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/>
              <a:t>Header: </a:t>
            </a: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POST /addcourse.html HTTP/1.1</a:t>
            </a:r>
            <a:b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User-Agent: Mozilla/4.0 (compatible; MSIE5.01; Windows NT)</a:t>
            </a:r>
            <a:b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Host: https://lms.habib.edu.pk/</a:t>
            </a:r>
            <a:b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Accept-Language: </a:t>
            </a: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en</a:t>
            </a: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-us</a:t>
            </a:r>
            <a:b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Accept-Encoding: </a:t>
            </a: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gzip</a:t>
            </a:r>
            <a:b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Content-Type: application/x-www-form-</a:t>
            </a: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urlencoded</a:t>
            </a:r>
            <a:b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Connection: Keep-Alive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/>
              <a:t>Body: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studentId</a:t>
            </a: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=CS-0433&amp;courseId=CS224&amp;username=imranali0433&amp;password=</a:t>
            </a: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Khuljasimsim</a:t>
            </a:r>
            <a:endParaRPr lang="en-US" sz="2900" dirty="0">
              <a:solidFill>
                <a:prstClr val="black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17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The controller does the following methods: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Checks the type of request, i.e. </a:t>
            </a:r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POST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Checks for the URL the request was made to, i.e. </a:t>
            </a:r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  <a:hlinkClick r:id="rId3"/>
              </a:rPr>
              <a:t>https://lms.habib.edu.pk/addcourse.html</a:t>
            </a:r>
            <a:endParaRPr lang="en-US" sz="3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Decompress the data packet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Sets expected type of content, i.e. a web form in this case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Reads parameters from body: </a:t>
            </a:r>
            <a:r>
              <a:rPr lang="en-US" sz="36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student_id</a:t>
            </a:r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= “BS-0433”, </a:t>
            </a:r>
            <a:r>
              <a:rPr lang="en-US" sz="36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course_id</a:t>
            </a:r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= “CS224”, username = “imranali0433”, password = “</a:t>
            </a:r>
            <a:r>
              <a:rPr lang="en-US" sz="36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Khuljasimsim</a:t>
            </a:r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931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The controller asks the Service tier to: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Authenticate the user account: </a:t>
            </a: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authenticate(“imranali0433”,” </a:t>
            </a: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Khuljasimsim</a:t>
            </a: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”)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On successful authentication, the controller asks Service to add a new course: </a:t>
            </a:r>
            <a:r>
              <a:rPr lang="en-US" sz="29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addCourse</a:t>
            </a:r>
            <a:r>
              <a:rPr lang="en-US" sz="29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(“BS-0433”, “CS224”)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The controller now waits for the Service to do the operation.</a:t>
            </a:r>
          </a:p>
        </p:txBody>
      </p:sp>
    </p:spTree>
    <p:extLst>
      <p:ext uri="{BB962C8B-B14F-4D97-AF65-F5344CB8AC3E}">
        <p14:creationId xmlns:p14="http://schemas.microsoft.com/office/powerpoint/2010/main" val="375349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The Service tier handles all business rules: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Can a student enroll?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checkCourseRegistrationStatus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() { return deadline &gt;=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datetime.now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()}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Is this student active?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getStudentStatus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(“BS-0433”)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Is this course being offered currently?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getCourseStatus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(“CS224”)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Is the class already full?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getCourseHeadCount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(“CS224”)</a:t>
            </a:r>
            <a:endParaRPr lang="en-US" sz="2800" dirty="0"/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All Okay? Then proceed to course registration. Ask the Data Access Tier to map course “CS224” to student “BS-0433”</a:t>
            </a:r>
          </a:p>
        </p:txBody>
      </p:sp>
    </p:spTree>
    <p:extLst>
      <p:ext uri="{BB962C8B-B14F-4D97-AF65-F5344CB8AC3E}">
        <p14:creationId xmlns:p14="http://schemas.microsoft.com/office/powerpoint/2010/main" val="49014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100" dirty="0"/>
              <a:t>The Data Access tier handles all data rules. A typical method looks something like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addCourse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studentRegId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courseRegId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):</a:t>
            </a:r>
            <a:b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	student =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getStudentByRegId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studentRegId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	course =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getCourseByRegId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courseRegId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	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coursesRegistered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=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getStudentCourses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(student)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	if course in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coursesRegistered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		return false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	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saveStudentCourse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(student, course)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saveStudentCourse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(student, course) </a:t>
            </a:r>
            <a:r>
              <a:rPr lang="en-US" sz="2800" dirty="0"/>
              <a:t>executes the following query on the DB:</a:t>
            </a:r>
            <a:br>
              <a:rPr lang="en-US" sz="2800" dirty="0"/>
            </a:b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insert into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student_course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(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student_id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en-US" sz="2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course_id</a:t>
            </a: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 values (student.id, course.id)</a:t>
            </a:r>
          </a:p>
        </p:txBody>
      </p:sp>
    </p:spTree>
    <p:extLst>
      <p:ext uri="{BB962C8B-B14F-4D97-AF65-F5344CB8AC3E}">
        <p14:creationId xmlns:p14="http://schemas.microsoft.com/office/powerpoint/2010/main" val="103027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22755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The way back: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DBMS returns the query execution code, i.e. 1 (no. of rows affected).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The Data Access Tier returns “True” back to Service, indicating that the record was successfully stored.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The Service Tier executes a few more methods: </a:t>
            </a:r>
            <a:r>
              <a:rPr lang="en-US" sz="22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updateCourseHeadcount</a:t>
            </a:r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(“CS224”), </a:t>
            </a:r>
            <a:r>
              <a:rPr lang="en-US" sz="22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notifyInstructor</a:t>
            </a:r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(“CS-DRMQP01”)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Service returns “True” back to the Controller.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Controller prepares the HTTP Response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3198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SERVER-END – An Example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22755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HTTP/1.1 200 OK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Date: Sun, 05 Feb 2023 10:15:00 UTC+5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Server: Apache/2.2.14 (Win64)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Last-Modified: Sun, 05 Feb 2023 10:15:00 UTC+5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Content-Length: </a:t>
            </a:r>
            <a:r>
              <a:rPr lang="en-US" sz="2800" b="1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length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Content-Type: text/html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Connection: Closed</a:t>
            </a:r>
          </a:p>
        </p:txBody>
      </p:sp>
    </p:spTree>
    <p:extLst>
      <p:ext uri="{BB962C8B-B14F-4D97-AF65-F5344CB8AC3E}">
        <p14:creationId xmlns:p14="http://schemas.microsoft.com/office/powerpoint/2010/main" val="334139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unmemorabletitle.co.uk/wp-content/uploads/2013/01/ques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07750"/>
            <a:ext cx="12192001" cy="696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829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– 2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There’s scarcity of tools which can aid people with some disability in surfing the web. One of such tools is screen reader option in many browsers for visually impaired people.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Think about how you can help people suffering from Parkinson disease to navigate an e-store. Pen down your thoughts.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Tip: You may explore ARIA, a project by W3C’s Web Accessibility Initiative.</a:t>
            </a:r>
          </a:p>
        </p:txBody>
      </p:sp>
    </p:spTree>
    <p:extLst>
      <p:ext uri="{BB962C8B-B14F-4D97-AF65-F5344CB8AC3E}">
        <p14:creationId xmlns:p14="http://schemas.microsoft.com/office/powerpoint/2010/main" val="330506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owaishussain@ieee.org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1683</TotalTime>
  <Words>1790</Words>
  <Application>Microsoft Office PowerPoint</Application>
  <PresentationFormat>Widescreen</PresentationFormat>
  <Paragraphs>191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Cascadia Code</vt:lpstr>
      <vt:lpstr>Cascadia Code Light</vt:lpstr>
      <vt:lpstr>Wingdings</vt:lpstr>
      <vt:lpstr>Office Theme</vt:lpstr>
      <vt:lpstr>Web Development using Django Framework</vt:lpstr>
      <vt:lpstr>Client-end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Server-End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PowerPoint Presentation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223</cp:revision>
  <dcterms:created xsi:type="dcterms:W3CDTF">2022-11-22T20:08:03Z</dcterms:created>
  <dcterms:modified xsi:type="dcterms:W3CDTF">2023-02-08T13:57:08Z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