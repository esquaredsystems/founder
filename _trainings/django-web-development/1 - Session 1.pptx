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448" r:id="rId5"/>
    <p:sldId id="522" r:id="rId6"/>
    <p:sldId id="2462" r:id="rId7"/>
    <p:sldId id="2479" r:id="rId8"/>
    <p:sldId id="2480" r:id="rId9"/>
    <p:sldId id="2481" r:id="rId10"/>
    <p:sldId id="2482" r:id="rId11"/>
    <p:sldId id="2483" r:id="rId12"/>
    <p:sldId id="2485" r:id="rId13"/>
    <p:sldId id="278" r:id="rId14"/>
    <p:sldId id="24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3EF76F-82E2-4838-9827-F08F5749DF79}">
          <p14:sldIdLst>
            <p14:sldId id="2448"/>
            <p14:sldId id="522"/>
            <p14:sldId id="2462"/>
            <p14:sldId id="2479"/>
            <p14:sldId id="2480"/>
            <p14:sldId id="2481"/>
            <p14:sldId id="2482"/>
            <p14:sldId id="2483"/>
            <p14:sldId id="2485"/>
          </p14:sldIdLst>
        </p14:section>
        <p14:section name="Session 2" id="{0ACF35EF-4599-4DD7-848D-F06376202F09}">
          <p14:sldIdLst>
            <p14:sldId id="27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01B3DC-EE76-4D1F-AF3C-C4B40CDC25CA}" type="doc">
      <dgm:prSet loTypeId="urn:microsoft.com/office/officeart/2005/8/layout/process3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PK"/>
        </a:p>
      </dgm:t>
    </dgm:pt>
    <dgm:pt modelId="{BB0B46C6-FC29-4458-8EBC-0F0942DCEEE6}">
      <dgm:prSet phldrT="[Text]"/>
      <dgm:spPr/>
      <dgm:t>
        <a:bodyPr/>
        <a:lstStyle/>
        <a:p>
          <a:r>
            <a:rPr lang="en-US" dirty="0"/>
            <a:t>Request method</a:t>
          </a:r>
          <a:endParaRPr lang="en-PK" dirty="0"/>
        </a:p>
      </dgm:t>
    </dgm:pt>
    <dgm:pt modelId="{9ED6DDB8-AFC2-4FBC-809B-4AA8492729DA}" type="parTrans" cxnId="{CFCAF47E-9CC6-4840-AE6B-4F693FA430C4}">
      <dgm:prSet/>
      <dgm:spPr/>
      <dgm:t>
        <a:bodyPr/>
        <a:lstStyle/>
        <a:p>
          <a:endParaRPr lang="en-PK"/>
        </a:p>
      </dgm:t>
    </dgm:pt>
    <dgm:pt modelId="{92C40782-5282-4F7A-AD75-BB741EBB52E2}" type="sibTrans" cxnId="{CFCAF47E-9CC6-4840-AE6B-4F693FA430C4}">
      <dgm:prSet/>
      <dgm:spPr/>
      <dgm:t>
        <a:bodyPr/>
        <a:lstStyle/>
        <a:p>
          <a:endParaRPr lang="en-PK"/>
        </a:p>
      </dgm:t>
    </dgm:pt>
    <dgm:pt modelId="{1C930375-42F0-4AE6-BE37-9680E27353B4}">
      <dgm:prSet phldrT="[Text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POST</a:t>
          </a:r>
          <a:endParaRPr lang="en-PK" dirty="0"/>
        </a:p>
      </dgm:t>
    </dgm:pt>
    <dgm:pt modelId="{CFB7A91D-57B0-4077-A65B-DABD1732B1BB}" type="parTrans" cxnId="{56E63A43-BABD-45D7-8C95-52590F2E4BA6}">
      <dgm:prSet/>
      <dgm:spPr/>
      <dgm:t>
        <a:bodyPr/>
        <a:lstStyle/>
        <a:p>
          <a:endParaRPr lang="en-PK"/>
        </a:p>
      </dgm:t>
    </dgm:pt>
    <dgm:pt modelId="{E946690C-9468-48F1-8DB7-6A08FB13F3DB}" type="sibTrans" cxnId="{56E63A43-BABD-45D7-8C95-52590F2E4BA6}">
      <dgm:prSet/>
      <dgm:spPr/>
      <dgm:t>
        <a:bodyPr/>
        <a:lstStyle/>
        <a:p>
          <a:endParaRPr lang="en-PK"/>
        </a:p>
      </dgm:t>
    </dgm:pt>
    <dgm:pt modelId="{2C3FE4F1-C32E-4BCB-A1D0-34A8A874B8B4}">
      <dgm:prSet phldrT="[Text]"/>
      <dgm:spPr/>
      <dgm:t>
        <a:bodyPr/>
        <a:lstStyle/>
        <a:p>
          <a:r>
            <a:rPr lang="en-US" dirty="0"/>
            <a:t>API operation</a:t>
          </a:r>
          <a:endParaRPr lang="en-PK" dirty="0"/>
        </a:p>
      </dgm:t>
    </dgm:pt>
    <dgm:pt modelId="{04D599C2-C2BC-4944-841E-4D402878DE3B}" type="parTrans" cxnId="{C239A71A-6F94-4D16-839D-2FB3663F4253}">
      <dgm:prSet/>
      <dgm:spPr/>
      <dgm:t>
        <a:bodyPr/>
        <a:lstStyle/>
        <a:p>
          <a:endParaRPr lang="en-PK"/>
        </a:p>
      </dgm:t>
    </dgm:pt>
    <dgm:pt modelId="{68AB6F7E-4B84-494D-AAB1-BC991F570DF7}" type="sibTrans" cxnId="{C239A71A-6F94-4D16-839D-2FB3663F4253}">
      <dgm:prSet/>
      <dgm:spPr/>
      <dgm:t>
        <a:bodyPr/>
        <a:lstStyle/>
        <a:p>
          <a:endParaRPr lang="en-PK"/>
        </a:p>
      </dgm:t>
    </dgm:pt>
    <dgm:pt modelId="{BABF587E-C6B0-433F-BB92-5C434B6162BD}">
      <dgm:prSet phldrT="[Text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CREATE</a:t>
          </a:r>
          <a:endParaRPr lang="en-PK" dirty="0"/>
        </a:p>
      </dgm:t>
    </dgm:pt>
    <dgm:pt modelId="{27B3D059-A5AF-4F85-BEE7-5CA9320346FD}" type="parTrans" cxnId="{A89137A7-A929-4567-BF16-D7D3C46BADE3}">
      <dgm:prSet/>
      <dgm:spPr/>
      <dgm:t>
        <a:bodyPr/>
        <a:lstStyle/>
        <a:p>
          <a:endParaRPr lang="en-PK"/>
        </a:p>
      </dgm:t>
    </dgm:pt>
    <dgm:pt modelId="{E2737E25-E3ED-4275-8DA8-DCC719B17D77}" type="sibTrans" cxnId="{A89137A7-A929-4567-BF16-D7D3C46BADE3}">
      <dgm:prSet/>
      <dgm:spPr/>
      <dgm:t>
        <a:bodyPr/>
        <a:lstStyle/>
        <a:p>
          <a:endParaRPr lang="en-PK"/>
        </a:p>
      </dgm:t>
    </dgm:pt>
    <dgm:pt modelId="{EB397676-6F10-487E-B931-459DCAEA0BC9}">
      <dgm:prSet phldrT="[Text]"/>
      <dgm:spPr/>
      <dgm:t>
        <a:bodyPr/>
        <a:lstStyle/>
        <a:p>
          <a:r>
            <a:rPr lang="en-US" dirty="0"/>
            <a:t>DB operation</a:t>
          </a:r>
          <a:endParaRPr lang="en-PK" dirty="0"/>
        </a:p>
      </dgm:t>
    </dgm:pt>
    <dgm:pt modelId="{2E431BEB-4DDB-49B5-ACDC-27070FEAC68A}" type="parTrans" cxnId="{6F05F95B-71C2-4F30-BFCB-A3DDCA82762B}">
      <dgm:prSet/>
      <dgm:spPr/>
      <dgm:t>
        <a:bodyPr/>
        <a:lstStyle/>
        <a:p>
          <a:endParaRPr lang="en-PK"/>
        </a:p>
      </dgm:t>
    </dgm:pt>
    <dgm:pt modelId="{96F7B196-DFAB-4CAC-AECF-D226FC37668D}" type="sibTrans" cxnId="{6F05F95B-71C2-4F30-BFCB-A3DDCA82762B}">
      <dgm:prSet/>
      <dgm:spPr/>
      <dgm:t>
        <a:bodyPr/>
        <a:lstStyle/>
        <a:p>
          <a:endParaRPr lang="en-PK"/>
        </a:p>
      </dgm:t>
    </dgm:pt>
    <dgm:pt modelId="{176462A4-117A-4B55-AA47-3F0C9122A761}">
      <dgm:prSet phldrT="[Text]"/>
      <dgm:spPr/>
      <dgm:t>
        <a:bodyPr/>
        <a:lstStyle/>
        <a:p>
          <a:r>
            <a:rPr lang="en-US" dirty="0"/>
            <a:t>INSERT</a:t>
          </a:r>
          <a:endParaRPr lang="en-PK" dirty="0"/>
        </a:p>
      </dgm:t>
    </dgm:pt>
    <dgm:pt modelId="{9D649DB8-6D0D-4F3D-86D4-2532DC4D4904}" type="parTrans" cxnId="{4F53EEEE-04F9-469D-8429-41195D0C707C}">
      <dgm:prSet/>
      <dgm:spPr/>
      <dgm:t>
        <a:bodyPr/>
        <a:lstStyle/>
        <a:p>
          <a:endParaRPr lang="en-PK"/>
        </a:p>
      </dgm:t>
    </dgm:pt>
    <dgm:pt modelId="{CEF0DB6B-DFF1-4D09-84AA-9F33C98A6DD3}" type="sibTrans" cxnId="{4F53EEEE-04F9-469D-8429-41195D0C707C}">
      <dgm:prSet/>
      <dgm:spPr/>
      <dgm:t>
        <a:bodyPr/>
        <a:lstStyle/>
        <a:p>
          <a:endParaRPr lang="en-PK"/>
        </a:p>
      </dgm:t>
    </dgm:pt>
    <dgm:pt modelId="{7D3AB4DE-A3DF-4F5D-B90C-BAA9496EB2FA}">
      <dgm:prSet/>
      <dgm:spPr/>
      <dgm:t>
        <a:bodyPr/>
        <a:lstStyle/>
        <a:p>
          <a:r>
            <a:rPr lang="en-US"/>
            <a:t>GET</a:t>
          </a:r>
          <a:endParaRPr lang="en-US" dirty="0"/>
        </a:p>
      </dgm:t>
    </dgm:pt>
    <dgm:pt modelId="{C837799B-88D3-490C-98DC-62DE2C33F30E}" type="parTrans" cxnId="{20E43C9D-4FCE-446F-B4F7-9A72F100718A}">
      <dgm:prSet/>
      <dgm:spPr/>
      <dgm:t>
        <a:bodyPr/>
        <a:lstStyle/>
        <a:p>
          <a:endParaRPr lang="en-PK"/>
        </a:p>
      </dgm:t>
    </dgm:pt>
    <dgm:pt modelId="{DEB13BDB-E3F2-4AB4-9048-0F54CC46F637}" type="sibTrans" cxnId="{20E43C9D-4FCE-446F-B4F7-9A72F100718A}">
      <dgm:prSet/>
      <dgm:spPr/>
      <dgm:t>
        <a:bodyPr/>
        <a:lstStyle/>
        <a:p>
          <a:endParaRPr lang="en-PK"/>
        </a:p>
      </dgm:t>
    </dgm:pt>
    <dgm:pt modelId="{0C04D157-02E4-47DB-806E-C8D1CF8D2A94}">
      <dgm:prSet/>
      <dgm:spPr/>
      <dgm:t>
        <a:bodyPr/>
        <a:lstStyle/>
        <a:p>
          <a:r>
            <a:rPr lang="en-US"/>
            <a:t>PUT</a:t>
          </a:r>
          <a:endParaRPr lang="en-US" dirty="0"/>
        </a:p>
      </dgm:t>
    </dgm:pt>
    <dgm:pt modelId="{221F7263-A2C3-4957-868E-D12611C5BDF5}" type="parTrans" cxnId="{9B9EA52A-2655-45D2-9103-A1B8DD0EC98D}">
      <dgm:prSet/>
      <dgm:spPr/>
      <dgm:t>
        <a:bodyPr/>
        <a:lstStyle/>
        <a:p>
          <a:endParaRPr lang="en-PK"/>
        </a:p>
      </dgm:t>
    </dgm:pt>
    <dgm:pt modelId="{802EC65B-8138-4D4C-98F4-B5A6F3F96154}" type="sibTrans" cxnId="{9B9EA52A-2655-45D2-9103-A1B8DD0EC98D}">
      <dgm:prSet/>
      <dgm:spPr/>
      <dgm:t>
        <a:bodyPr/>
        <a:lstStyle/>
        <a:p>
          <a:endParaRPr lang="en-PK"/>
        </a:p>
      </dgm:t>
    </dgm:pt>
    <dgm:pt modelId="{1EF98664-76B0-4221-9678-682EEC512656}">
      <dgm:prSet/>
      <dgm:spPr/>
      <dgm:t>
        <a:bodyPr/>
        <a:lstStyle/>
        <a:p>
          <a:r>
            <a:rPr lang="en-US"/>
            <a:t>DELETE</a:t>
          </a:r>
          <a:endParaRPr lang="en-US" dirty="0"/>
        </a:p>
      </dgm:t>
    </dgm:pt>
    <dgm:pt modelId="{6474E975-B31D-451C-A607-5EC4463E5688}" type="parTrans" cxnId="{FE916EEA-3C5E-4B3C-9E1B-BEA1DBB52663}">
      <dgm:prSet/>
      <dgm:spPr/>
      <dgm:t>
        <a:bodyPr/>
        <a:lstStyle/>
        <a:p>
          <a:endParaRPr lang="en-PK"/>
        </a:p>
      </dgm:t>
    </dgm:pt>
    <dgm:pt modelId="{E10D0E83-7005-4614-A06E-9DE6BAC29DA3}" type="sibTrans" cxnId="{FE916EEA-3C5E-4B3C-9E1B-BEA1DBB52663}">
      <dgm:prSet/>
      <dgm:spPr/>
      <dgm:t>
        <a:bodyPr/>
        <a:lstStyle/>
        <a:p>
          <a:endParaRPr lang="en-PK"/>
        </a:p>
      </dgm:t>
    </dgm:pt>
    <dgm:pt modelId="{4A5574DA-E596-4CE5-8C8A-168E9AB6372B}">
      <dgm:prSet/>
      <dgm:spPr/>
      <dgm:t>
        <a:bodyPr/>
        <a:lstStyle/>
        <a:p>
          <a:r>
            <a:rPr lang="en-US" dirty="0"/>
            <a:t>PATCH (consider deprecated)</a:t>
          </a:r>
        </a:p>
      </dgm:t>
    </dgm:pt>
    <dgm:pt modelId="{B68A5BF5-7962-4C88-AC5E-A431EB62409A}" type="parTrans" cxnId="{45177672-E5BA-441D-9E40-8674949B4862}">
      <dgm:prSet/>
      <dgm:spPr/>
      <dgm:t>
        <a:bodyPr/>
        <a:lstStyle/>
        <a:p>
          <a:endParaRPr lang="en-PK"/>
        </a:p>
      </dgm:t>
    </dgm:pt>
    <dgm:pt modelId="{9ECB0A5B-FB61-4FC3-97E3-A85E04F69CB7}" type="sibTrans" cxnId="{45177672-E5BA-441D-9E40-8674949B4862}">
      <dgm:prSet/>
      <dgm:spPr/>
      <dgm:t>
        <a:bodyPr/>
        <a:lstStyle/>
        <a:p>
          <a:endParaRPr lang="en-PK"/>
        </a:p>
      </dgm:t>
    </dgm:pt>
    <dgm:pt modelId="{3634C268-2ED5-4227-97A0-8E5DFD1369DC}">
      <dgm:prSet/>
      <dgm:spPr/>
      <dgm:t>
        <a:bodyPr/>
        <a:lstStyle/>
        <a:p>
          <a:r>
            <a:rPr lang="en-US"/>
            <a:t>READ</a:t>
          </a:r>
          <a:endParaRPr lang="en-US" dirty="0"/>
        </a:p>
      </dgm:t>
    </dgm:pt>
    <dgm:pt modelId="{EFC0BB54-B504-4EE7-9A35-A90B7E13328E}" type="parTrans" cxnId="{F868E06A-C574-4825-ADBF-DD4495DCD558}">
      <dgm:prSet/>
      <dgm:spPr/>
      <dgm:t>
        <a:bodyPr/>
        <a:lstStyle/>
        <a:p>
          <a:endParaRPr lang="en-PK"/>
        </a:p>
      </dgm:t>
    </dgm:pt>
    <dgm:pt modelId="{382C8215-CA99-4D10-89D2-20393AE6FC47}" type="sibTrans" cxnId="{F868E06A-C574-4825-ADBF-DD4495DCD558}">
      <dgm:prSet/>
      <dgm:spPr/>
      <dgm:t>
        <a:bodyPr/>
        <a:lstStyle/>
        <a:p>
          <a:endParaRPr lang="en-PK"/>
        </a:p>
      </dgm:t>
    </dgm:pt>
    <dgm:pt modelId="{91C953C9-D967-48BC-8CAB-CC4ED4FA7759}">
      <dgm:prSet/>
      <dgm:spPr/>
      <dgm:t>
        <a:bodyPr/>
        <a:lstStyle/>
        <a:p>
          <a:r>
            <a:rPr lang="en-US"/>
            <a:t>UPDATE</a:t>
          </a:r>
          <a:endParaRPr lang="en-US" dirty="0"/>
        </a:p>
      </dgm:t>
    </dgm:pt>
    <dgm:pt modelId="{4258670C-B343-4EAF-804C-2D1A150C1DAC}" type="parTrans" cxnId="{6BB4EB34-1C18-4559-A87E-10087BF11955}">
      <dgm:prSet/>
      <dgm:spPr/>
      <dgm:t>
        <a:bodyPr/>
        <a:lstStyle/>
        <a:p>
          <a:endParaRPr lang="en-PK"/>
        </a:p>
      </dgm:t>
    </dgm:pt>
    <dgm:pt modelId="{1DFC9AD6-D451-4F0F-A27F-F4FF0CACB4A9}" type="sibTrans" cxnId="{6BB4EB34-1C18-4559-A87E-10087BF11955}">
      <dgm:prSet/>
      <dgm:spPr/>
      <dgm:t>
        <a:bodyPr/>
        <a:lstStyle/>
        <a:p>
          <a:endParaRPr lang="en-PK"/>
        </a:p>
      </dgm:t>
    </dgm:pt>
    <dgm:pt modelId="{71372B5B-9195-4D64-B6AD-645C34710A29}">
      <dgm:prSet/>
      <dgm:spPr/>
      <dgm:t>
        <a:bodyPr/>
        <a:lstStyle/>
        <a:p>
          <a:r>
            <a:rPr lang="en-US" dirty="0"/>
            <a:t>DELETE</a:t>
          </a:r>
        </a:p>
      </dgm:t>
    </dgm:pt>
    <dgm:pt modelId="{14054551-05E9-45AD-BCD2-558C9457E37A}" type="parTrans" cxnId="{4F2A7DA2-B259-4320-BD86-CB396A12304B}">
      <dgm:prSet/>
      <dgm:spPr/>
      <dgm:t>
        <a:bodyPr/>
        <a:lstStyle/>
        <a:p>
          <a:endParaRPr lang="en-PK"/>
        </a:p>
      </dgm:t>
    </dgm:pt>
    <dgm:pt modelId="{ADA37BD6-1315-41FD-A6FC-22292979D3D0}" type="sibTrans" cxnId="{4F2A7DA2-B259-4320-BD86-CB396A12304B}">
      <dgm:prSet/>
      <dgm:spPr/>
      <dgm:t>
        <a:bodyPr/>
        <a:lstStyle/>
        <a:p>
          <a:endParaRPr lang="en-PK"/>
        </a:p>
      </dgm:t>
    </dgm:pt>
    <dgm:pt modelId="{743C9F7C-A9B4-4D58-95A0-F78CA4589935}">
      <dgm:prSet phldrT="[Text]"/>
      <dgm:spPr/>
      <dgm:t>
        <a:bodyPr/>
        <a:lstStyle/>
        <a:p>
          <a:r>
            <a:rPr lang="en-US" dirty="0"/>
            <a:t>SELECT, VIEW</a:t>
          </a:r>
          <a:endParaRPr lang="en-PK" dirty="0"/>
        </a:p>
      </dgm:t>
    </dgm:pt>
    <dgm:pt modelId="{E065FAF2-DD84-43CA-8E07-846CEF869021}" type="parTrans" cxnId="{D1B015A1-6A7F-476C-A084-C0EA353FF1BB}">
      <dgm:prSet/>
      <dgm:spPr/>
      <dgm:t>
        <a:bodyPr/>
        <a:lstStyle/>
        <a:p>
          <a:endParaRPr lang="en-PK"/>
        </a:p>
      </dgm:t>
    </dgm:pt>
    <dgm:pt modelId="{717F2C72-3E3A-4FFB-AB78-80766A09C57A}" type="sibTrans" cxnId="{D1B015A1-6A7F-476C-A084-C0EA353FF1BB}">
      <dgm:prSet/>
      <dgm:spPr/>
      <dgm:t>
        <a:bodyPr/>
        <a:lstStyle/>
        <a:p>
          <a:endParaRPr lang="en-PK"/>
        </a:p>
      </dgm:t>
    </dgm:pt>
    <dgm:pt modelId="{A25535B9-9D54-4A66-BF74-98285C1118DD}">
      <dgm:prSet phldrT="[Text]"/>
      <dgm:spPr/>
      <dgm:t>
        <a:bodyPr/>
        <a:lstStyle/>
        <a:p>
          <a:r>
            <a:rPr lang="en-US" dirty="0"/>
            <a:t>UPDATE</a:t>
          </a:r>
          <a:endParaRPr lang="en-PK" dirty="0"/>
        </a:p>
      </dgm:t>
    </dgm:pt>
    <dgm:pt modelId="{C7B066C2-144B-4402-A89E-371B35404F1D}" type="parTrans" cxnId="{55723086-DEC3-4DB6-A18A-AC98141C2A61}">
      <dgm:prSet/>
      <dgm:spPr/>
      <dgm:t>
        <a:bodyPr/>
        <a:lstStyle/>
        <a:p>
          <a:endParaRPr lang="en-PK"/>
        </a:p>
      </dgm:t>
    </dgm:pt>
    <dgm:pt modelId="{178AC8E7-FE93-40C5-85E9-150D2019C124}" type="sibTrans" cxnId="{55723086-DEC3-4DB6-A18A-AC98141C2A61}">
      <dgm:prSet/>
      <dgm:spPr/>
      <dgm:t>
        <a:bodyPr/>
        <a:lstStyle/>
        <a:p>
          <a:endParaRPr lang="en-PK"/>
        </a:p>
      </dgm:t>
    </dgm:pt>
    <dgm:pt modelId="{B662B528-7D50-497E-B0BD-95453665435C}">
      <dgm:prSet phldrT="[Text]"/>
      <dgm:spPr/>
      <dgm:t>
        <a:bodyPr/>
        <a:lstStyle/>
        <a:p>
          <a:r>
            <a:rPr lang="en-US" dirty="0"/>
            <a:t>DELETE</a:t>
          </a:r>
          <a:endParaRPr lang="en-PK" dirty="0"/>
        </a:p>
      </dgm:t>
    </dgm:pt>
    <dgm:pt modelId="{45F2734A-7365-4D9F-BA1F-3575AF0A4325}" type="parTrans" cxnId="{85E20FF8-C0A0-4CC8-B3A3-D1D613D80E84}">
      <dgm:prSet/>
      <dgm:spPr/>
      <dgm:t>
        <a:bodyPr/>
        <a:lstStyle/>
        <a:p>
          <a:endParaRPr lang="en-PK"/>
        </a:p>
      </dgm:t>
    </dgm:pt>
    <dgm:pt modelId="{B5715FD7-44C5-4947-981F-60BF4EDBF50B}" type="sibTrans" cxnId="{85E20FF8-C0A0-4CC8-B3A3-D1D613D80E84}">
      <dgm:prSet/>
      <dgm:spPr/>
      <dgm:t>
        <a:bodyPr/>
        <a:lstStyle/>
        <a:p>
          <a:endParaRPr lang="en-PK"/>
        </a:p>
      </dgm:t>
    </dgm:pt>
    <dgm:pt modelId="{1DD6CD16-45DB-447D-B73F-AA5104992BB6}" type="pres">
      <dgm:prSet presAssocID="{D801B3DC-EE76-4D1F-AF3C-C4B40CDC25CA}" presName="linearFlow" presStyleCnt="0">
        <dgm:presLayoutVars>
          <dgm:dir/>
          <dgm:animLvl val="lvl"/>
          <dgm:resizeHandles val="exact"/>
        </dgm:presLayoutVars>
      </dgm:prSet>
      <dgm:spPr/>
    </dgm:pt>
    <dgm:pt modelId="{0C302DBC-7D02-47EC-ACA9-28F2C1D00CEE}" type="pres">
      <dgm:prSet presAssocID="{BB0B46C6-FC29-4458-8EBC-0F0942DCEEE6}" presName="composite" presStyleCnt="0"/>
      <dgm:spPr/>
    </dgm:pt>
    <dgm:pt modelId="{F972E392-0DE9-4CEB-B46B-4237042CFB7F}" type="pres">
      <dgm:prSet presAssocID="{BB0B46C6-FC29-4458-8EBC-0F0942DCEEE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886A75F-DB4D-4F7E-9310-2177D461EF1A}" type="pres">
      <dgm:prSet presAssocID="{BB0B46C6-FC29-4458-8EBC-0F0942DCEEE6}" presName="parSh" presStyleLbl="node1" presStyleIdx="0" presStyleCnt="3"/>
      <dgm:spPr/>
    </dgm:pt>
    <dgm:pt modelId="{5CDB12E9-6334-4F0E-9690-A6DDCE30891B}" type="pres">
      <dgm:prSet presAssocID="{BB0B46C6-FC29-4458-8EBC-0F0942DCEEE6}" presName="desTx" presStyleLbl="fgAcc1" presStyleIdx="0" presStyleCnt="3">
        <dgm:presLayoutVars>
          <dgm:bulletEnabled val="1"/>
        </dgm:presLayoutVars>
      </dgm:prSet>
      <dgm:spPr/>
    </dgm:pt>
    <dgm:pt modelId="{84AFFB33-2506-4783-A529-5B6BCC4EE987}" type="pres">
      <dgm:prSet presAssocID="{92C40782-5282-4F7A-AD75-BB741EBB52E2}" presName="sibTrans" presStyleLbl="sibTrans2D1" presStyleIdx="0" presStyleCnt="2"/>
      <dgm:spPr/>
    </dgm:pt>
    <dgm:pt modelId="{A4A37690-88E1-4189-A02F-104324D5942A}" type="pres">
      <dgm:prSet presAssocID="{92C40782-5282-4F7A-AD75-BB741EBB52E2}" presName="connTx" presStyleLbl="sibTrans2D1" presStyleIdx="0" presStyleCnt="2"/>
      <dgm:spPr/>
    </dgm:pt>
    <dgm:pt modelId="{EF2F2FE5-4AC3-451B-9035-C47408515865}" type="pres">
      <dgm:prSet presAssocID="{2C3FE4F1-C32E-4BCB-A1D0-34A8A874B8B4}" presName="composite" presStyleCnt="0"/>
      <dgm:spPr/>
    </dgm:pt>
    <dgm:pt modelId="{A7589F2C-47A5-4D36-8B97-AB1B42761506}" type="pres">
      <dgm:prSet presAssocID="{2C3FE4F1-C32E-4BCB-A1D0-34A8A874B8B4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28F9AD3-02D4-4367-88BC-3AB2A8CA1182}" type="pres">
      <dgm:prSet presAssocID="{2C3FE4F1-C32E-4BCB-A1D0-34A8A874B8B4}" presName="parSh" presStyleLbl="node1" presStyleIdx="1" presStyleCnt="3"/>
      <dgm:spPr/>
    </dgm:pt>
    <dgm:pt modelId="{E5355819-CB59-4DF4-90C1-7664A08AB72D}" type="pres">
      <dgm:prSet presAssocID="{2C3FE4F1-C32E-4BCB-A1D0-34A8A874B8B4}" presName="desTx" presStyleLbl="fgAcc1" presStyleIdx="1" presStyleCnt="3">
        <dgm:presLayoutVars>
          <dgm:bulletEnabled val="1"/>
        </dgm:presLayoutVars>
      </dgm:prSet>
      <dgm:spPr/>
    </dgm:pt>
    <dgm:pt modelId="{F276802A-F0AD-4FBD-8DA0-D60B82055AC4}" type="pres">
      <dgm:prSet presAssocID="{68AB6F7E-4B84-494D-AAB1-BC991F570DF7}" presName="sibTrans" presStyleLbl="sibTrans2D1" presStyleIdx="1" presStyleCnt="2"/>
      <dgm:spPr/>
    </dgm:pt>
    <dgm:pt modelId="{AC4CF61C-B68D-4F88-BD8D-A80BB02AD22F}" type="pres">
      <dgm:prSet presAssocID="{68AB6F7E-4B84-494D-AAB1-BC991F570DF7}" presName="connTx" presStyleLbl="sibTrans2D1" presStyleIdx="1" presStyleCnt="2"/>
      <dgm:spPr/>
    </dgm:pt>
    <dgm:pt modelId="{BCCF08B8-6E73-45D6-B81A-7D419ACEE341}" type="pres">
      <dgm:prSet presAssocID="{EB397676-6F10-487E-B931-459DCAEA0BC9}" presName="composite" presStyleCnt="0"/>
      <dgm:spPr/>
    </dgm:pt>
    <dgm:pt modelId="{7882B9C3-F491-4E26-AA6C-C8AE30701377}" type="pres">
      <dgm:prSet presAssocID="{EB397676-6F10-487E-B931-459DCAEA0BC9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389806E-7F24-4F5C-93DB-F8DABCEDC9A0}" type="pres">
      <dgm:prSet presAssocID="{EB397676-6F10-487E-B931-459DCAEA0BC9}" presName="parSh" presStyleLbl="node1" presStyleIdx="2" presStyleCnt="3"/>
      <dgm:spPr/>
    </dgm:pt>
    <dgm:pt modelId="{02756BA5-8F9D-48CA-B643-B6AAAA915B88}" type="pres">
      <dgm:prSet presAssocID="{EB397676-6F10-487E-B931-459DCAEA0BC9}" presName="desTx" presStyleLbl="fgAcc1" presStyleIdx="2" presStyleCnt="3">
        <dgm:presLayoutVars>
          <dgm:bulletEnabled val="1"/>
        </dgm:presLayoutVars>
      </dgm:prSet>
      <dgm:spPr/>
    </dgm:pt>
  </dgm:ptLst>
  <dgm:cxnLst>
    <dgm:cxn modelId="{A902D60B-D33E-415F-840F-46F10DEC7EE0}" type="presOf" srcId="{92C40782-5282-4F7A-AD75-BB741EBB52E2}" destId="{A4A37690-88E1-4189-A02F-104324D5942A}" srcOrd="1" destOrd="0" presId="urn:microsoft.com/office/officeart/2005/8/layout/process3"/>
    <dgm:cxn modelId="{BBAE1410-6A8B-40AF-B738-48CC324DEC7F}" type="presOf" srcId="{92C40782-5282-4F7A-AD75-BB741EBB52E2}" destId="{84AFFB33-2506-4783-A529-5B6BCC4EE987}" srcOrd="0" destOrd="0" presId="urn:microsoft.com/office/officeart/2005/8/layout/process3"/>
    <dgm:cxn modelId="{C239A71A-6F94-4D16-839D-2FB3663F4253}" srcId="{D801B3DC-EE76-4D1F-AF3C-C4B40CDC25CA}" destId="{2C3FE4F1-C32E-4BCB-A1D0-34A8A874B8B4}" srcOrd="1" destOrd="0" parTransId="{04D599C2-C2BC-4944-841E-4D402878DE3B}" sibTransId="{68AB6F7E-4B84-494D-AAB1-BC991F570DF7}"/>
    <dgm:cxn modelId="{BCCBE923-B535-4647-A9B6-25392F7EAF1F}" type="presOf" srcId="{71372B5B-9195-4D64-B6AD-645C34710A29}" destId="{E5355819-CB59-4DF4-90C1-7664A08AB72D}" srcOrd="0" destOrd="3" presId="urn:microsoft.com/office/officeart/2005/8/layout/process3"/>
    <dgm:cxn modelId="{A8EE8524-BDB5-410D-9A85-6103FC6DBFF6}" type="presOf" srcId="{91C953C9-D967-48BC-8CAB-CC4ED4FA7759}" destId="{E5355819-CB59-4DF4-90C1-7664A08AB72D}" srcOrd="0" destOrd="2" presId="urn:microsoft.com/office/officeart/2005/8/layout/process3"/>
    <dgm:cxn modelId="{55413526-7870-4FF1-A500-4D334FE36644}" type="presOf" srcId="{BABF587E-C6B0-433F-BB92-5C434B6162BD}" destId="{E5355819-CB59-4DF4-90C1-7664A08AB72D}" srcOrd="0" destOrd="0" presId="urn:microsoft.com/office/officeart/2005/8/layout/process3"/>
    <dgm:cxn modelId="{9B9EA52A-2655-45D2-9103-A1B8DD0EC98D}" srcId="{BB0B46C6-FC29-4458-8EBC-0F0942DCEEE6}" destId="{0C04D157-02E4-47DB-806E-C8D1CF8D2A94}" srcOrd="2" destOrd="0" parTransId="{221F7263-A2C3-4957-868E-D12611C5BDF5}" sibTransId="{802EC65B-8138-4D4C-98F4-B5A6F3F96154}"/>
    <dgm:cxn modelId="{6BB4EB34-1C18-4559-A87E-10087BF11955}" srcId="{2C3FE4F1-C32E-4BCB-A1D0-34A8A874B8B4}" destId="{91C953C9-D967-48BC-8CAB-CC4ED4FA7759}" srcOrd="2" destOrd="0" parTransId="{4258670C-B343-4EAF-804C-2D1A150C1DAC}" sibTransId="{1DFC9AD6-D451-4F0F-A27F-F4FF0CACB4A9}"/>
    <dgm:cxn modelId="{6F05F95B-71C2-4F30-BFCB-A3DDCA82762B}" srcId="{D801B3DC-EE76-4D1F-AF3C-C4B40CDC25CA}" destId="{EB397676-6F10-487E-B931-459DCAEA0BC9}" srcOrd="2" destOrd="0" parTransId="{2E431BEB-4DDB-49B5-ACDC-27070FEAC68A}" sibTransId="{96F7B196-DFAB-4CAC-AECF-D226FC37668D}"/>
    <dgm:cxn modelId="{56E63A43-BABD-45D7-8C95-52590F2E4BA6}" srcId="{BB0B46C6-FC29-4458-8EBC-0F0942DCEEE6}" destId="{1C930375-42F0-4AE6-BE37-9680E27353B4}" srcOrd="0" destOrd="0" parTransId="{CFB7A91D-57B0-4077-A65B-DABD1732B1BB}" sibTransId="{E946690C-9468-48F1-8DB7-6A08FB13F3DB}"/>
    <dgm:cxn modelId="{22836F43-646F-412A-A714-9D402E5F1BA2}" type="presOf" srcId="{0C04D157-02E4-47DB-806E-C8D1CF8D2A94}" destId="{5CDB12E9-6334-4F0E-9690-A6DDCE30891B}" srcOrd="0" destOrd="2" presId="urn:microsoft.com/office/officeart/2005/8/layout/process3"/>
    <dgm:cxn modelId="{95427D68-CF5C-4703-A054-58D219D72440}" type="presOf" srcId="{D801B3DC-EE76-4D1F-AF3C-C4B40CDC25CA}" destId="{1DD6CD16-45DB-447D-B73F-AA5104992BB6}" srcOrd="0" destOrd="0" presId="urn:microsoft.com/office/officeart/2005/8/layout/process3"/>
    <dgm:cxn modelId="{F868E06A-C574-4825-ADBF-DD4495DCD558}" srcId="{2C3FE4F1-C32E-4BCB-A1D0-34A8A874B8B4}" destId="{3634C268-2ED5-4227-97A0-8E5DFD1369DC}" srcOrd="1" destOrd="0" parTransId="{EFC0BB54-B504-4EE7-9A35-A90B7E13328E}" sibTransId="{382C8215-CA99-4D10-89D2-20393AE6FC47}"/>
    <dgm:cxn modelId="{E3AF956B-5531-4C4F-AFC2-CA37DD382455}" type="presOf" srcId="{1EF98664-76B0-4221-9678-682EEC512656}" destId="{5CDB12E9-6334-4F0E-9690-A6DDCE30891B}" srcOrd="0" destOrd="3" presId="urn:microsoft.com/office/officeart/2005/8/layout/process3"/>
    <dgm:cxn modelId="{73C0444C-55AE-4443-AABE-754DF6B3B0D5}" type="presOf" srcId="{EB397676-6F10-487E-B931-459DCAEA0BC9}" destId="{4389806E-7F24-4F5C-93DB-F8DABCEDC9A0}" srcOrd="1" destOrd="0" presId="urn:microsoft.com/office/officeart/2005/8/layout/process3"/>
    <dgm:cxn modelId="{7AD80751-451B-4D44-8590-5F2F13C77BD6}" type="presOf" srcId="{2C3FE4F1-C32E-4BCB-A1D0-34A8A874B8B4}" destId="{A7589F2C-47A5-4D36-8B97-AB1B42761506}" srcOrd="0" destOrd="0" presId="urn:microsoft.com/office/officeart/2005/8/layout/process3"/>
    <dgm:cxn modelId="{45177672-E5BA-441D-9E40-8674949B4862}" srcId="{BB0B46C6-FC29-4458-8EBC-0F0942DCEEE6}" destId="{4A5574DA-E596-4CE5-8C8A-168E9AB6372B}" srcOrd="4" destOrd="0" parTransId="{B68A5BF5-7962-4C88-AC5E-A431EB62409A}" sibTransId="{9ECB0A5B-FB61-4FC3-97E3-A85E04F69CB7}"/>
    <dgm:cxn modelId="{CFCAF47E-9CC6-4840-AE6B-4F693FA430C4}" srcId="{D801B3DC-EE76-4D1F-AF3C-C4B40CDC25CA}" destId="{BB0B46C6-FC29-4458-8EBC-0F0942DCEEE6}" srcOrd="0" destOrd="0" parTransId="{9ED6DDB8-AFC2-4FBC-809B-4AA8492729DA}" sibTransId="{92C40782-5282-4F7A-AD75-BB741EBB52E2}"/>
    <dgm:cxn modelId="{11DB7983-FEC7-420A-B86E-2282E4AD28F1}" type="presOf" srcId="{A25535B9-9D54-4A66-BF74-98285C1118DD}" destId="{02756BA5-8F9D-48CA-B643-B6AAAA915B88}" srcOrd="0" destOrd="2" presId="urn:microsoft.com/office/officeart/2005/8/layout/process3"/>
    <dgm:cxn modelId="{55723086-DEC3-4DB6-A18A-AC98141C2A61}" srcId="{EB397676-6F10-487E-B931-459DCAEA0BC9}" destId="{A25535B9-9D54-4A66-BF74-98285C1118DD}" srcOrd="2" destOrd="0" parTransId="{C7B066C2-144B-4402-A89E-371B35404F1D}" sibTransId="{178AC8E7-FE93-40C5-85E9-150D2019C124}"/>
    <dgm:cxn modelId="{3D70348A-1535-4220-B3D1-51D24D08093C}" type="presOf" srcId="{2C3FE4F1-C32E-4BCB-A1D0-34A8A874B8B4}" destId="{128F9AD3-02D4-4367-88BC-3AB2A8CA1182}" srcOrd="1" destOrd="0" presId="urn:microsoft.com/office/officeart/2005/8/layout/process3"/>
    <dgm:cxn modelId="{84168E93-7FCD-41F4-ACFB-49C81C49043E}" type="presOf" srcId="{3634C268-2ED5-4227-97A0-8E5DFD1369DC}" destId="{E5355819-CB59-4DF4-90C1-7664A08AB72D}" srcOrd="0" destOrd="1" presId="urn:microsoft.com/office/officeart/2005/8/layout/process3"/>
    <dgm:cxn modelId="{1EC77397-5D1A-4F5D-B310-0FD7542393BB}" type="presOf" srcId="{EB397676-6F10-487E-B931-459DCAEA0BC9}" destId="{7882B9C3-F491-4E26-AA6C-C8AE30701377}" srcOrd="0" destOrd="0" presId="urn:microsoft.com/office/officeart/2005/8/layout/process3"/>
    <dgm:cxn modelId="{20E43C9D-4FCE-446F-B4F7-9A72F100718A}" srcId="{BB0B46C6-FC29-4458-8EBC-0F0942DCEEE6}" destId="{7D3AB4DE-A3DF-4F5D-B90C-BAA9496EB2FA}" srcOrd="1" destOrd="0" parTransId="{C837799B-88D3-490C-98DC-62DE2C33F30E}" sibTransId="{DEB13BDB-E3F2-4AB4-9048-0F54CC46F637}"/>
    <dgm:cxn modelId="{D1B015A1-6A7F-476C-A084-C0EA353FF1BB}" srcId="{EB397676-6F10-487E-B931-459DCAEA0BC9}" destId="{743C9F7C-A9B4-4D58-95A0-F78CA4589935}" srcOrd="1" destOrd="0" parTransId="{E065FAF2-DD84-43CA-8E07-846CEF869021}" sibTransId="{717F2C72-3E3A-4FFB-AB78-80766A09C57A}"/>
    <dgm:cxn modelId="{1ACF1EA2-20F0-42E0-81DB-572EF7927C8C}" type="presOf" srcId="{68AB6F7E-4B84-494D-AAB1-BC991F570DF7}" destId="{AC4CF61C-B68D-4F88-BD8D-A80BB02AD22F}" srcOrd="1" destOrd="0" presId="urn:microsoft.com/office/officeart/2005/8/layout/process3"/>
    <dgm:cxn modelId="{4F2A7DA2-B259-4320-BD86-CB396A12304B}" srcId="{2C3FE4F1-C32E-4BCB-A1D0-34A8A874B8B4}" destId="{71372B5B-9195-4D64-B6AD-645C34710A29}" srcOrd="3" destOrd="0" parTransId="{14054551-05E9-45AD-BCD2-558C9457E37A}" sibTransId="{ADA37BD6-1315-41FD-A6FC-22292979D3D0}"/>
    <dgm:cxn modelId="{D50E41A6-4667-4989-86DE-3787F15AA768}" type="presOf" srcId="{BB0B46C6-FC29-4458-8EBC-0F0942DCEEE6}" destId="{2886A75F-DB4D-4F7E-9310-2177D461EF1A}" srcOrd="1" destOrd="0" presId="urn:microsoft.com/office/officeart/2005/8/layout/process3"/>
    <dgm:cxn modelId="{A89137A7-A929-4567-BF16-D7D3C46BADE3}" srcId="{2C3FE4F1-C32E-4BCB-A1D0-34A8A874B8B4}" destId="{BABF587E-C6B0-433F-BB92-5C434B6162BD}" srcOrd="0" destOrd="0" parTransId="{27B3D059-A5AF-4F85-BEE7-5CA9320346FD}" sibTransId="{E2737E25-E3ED-4275-8DA8-DCC719B17D77}"/>
    <dgm:cxn modelId="{A7E70AAD-4028-4C2D-883E-2A3DB78AC0E0}" type="presOf" srcId="{4A5574DA-E596-4CE5-8C8A-168E9AB6372B}" destId="{5CDB12E9-6334-4F0E-9690-A6DDCE30891B}" srcOrd="0" destOrd="4" presId="urn:microsoft.com/office/officeart/2005/8/layout/process3"/>
    <dgm:cxn modelId="{54E2D4BD-E51D-488B-BC9A-EB70B6A3FEB7}" type="presOf" srcId="{743C9F7C-A9B4-4D58-95A0-F78CA4589935}" destId="{02756BA5-8F9D-48CA-B643-B6AAAA915B88}" srcOrd="0" destOrd="1" presId="urn:microsoft.com/office/officeart/2005/8/layout/process3"/>
    <dgm:cxn modelId="{2C632AC3-4C76-400B-8270-A9F6FD941BC8}" type="presOf" srcId="{1C930375-42F0-4AE6-BE37-9680E27353B4}" destId="{5CDB12E9-6334-4F0E-9690-A6DDCE30891B}" srcOrd="0" destOrd="0" presId="urn:microsoft.com/office/officeart/2005/8/layout/process3"/>
    <dgm:cxn modelId="{64BCF5C6-4ECE-486B-8F7B-B578F1CC0097}" type="presOf" srcId="{68AB6F7E-4B84-494D-AAB1-BC991F570DF7}" destId="{F276802A-F0AD-4FBD-8DA0-D60B82055AC4}" srcOrd="0" destOrd="0" presId="urn:microsoft.com/office/officeart/2005/8/layout/process3"/>
    <dgm:cxn modelId="{3591A7D4-505C-4D92-8074-B2B4CAB7A69C}" type="presOf" srcId="{B662B528-7D50-497E-B0BD-95453665435C}" destId="{02756BA5-8F9D-48CA-B643-B6AAAA915B88}" srcOrd="0" destOrd="3" presId="urn:microsoft.com/office/officeart/2005/8/layout/process3"/>
    <dgm:cxn modelId="{4FFF31E6-F8CA-4A36-ACC0-112D03A2ADAF}" type="presOf" srcId="{BB0B46C6-FC29-4458-8EBC-0F0942DCEEE6}" destId="{F972E392-0DE9-4CEB-B46B-4237042CFB7F}" srcOrd="0" destOrd="0" presId="urn:microsoft.com/office/officeart/2005/8/layout/process3"/>
    <dgm:cxn modelId="{FE916EEA-3C5E-4B3C-9E1B-BEA1DBB52663}" srcId="{BB0B46C6-FC29-4458-8EBC-0F0942DCEEE6}" destId="{1EF98664-76B0-4221-9678-682EEC512656}" srcOrd="3" destOrd="0" parTransId="{6474E975-B31D-451C-A607-5EC4463E5688}" sibTransId="{E10D0E83-7005-4614-A06E-9DE6BAC29DA3}"/>
    <dgm:cxn modelId="{4F53EEEE-04F9-469D-8429-41195D0C707C}" srcId="{EB397676-6F10-487E-B931-459DCAEA0BC9}" destId="{176462A4-117A-4B55-AA47-3F0C9122A761}" srcOrd="0" destOrd="0" parTransId="{9D649DB8-6D0D-4F3D-86D4-2532DC4D4904}" sibTransId="{CEF0DB6B-DFF1-4D09-84AA-9F33C98A6DD3}"/>
    <dgm:cxn modelId="{85E20FF8-C0A0-4CC8-B3A3-D1D613D80E84}" srcId="{EB397676-6F10-487E-B931-459DCAEA0BC9}" destId="{B662B528-7D50-497E-B0BD-95453665435C}" srcOrd="3" destOrd="0" parTransId="{45F2734A-7365-4D9F-BA1F-3575AF0A4325}" sibTransId="{B5715FD7-44C5-4947-981F-60BF4EDBF50B}"/>
    <dgm:cxn modelId="{7846D0F8-8C37-41C5-86D0-F58D1A5A056F}" type="presOf" srcId="{7D3AB4DE-A3DF-4F5D-B90C-BAA9496EB2FA}" destId="{5CDB12E9-6334-4F0E-9690-A6DDCE30891B}" srcOrd="0" destOrd="1" presId="urn:microsoft.com/office/officeart/2005/8/layout/process3"/>
    <dgm:cxn modelId="{6056C6F9-774D-49F4-BEAC-3EE6D2CE2F9C}" type="presOf" srcId="{176462A4-117A-4B55-AA47-3F0C9122A761}" destId="{02756BA5-8F9D-48CA-B643-B6AAAA915B88}" srcOrd="0" destOrd="0" presId="urn:microsoft.com/office/officeart/2005/8/layout/process3"/>
    <dgm:cxn modelId="{89998024-2CCA-4E43-AF7B-76519748B5A6}" type="presParOf" srcId="{1DD6CD16-45DB-447D-B73F-AA5104992BB6}" destId="{0C302DBC-7D02-47EC-ACA9-28F2C1D00CEE}" srcOrd="0" destOrd="0" presId="urn:microsoft.com/office/officeart/2005/8/layout/process3"/>
    <dgm:cxn modelId="{54A4CDCA-4B09-4A25-B006-A8A19C48550B}" type="presParOf" srcId="{0C302DBC-7D02-47EC-ACA9-28F2C1D00CEE}" destId="{F972E392-0DE9-4CEB-B46B-4237042CFB7F}" srcOrd="0" destOrd="0" presId="urn:microsoft.com/office/officeart/2005/8/layout/process3"/>
    <dgm:cxn modelId="{9E0BD695-743B-4952-B726-C3CC4A0B785B}" type="presParOf" srcId="{0C302DBC-7D02-47EC-ACA9-28F2C1D00CEE}" destId="{2886A75F-DB4D-4F7E-9310-2177D461EF1A}" srcOrd="1" destOrd="0" presId="urn:microsoft.com/office/officeart/2005/8/layout/process3"/>
    <dgm:cxn modelId="{21183D10-AC9B-41A8-84A4-2315EFA1AA8C}" type="presParOf" srcId="{0C302DBC-7D02-47EC-ACA9-28F2C1D00CEE}" destId="{5CDB12E9-6334-4F0E-9690-A6DDCE30891B}" srcOrd="2" destOrd="0" presId="urn:microsoft.com/office/officeart/2005/8/layout/process3"/>
    <dgm:cxn modelId="{A6F3931D-C13A-48C8-B8F4-B0B3E59ADBCA}" type="presParOf" srcId="{1DD6CD16-45DB-447D-B73F-AA5104992BB6}" destId="{84AFFB33-2506-4783-A529-5B6BCC4EE987}" srcOrd="1" destOrd="0" presId="urn:microsoft.com/office/officeart/2005/8/layout/process3"/>
    <dgm:cxn modelId="{F344C10E-4FB0-4822-93A5-B7FE3CFD19A9}" type="presParOf" srcId="{84AFFB33-2506-4783-A529-5B6BCC4EE987}" destId="{A4A37690-88E1-4189-A02F-104324D5942A}" srcOrd="0" destOrd="0" presId="urn:microsoft.com/office/officeart/2005/8/layout/process3"/>
    <dgm:cxn modelId="{C5737984-4DDE-4763-91DE-A3FB742BC837}" type="presParOf" srcId="{1DD6CD16-45DB-447D-B73F-AA5104992BB6}" destId="{EF2F2FE5-4AC3-451B-9035-C47408515865}" srcOrd="2" destOrd="0" presId="urn:microsoft.com/office/officeart/2005/8/layout/process3"/>
    <dgm:cxn modelId="{39443F1F-EB09-481D-AA4E-1C9D8ACE8961}" type="presParOf" srcId="{EF2F2FE5-4AC3-451B-9035-C47408515865}" destId="{A7589F2C-47A5-4D36-8B97-AB1B42761506}" srcOrd="0" destOrd="0" presId="urn:microsoft.com/office/officeart/2005/8/layout/process3"/>
    <dgm:cxn modelId="{07A6C869-3368-4E08-A5EA-005A4E10B6E2}" type="presParOf" srcId="{EF2F2FE5-4AC3-451B-9035-C47408515865}" destId="{128F9AD3-02D4-4367-88BC-3AB2A8CA1182}" srcOrd="1" destOrd="0" presId="urn:microsoft.com/office/officeart/2005/8/layout/process3"/>
    <dgm:cxn modelId="{2C48517E-12CB-4D58-B027-A86884E40890}" type="presParOf" srcId="{EF2F2FE5-4AC3-451B-9035-C47408515865}" destId="{E5355819-CB59-4DF4-90C1-7664A08AB72D}" srcOrd="2" destOrd="0" presId="urn:microsoft.com/office/officeart/2005/8/layout/process3"/>
    <dgm:cxn modelId="{BCE913EF-84BE-4862-8195-6E8E83BA0597}" type="presParOf" srcId="{1DD6CD16-45DB-447D-B73F-AA5104992BB6}" destId="{F276802A-F0AD-4FBD-8DA0-D60B82055AC4}" srcOrd="3" destOrd="0" presId="urn:microsoft.com/office/officeart/2005/8/layout/process3"/>
    <dgm:cxn modelId="{5E300C6C-4DAA-4E48-AB1E-81C2AE40B0E2}" type="presParOf" srcId="{F276802A-F0AD-4FBD-8DA0-D60B82055AC4}" destId="{AC4CF61C-B68D-4F88-BD8D-A80BB02AD22F}" srcOrd="0" destOrd="0" presId="urn:microsoft.com/office/officeart/2005/8/layout/process3"/>
    <dgm:cxn modelId="{DC641730-3453-4A61-B75C-79F0E53C5BB9}" type="presParOf" srcId="{1DD6CD16-45DB-447D-B73F-AA5104992BB6}" destId="{BCCF08B8-6E73-45D6-B81A-7D419ACEE341}" srcOrd="4" destOrd="0" presId="urn:microsoft.com/office/officeart/2005/8/layout/process3"/>
    <dgm:cxn modelId="{D01900F5-2BDD-4AAE-89E6-527274BB76AE}" type="presParOf" srcId="{BCCF08B8-6E73-45D6-B81A-7D419ACEE341}" destId="{7882B9C3-F491-4E26-AA6C-C8AE30701377}" srcOrd="0" destOrd="0" presId="urn:microsoft.com/office/officeart/2005/8/layout/process3"/>
    <dgm:cxn modelId="{6C104D58-2778-40ED-A298-7453F73D8AFF}" type="presParOf" srcId="{BCCF08B8-6E73-45D6-B81A-7D419ACEE341}" destId="{4389806E-7F24-4F5C-93DB-F8DABCEDC9A0}" srcOrd="1" destOrd="0" presId="urn:microsoft.com/office/officeart/2005/8/layout/process3"/>
    <dgm:cxn modelId="{9A4729B0-FD25-472F-9C96-420632CBCF11}" type="presParOf" srcId="{BCCF08B8-6E73-45D6-B81A-7D419ACEE341}" destId="{02756BA5-8F9D-48CA-B643-B6AAAA915B88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6A75F-DB4D-4F7E-9310-2177D461EF1A}">
      <dsp:nvSpPr>
        <dsp:cNvPr id="0" name=""/>
        <dsp:cNvSpPr/>
      </dsp:nvSpPr>
      <dsp:spPr>
        <a:xfrm>
          <a:off x="5840" y="45595"/>
          <a:ext cx="2655595" cy="10800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Request method</a:t>
          </a:r>
          <a:endParaRPr lang="en-PK" sz="2500" kern="1200" dirty="0"/>
        </a:p>
      </dsp:txBody>
      <dsp:txXfrm>
        <a:off x="5840" y="45595"/>
        <a:ext cx="2655595" cy="720000"/>
      </dsp:txXfrm>
    </dsp:sp>
    <dsp:sp modelId="{5CDB12E9-6334-4F0E-9690-A6DDCE30891B}">
      <dsp:nvSpPr>
        <dsp:cNvPr id="0" name=""/>
        <dsp:cNvSpPr/>
      </dsp:nvSpPr>
      <dsp:spPr>
        <a:xfrm>
          <a:off x="549757" y="765595"/>
          <a:ext cx="2655595" cy="324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500" kern="1200" dirty="0"/>
            <a:t>POST</a:t>
          </a:r>
          <a:endParaRPr lang="en-PK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GET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PUT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DELETE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PATCH (consider deprecated)</a:t>
          </a:r>
        </a:p>
      </dsp:txBody>
      <dsp:txXfrm>
        <a:off x="627537" y="843375"/>
        <a:ext cx="2500035" cy="3084440"/>
      </dsp:txXfrm>
    </dsp:sp>
    <dsp:sp modelId="{84AFFB33-2506-4783-A529-5B6BCC4EE987}">
      <dsp:nvSpPr>
        <dsp:cNvPr id="0" name=""/>
        <dsp:cNvSpPr/>
      </dsp:nvSpPr>
      <dsp:spPr>
        <a:xfrm>
          <a:off x="3064014" y="75012"/>
          <a:ext cx="853466" cy="6611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000" kern="1200"/>
        </a:p>
      </dsp:txBody>
      <dsp:txXfrm>
        <a:off x="3064014" y="207245"/>
        <a:ext cx="655116" cy="396700"/>
      </dsp:txXfrm>
    </dsp:sp>
    <dsp:sp modelId="{128F9AD3-02D4-4367-88BC-3AB2A8CA1182}">
      <dsp:nvSpPr>
        <dsp:cNvPr id="0" name=""/>
        <dsp:cNvSpPr/>
      </dsp:nvSpPr>
      <dsp:spPr>
        <a:xfrm>
          <a:off x="4271751" y="45595"/>
          <a:ext cx="2655595" cy="10800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API operation</a:t>
          </a:r>
          <a:endParaRPr lang="en-PK" sz="2500" kern="1200" dirty="0"/>
        </a:p>
      </dsp:txBody>
      <dsp:txXfrm>
        <a:off x="4271751" y="45595"/>
        <a:ext cx="2655595" cy="720000"/>
      </dsp:txXfrm>
    </dsp:sp>
    <dsp:sp modelId="{E5355819-CB59-4DF4-90C1-7664A08AB72D}">
      <dsp:nvSpPr>
        <dsp:cNvPr id="0" name=""/>
        <dsp:cNvSpPr/>
      </dsp:nvSpPr>
      <dsp:spPr>
        <a:xfrm>
          <a:off x="4815668" y="765595"/>
          <a:ext cx="2655595" cy="324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500" kern="1200" dirty="0"/>
            <a:t>CREATE</a:t>
          </a:r>
          <a:endParaRPr lang="en-PK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READ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UPDATE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DELETE</a:t>
          </a:r>
        </a:p>
      </dsp:txBody>
      <dsp:txXfrm>
        <a:off x="4893448" y="843375"/>
        <a:ext cx="2500035" cy="3084440"/>
      </dsp:txXfrm>
    </dsp:sp>
    <dsp:sp modelId="{F276802A-F0AD-4FBD-8DA0-D60B82055AC4}">
      <dsp:nvSpPr>
        <dsp:cNvPr id="0" name=""/>
        <dsp:cNvSpPr/>
      </dsp:nvSpPr>
      <dsp:spPr>
        <a:xfrm>
          <a:off x="7329925" y="75012"/>
          <a:ext cx="853466" cy="6611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000" kern="1200"/>
        </a:p>
      </dsp:txBody>
      <dsp:txXfrm>
        <a:off x="7329925" y="207245"/>
        <a:ext cx="655116" cy="396700"/>
      </dsp:txXfrm>
    </dsp:sp>
    <dsp:sp modelId="{4389806E-7F24-4F5C-93DB-F8DABCEDC9A0}">
      <dsp:nvSpPr>
        <dsp:cNvPr id="0" name=""/>
        <dsp:cNvSpPr/>
      </dsp:nvSpPr>
      <dsp:spPr>
        <a:xfrm>
          <a:off x="8537661" y="45595"/>
          <a:ext cx="2655595" cy="10800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DB operation</a:t>
          </a:r>
          <a:endParaRPr lang="en-PK" sz="2500" kern="1200" dirty="0"/>
        </a:p>
      </dsp:txBody>
      <dsp:txXfrm>
        <a:off x="8537661" y="45595"/>
        <a:ext cx="2655595" cy="720000"/>
      </dsp:txXfrm>
    </dsp:sp>
    <dsp:sp modelId="{02756BA5-8F9D-48CA-B643-B6AAAA915B88}">
      <dsp:nvSpPr>
        <dsp:cNvPr id="0" name=""/>
        <dsp:cNvSpPr/>
      </dsp:nvSpPr>
      <dsp:spPr>
        <a:xfrm>
          <a:off x="9081578" y="765595"/>
          <a:ext cx="2655595" cy="324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INSERT</a:t>
          </a:r>
          <a:endParaRPr lang="en-PK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SELECT, VIEW</a:t>
          </a:r>
          <a:endParaRPr lang="en-PK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UPDATE</a:t>
          </a:r>
          <a:endParaRPr lang="en-PK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DELETE</a:t>
          </a:r>
          <a:endParaRPr lang="en-PK" sz="2500" kern="1200" dirty="0"/>
        </a:p>
      </dsp:txBody>
      <dsp:txXfrm>
        <a:off x="9159358" y="843375"/>
        <a:ext cx="2500035" cy="3084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2/8/2023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677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idea of hypertext originated from news editors.</a:t>
            </a:r>
          </a:p>
          <a:p>
            <a:pPr marL="228600" indent="-228600">
              <a:buAutoNum type="arabicPeriod"/>
            </a:pPr>
            <a:r>
              <a:rPr lang="en-US" dirty="0"/>
              <a:t>HTTP is just another protocol like FTP. It’s faster due to parallel channels, uses different ports, is stateless, and doesn’t require authentication</a:t>
            </a:r>
          </a:p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Browser engines: Google/Edge=Blink; Apple=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WebKit</a:t>
            </a:r>
            <a:r>
              <a:rPr lang="en-US" sz="1800" dirty="0">
                <a:effectLst/>
                <a:latin typeface="Calibri" panose="020F0502020204030204" pitchFamily="34" charset="0"/>
              </a:rPr>
              <a:t>; Mozilla=Gecko</a:t>
            </a:r>
          </a:p>
          <a:p>
            <a:pPr marL="228600" indent="-228600" rtl="0">
              <a:buAutoNum type="arabicPeriod"/>
            </a:pPr>
            <a:r>
              <a:rPr lang="en-US" dirty="0"/>
              <a:t>Scripting engine: </a:t>
            </a:r>
            <a:r>
              <a:rPr lang="en-US" sz="1800" dirty="0">
                <a:effectLst/>
                <a:latin typeface="Calibri" panose="020F0502020204030204" pitchFamily="34" charset="0"/>
              </a:rPr>
              <a:t>Google=V8; Mozilla=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SpiderMonkey</a:t>
            </a:r>
            <a:r>
              <a:rPr lang="en-US" sz="1800" dirty="0">
                <a:effectLst/>
                <a:latin typeface="Calibri" panose="020F0502020204030204" pitchFamily="34" charset="0"/>
              </a:rPr>
              <a:t>; Safari=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JavascriptCore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If you have to use the cache, use external service like Redis or Memcached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3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Browser engines: Google/Edge=Blink; Apple=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WebKit</a:t>
            </a:r>
            <a:r>
              <a:rPr lang="en-US" sz="1800" dirty="0">
                <a:effectLst/>
                <a:latin typeface="Calibri" panose="020F0502020204030204" pitchFamily="34" charset="0"/>
              </a:rPr>
              <a:t>; Mozilla=Gecko</a:t>
            </a:r>
          </a:p>
          <a:p>
            <a:pPr marL="228600" indent="-228600" rtl="0">
              <a:buAutoNum type="arabicPeriod"/>
            </a:pPr>
            <a:r>
              <a:rPr lang="en-US" dirty="0"/>
              <a:t>Scripting engine: </a:t>
            </a:r>
            <a:r>
              <a:rPr lang="en-US" sz="1800" dirty="0">
                <a:effectLst/>
                <a:latin typeface="Calibri" panose="020F0502020204030204" pitchFamily="34" charset="0"/>
              </a:rPr>
              <a:t>Google=V8; Mozilla=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SpiderMonkey</a:t>
            </a:r>
            <a:r>
              <a:rPr lang="en-US" sz="1800" dirty="0">
                <a:effectLst/>
                <a:latin typeface="Calibri" panose="020F0502020204030204" pitchFamily="34" charset="0"/>
              </a:rPr>
              <a:t>; Safari=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JavascriptCore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35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VBScript: still breathing, thanks to MS-Office. It does deserve some credit for being the first one to execute on both server and client-side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6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VBScript: still breathing, thanks to MS-Office. It does deserve some credit for being the first one to execute on both server and client-side</a:t>
            </a:r>
          </a:p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When explaining Delete, introduce the concept of voiding/retiring/soft-deletion</a:t>
            </a:r>
          </a:p>
          <a:p>
            <a:pPr marL="228600" indent="-228600"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</a:rPr>
              <a:t>Patch is no longer used because just like PUT, it updates data. However, it only updates a portion of data instead of fully replacing.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40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91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Development using Django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dirty="0"/>
              <a:t>Dr. Owais Hussain</a:t>
            </a:r>
          </a:p>
          <a:p>
            <a:r>
              <a:rPr lang="en-US" dirty="0" err="1"/>
              <a:t>Esquared</a:t>
            </a:r>
            <a:r>
              <a:rPr lang="en-US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Rectangle 70"/>
          <p:cNvSpPr>
            <a:spLocks noChangeArrowheads="1"/>
          </p:cNvSpPr>
          <p:nvPr/>
        </p:nvSpPr>
        <p:spPr bwMode="auto">
          <a:xfrm>
            <a:off x="772239" y="2133600"/>
            <a:ext cx="2362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7030A0"/>
                </a:solidFill>
                <a:latin typeface="Arial"/>
                <a:cs typeface="Arial"/>
              </a:rPr>
              <a:t>7</a:t>
            </a:r>
          </a:p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Publications </a:t>
            </a:r>
          </a:p>
        </p:txBody>
      </p:sp>
      <p:sp>
        <p:nvSpPr>
          <p:cNvPr id="119" name="Oval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2586510" y="3002441"/>
            <a:ext cx="673155" cy="673153"/>
          </a:xfrm>
          <a:prstGeom prst="ellipse">
            <a:avLst/>
          </a:prstGeom>
          <a:gradFill flip="none" rotWithShape="1">
            <a:gsLst>
              <a:gs pos="0">
                <a:srgbClr val="884DDB"/>
              </a:gs>
              <a:gs pos="100000">
                <a:srgbClr val="7030A0"/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grpSp>
        <p:nvGrpSpPr>
          <p:cNvPr id="122" name="Group 1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09019" y="3174700"/>
            <a:ext cx="436647" cy="321117"/>
            <a:chOff x="-152400" y="685800"/>
            <a:chExt cx="1287499" cy="946849"/>
          </a:xfrm>
          <a:noFill/>
        </p:grpSpPr>
        <p:sp>
          <p:nvSpPr>
            <p:cNvPr id="194" name="Rectangle 193"/>
            <p:cNvSpPr/>
            <p:nvPr/>
          </p:nvSpPr>
          <p:spPr bwMode="auto">
            <a:xfrm>
              <a:off x="46528" y="870649"/>
              <a:ext cx="1088571" cy="762000"/>
            </a:xfrm>
            <a:prstGeom prst="rect">
              <a:avLst/>
            </a:prstGeom>
            <a:grpFill/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Times" pitchFamily="-97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 rot="21315080">
              <a:off x="-42372" y="781749"/>
              <a:ext cx="1088571" cy="762000"/>
            </a:xfrm>
            <a:prstGeom prst="rect">
              <a:avLst/>
            </a:prstGeom>
            <a:grpFill/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Times" pitchFamily="-97" charset="0"/>
              </a:endParaRPr>
            </a:p>
          </p:txBody>
        </p:sp>
        <p:sp>
          <p:nvSpPr>
            <p:cNvPr id="196" name="Rectangle 195"/>
            <p:cNvSpPr/>
            <p:nvPr/>
          </p:nvSpPr>
          <p:spPr bwMode="auto">
            <a:xfrm>
              <a:off x="-152400" y="685800"/>
              <a:ext cx="1088571" cy="762000"/>
            </a:xfrm>
            <a:prstGeom prst="rect">
              <a:avLst/>
            </a:prstGeom>
            <a:grpFill/>
            <a:ln w="63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Times" pitchFamily="-97" charset="0"/>
              </a:endParaRPr>
            </a:p>
          </p:txBody>
        </p:sp>
      </p:grpSp>
      <p:sp>
        <p:nvSpPr>
          <p:cNvPr id="212" name="Rectangle 70"/>
          <p:cNvSpPr>
            <a:spLocks noChangeArrowheads="1"/>
          </p:cNvSpPr>
          <p:nvPr/>
        </p:nvSpPr>
        <p:spPr bwMode="auto">
          <a:xfrm>
            <a:off x="1600201" y="4501813"/>
            <a:ext cx="226937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0070C0"/>
                </a:solidFill>
                <a:latin typeface="Arial"/>
                <a:cs typeface="Arial"/>
              </a:rPr>
              <a:t>4</a:t>
            </a:r>
          </a:p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Affiliations</a:t>
            </a:r>
          </a:p>
        </p:txBody>
      </p:sp>
      <p:sp>
        <p:nvSpPr>
          <p:cNvPr id="130" name="Oval 1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3354325" y="3593868"/>
            <a:ext cx="766887" cy="766885"/>
          </a:xfrm>
          <a:prstGeom prst="ellipse">
            <a:avLst/>
          </a:prstGeom>
          <a:gradFill flip="none" rotWithShape="1">
            <a:gsLst>
              <a:gs pos="0">
                <a:srgbClr val="0070FF"/>
              </a:gs>
              <a:gs pos="100000">
                <a:srgbClr val="0070C0"/>
              </a:gs>
            </a:gsLst>
            <a:lin ang="27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sp>
        <p:nvSpPr>
          <p:cNvPr id="133" name="Freeform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445737" y="3830163"/>
            <a:ext cx="580846" cy="254785"/>
          </a:xfrm>
          <a:custGeom>
            <a:avLst/>
            <a:gdLst/>
            <a:ahLst/>
            <a:cxnLst>
              <a:cxn ang="0">
                <a:pos x="3769" y="850"/>
              </a:cxn>
              <a:cxn ang="0">
                <a:pos x="3525" y="562"/>
              </a:cxn>
              <a:cxn ang="0">
                <a:pos x="3204" y="327"/>
              </a:cxn>
              <a:cxn ang="0">
                <a:pos x="2889" y="176"/>
              </a:cxn>
              <a:cxn ang="0">
                <a:pos x="2462" y="53"/>
              </a:cxn>
              <a:cxn ang="0">
                <a:pos x="1996" y="1"/>
              </a:cxn>
              <a:cxn ang="0">
                <a:pos x="1899" y="0"/>
              </a:cxn>
              <a:cxn ang="0">
                <a:pos x="1566" y="22"/>
              </a:cxn>
              <a:cxn ang="0">
                <a:pos x="1135" y="110"/>
              </a:cxn>
              <a:cxn ang="0">
                <a:pos x="747" y="262"/>
              </a:cxn>
              <a:cxn ang="0">
                <a:pos x="456" y="438"/>
              </a:cxn>
              <a:cxn ang="0">
                <a:pos x="172" y="700"/>
              </a:cxn>
              <a:cxn ang="0">
                <a:pos x="14" y="929"/>
              </a:cxn>
              <a:cxn ang="0">
                <a:pos x="349" y="978"/>
              </a:cxn>
              <a:cxn ang="0">
                <a:pos x="555" y="756"/>
              </a:cxn>
              <a:cxn ang="0">
                <a:pos x="833" y="567"/>
              </a:cxn>
              <a:cxn ang="0">
                <a:pos x="1022" y="479"/>
              </a:cxn>
              <a:cxn ang="0">
                <a:pos x="1132" y="495"/>
              </a:cxn>
              <a:cxn ang="0">
                <a:pos x="1081" y="649"/>
              </a:cxn>
              <a:cxn ang="0">
                <a:pos x="1059" y="811"/>
              </a:cxn>
              <a:cxn ang="0">
                <a:pos x="1076" y="1010"/>
              </a:cxn>
              <a:cxn ang="0">
                <a:pos x="1160" y="1241"/>
              </a:cxn>
              <a:cxn ang="0">
                <a:pos x="1305" y="1435"/>
              </a:cxn>
              <a:cxn ang="0">
                <a:pos x="1498" y="1579"/>
              </a:cxn>
              <a:cxn ang="0">
                <a:pos x="1729" y="1663"/>
              </a:cxn>
              <a:cxn ang="0">
                <a:pos x="1943" y="1679"/>
              </a:cxn>
              <a:cxn ang="0">
                <a:pos x="2188" y="1630"/>
              </a:cxn>
              <a:cxn ang="0">
                <a:pos x="2402" y="1514"/>
              </a:cxn>
              <a:cxn ang="0">
                <a:pos x="2573" y="1343"/>
              </a:cxn>
              <a:cxn ang="0">
                <a:pos x="2689" y="1128"/>
              </a:cxn>
              <a:cxn ang="0">
                <a:pos x="2738" y="883"/>
              </a:cxn>
              <a:cxn ang="0">
                <a:pos x="2732" y="725"/>
              </a:cxn>
              <a:cxn ang="0">
                <a:pos x="2693" y="562"/>
              </a:cxn>
              <a:cxn ang="0">
                <a:pos x="2624" y="414"/>
              </a:cxn>
              <a:cxn ang="0">
                <a:pos x="2829" y="487"/>
              </a:cxn>
              <a:cxn ang="0">
                <a:pos x="3047" y="596"/>
              </a:cxn>
              <a:cxn ang="0">
                <a:pos x="3314" y="791"/>
              </a:cxn>
              <a:cxn ang="0">
                <a:pos x="3507" y="1017"/>
              </a:cxn>
              <a:cxn ang="0">
                <a:pos x="1899" y="1182"/>
              </a:cxn>
              <a:cxn ang="0">
                <a:pos x="1798" y="1167"/>
              </a:cxn>
              <a:cxn ang="0">
                <a:pos x="1708" y="1124"/>
              </a:cxn>
              <a:cxn ang="0">
                <a:pos x="1635" y="1058"/>
              </a:cxn>
              <a:cxn ang="0">
                <a:pos x="1583" y="973"/>
              </a:cxn>
              <a:cxn ang="0">
                <a:pos x="1558" y="875"/>
              </a:cxn>
              <a:cxn ang="0">
                <a:pos x="1561" y="787"/>
              </a:cxn>
              <a:cxn ang="0">
                <a:pos x="1591" y="692"/>
              </a:cxn>
              <a:cxn ang="0">
                <a:pos x="1646" y="610"/>
              </a:cxn>
              <a:cxn ang="0">
                <a:pos x="1722" y="547"/>
              </a:cxn>
              <a:cxn ang="0">
                <a:pos x="1814" y="509"/>
              </a:cxn>
              <a:cxn ang="0">
                <a:pos x="1899" y="498"/>
              </a:cxn>
              <a:cxn ang="0">
                <a:pos x="2001" y="513"/>
              </a:cxn>
              <a:cxn ang="0">
                <a:pos x="2091" y="556"/>
              </a:cxn>
              <a:cxn ang="0">
                <a:pos x="2164" y="622"/>
              </a:cxn>
              <a:cxn ang="0">
                <a:pos x="2214" y="707"/>
              </a:cxn>
              <a:cxn ang="0">
                <a:pos x="2241" y="805"/>
              </a:cxn>
              <a:cxn ang="0">
                <a:pos x="2238" y="893"/>
              </a:cxn>
              <a:cxn ang="0">
                <a:pos x="2208" y="988"/>
              </a:cxn>
              <a:cxn ang="0">
                <a:pos x="2153" y="1070"/>
              </a:cxn>
              <a:cxn ang="0">
                <a:pos x="2077" y="1133"/>
              </a:cxn>
              <a:cxn ang="0">
                <a:pos x="1984" y="1171"/>
              </a:cxn>
              <a:cxn ang="0">
                <a:pos x="1899" y="1182"/>
              </a:cxn>
            </a:cxnLst>
            <a:rect l="0" t="0" r="r" b="b"/>
            <a:pathLst>
              <a:path w="3830" h="1680">
                <a:moveTo>
                  <a:pt x="3830" y="956"/>
                </a:moveTo>
                <a:lnTo>
                  <a:pt x="3830" y="956"/>
                </a:lnTo>
                <a:lnTo>
                  <a:pt x="3816" y="929"/>
                </a:lnTo>
                <a:lnTo>
                  <a:pt x="3800" y="902"/>
                </a:lnTo>
                <a:lnTo>
                  <a:pt x="3785" y="876"/>
                </a:lnTo>
                <a:lnTo>
                  <a:pt x="3769" y="850"/>
                </a:lnTo>
                <a:lnTo>
                  <a:pt x="3734" y="798"/>
                </a:lnTo>
                <a:lnTo>
                  <a:pt x="3697" y="748"/>
                </a:lnTo>
                <a:lnTo>
                  <a:pt x="3658" y="700"/>
                </a:lnTo>
                <a:lnTo>
                  <a:pt x="3616" y="652"/>
                </a:lnTo>
                <a:lnTo>
                  <a:pt x="3571" y="607"/>
                </a:lnTo>
                <a:lnTo>
                  <a:pt x="3525" y="562"/>
                </a:lnTo>
                <a:lnTo>
                  <a:pt x="3477" y="519"/>
                </a:lnTo>
                <a:lnTo>
                  <a:pt x="3427" y="477"/>
                </a:lnTo>
                <a:lnTo>
                  <a:pt x="3374" y="438"/>
                </a:lnTo>
                <a:lnTo>
                  <a:pt x="3319" y="400"/>
                </a:lnTo>
                <a:lnTo>
                  <a:pt x="3263" y="363"/>
                </a:lnTo>
                <a:lnTo>
                  <a:pt x="3204" y="327"/>
                </a:lnTo>
                <a:lnTo>
                  <a:pt x="3144" y="293"/>
                </a:lnTo>
                <a:lnTo>
                  <a:pt x="3083" y="262"/>
                </a:lnTo>
                <a:lnTo>
                  <a:pt x="3083" y="262"/>
                </a:lnTo>
                <a:lnTo>
                  <a:pt x="3020" y="231"/>
                </a:lnTo>
                <a:lnTo>
                  <a:pt x="2955" y="202"/>
                </a:lnTo>
                <a:lnTo>
                  <a:pt x="2889" y="176"/>
                </a:lnTo>
                <a:lnTo>
                  <a:pt x="2821" y="151"/>
                </a:lnTo>
                <a:lnTo>
                  <a:pt x="2752" y="127"/>
                </a:lnTo>
                <a:lnTo>
                  <a:pt x="2681" y="105"/>
                </a:lnTo>
                <a:lnTo>
                  <a:pt x="2609" y="86"/>
                </a:lnTo>
                <a:lnTo>
                  <a:pt x="2536" y="68"/>
                </a:lnTo>
                <a:lnTo>
                  <a:pt x="2462" y="53"/>
                </a:lnTo>
                <a:lnTo>
                  <a:pt x="2388" y="38"/>
                </a:lnTo>
                <a:lnTo>
                  <a:pt x="2311" y="28"/>
                </a:lnTo>
                <a:lnTo>
                  <a:pt x="2233" y="17"/>
                </a:lnTo>
                <a:lnTo>
                  <a:pt x="2156" y="10"/>
                </a:lnTo>
                <a:lnTo>
                  <a:pt x="2075" y="4"/>
                </a:lnTo>
                <a:lnTo>
                  <a:pt x="1996" y="1"/>
                </a:lnTo>
                <a:lnTo>
                  <a:pt x="1915" y="0"/>
                </a:lnTo>
                <a:lnTo>
                  <a:pt x="1915" y="0"/>
                </a:lnTo>
                <a:lnTo>
                  <a:pt x="1908" y="0"/>
                </a:lnTo>
                <a:lnTo>
                  <a:pt x="1908" y="0"/>
                </a:lnTo>
                <a:lnTo>
                  <a:pt x="1899" y="0"/>
                </a:lnTo>
                <a:lnTo>
                  <a:pt x="1899" y="0"/>
                </a:lnTo>
                <a:lnTo>
                  <a:pt x="1872" y="0"/>
                </a:lnTo>
                <a:lnTo>
                  <a:pt x="1872" y="0"/>
                </a:lnTo>
                <a:lnTo>
                  <a:pt x="1794" y="2"/>
                </a:lnTo>
                <a:lnTo>
                  <a:pt x="1718" y="7"/>
                </a:lnTo>
                <a:lnTo>
                  <a:pt x="1641" y="13"/>
                </a:lnTo>
                <a:lnTo>
                  <a:pt x="1566" y="22"/>
                </a:lnTo>
                <a:lnTo>
                  <a:pt x="1491" y="31"/>
                </a:lnTo>
                <a:lnTo>
                  <a:pt x="1418" y="43"/>
                </a:lnTo>
                <a:lnTo>
                  <a:pt x="1345" y="57"/>
                </a:lnTo>
                <a:lnTo>
                  <a:pt x="1273" y="73"/>
                </a:lnTo>
                <a:lnTo>
                  <a:pt x="1204" y="91"/>
                </a:lnTo>
                <a:lnTo>
                  <a:pt x="1135" y="110"/>
                </a:lnTo>
                <a:lnTo>
                  <a:pt x="1066" y="130"/>
                </a:lnTo>
                <a:lnTo>
                  <a:pt x="999" y="154"/>
                </a:lnTo>
                <a:lnTo>
                  <a:pt x="935" y="178"/>
                </a:lnTo>
                <a:lnTo>
                  <a:pt x="870" y="205"/>
                </a:lnTo>
                <a:lnTo>
                  <a:pt x="808" y="232"/>
                </a:lnTo>
                <a:lnTo>
                  <a:pt x="747" y="262"/>
                </a:lnTo>
                <a:lnTo>
                  <a:pt x="747" y="262"/>
                </a:lnTo>
                <a:lnTo>
                  <a:pt x="686" y="293"/>
                </a:lnTo>
                <a:lnTo>
                  <a:pt x="626" y="327"/>
                </a:lnTo>
                <a:lnTo>
                  <a:pt x="567" y="363"/>
                </a:lnTo>
                <a:lnTo>
                  <a:pt x="511" y="400"/>
                </a:lnTo>
                <a:lnTo>
                  <a:pt x="456" y="438"/>
                </a:lnTo>
                <a:lnTo>
                  <a:pt x="403" y="477"/>
                </a:lnTo>
                <a:lnTo>
                  <a:pt x="353" y="519"/>
                </a:lnTo>
                <a:lnTo>
                  <a:pt x="305" y="562"/>
                </a:lnTo>
                <a:lnTo>
                  <a:pt x="259" y="607"/>
                </a:lnTo>
                <a:lnTo>
                  <a:pt x="214" y="652"/>
                </a:lnTo>
                <a:lnTo>
                  <a:pt x="172" y="700"/>
                </a:lnTo>
                <a:lnTo>
                  <a:pt x="133" y="748"/>
                </a:lnTo>
                <a:lnTo>
                  <a:pt x="96" y="798"/>
                </a:lnTo>
                <a:lnTo>
                  <a:pt x="61" y="850"/>
                </a:lnTo>
                <a:lnTo>
                  <a:pt x="45" y="876"/>
                </a:lnTo>
                <a:lnTo>
                  <a:pt x="30" y="902"/>
                </a:lnTo>
                <a:lnTo>
                  <a:pt x="14" y="929"/>
                </a:lnTo>
                <a:lnTo>
                  <a:pt x="0" y="956"/>
                </a:lnTo>
                <a:lnTo>
                  <a:pt x="278" y="1097"/>
                </a:lnTo>
                <a:lnTo>
                  <a:pt x="278" y="1097"/>
                </a:lnTo>
                <a:lnTo>
                  <a:pt x="299" y="1057"/>
                </a:lnTo>
                <a:lnTo>
                  <a:pt x="323" y="1017"/>
                </a:lnTo>
                <a:lnTo>
                  <a:pt x="349" y="978"/>
                </a:lnTo>
                <a:lnTo>
                  <a:pt x="379" y="939"/>
                </a:lnTo>
                <a:lnTo>
                  <a:pt x="409" y="901"/>
                </a:lnTo>
                <a:lnTo>
                  <a:pt x="443" y="864"/>
                </a:lnTo>
                <a:lnTo>
                  <a:pt x="479" y="827"/>
                </a:lnTo>
                <a:lnTo>
                  <a:pt x="516" y="791"/>
                </a:lnTo>
                <a:lnTo>
                  <a:pt x="555" y="756"/>
                </a:lnTo>
                <a:lnTo>
                  <a:pt x="597" y="722"/>
                </a:lnTo>
                <a:lnTo>
                  <a:pt x="640" y="689"/>
                </a:lnTo>
                <a:lnTo>
                  <a:pt x="686" y="657"/>
                </a:lnTo>
                <a:lnTo>
                  <a:pt x="732" y="626"/>
                </a:lnTo>
                <a:lnTo>
                  <a:pt x="783" y="596"/>
                </a:lnTo>
                <a:lnTo>
                  <a:pt x="833" y="567"/>
                </a:lnTo>
                <a:lnTo>
                  <a:pt x="886" y="540"/>
                </a:lnTo>
                <a:lnTo>
                  <a:pt x="886" y="540"/>
                </a:lnTo>
                <a:lnTo>
                  <a:pt x="919" y="524"/>
                </a:lnTo>
                <a:lnTo>
                  <a:pt x="953" y="509"/>
                </a:lnTo>
                <a:lnTo>
                  <a:pt x="987" y="493"/>
                </a:lnTo>
                <a:lnTo>
                  <a:pt x="1022" y="479"/>
                </a:lnTo>
                <a:lnTo>
                  <a:pt x="1094" y="451"/>
                </a:lnTo>
                <a:lnTo>
                  <a:pt x="1168" y="425"/>
                </a:lnTo>
                <a:lnTo>
                  <a:pt x="1168" y="425"/>
                </a:lnTo>
                <a:lnTo>
                  <a:pt x="1156" y="449"/>
                </a:lnTo>
                <a:lnTo>
                  <a:pt x="1144" y="471"/>
                </a:lnTo>
                <a:lnTo>
                  <a:pt x="1132" y="495"/>
                </a:lnTo>
                <a:lnTo>
                  <a:pt x="1121" y="521"/>
                </a:lnTo>
                <a:lnTo>
                  <a:pt x="1112" y="546"/>
                </a:lnTo>
                <a:lnTo>
                  <a:pt x="1104" y="571"/>
                </a:lnTo>
                <a:lnTo>
                  <a:pt x="1095" y="596"/>
                </a:lnTo>
                <a:lnTo>
                  <a:pt x="1088" y="622"/>
                </a:lnTo>
                <a:lnTo>
                  <a:pt x="1081" y="649"/>
                </a:lnTo>
                <a:lnTo>
                  <a:pt x="1075" y="675"/>
                </a:lnTo>
                <a:lnTo>
                  <a:pt x="1070" y="701"/>
                </a:lnTo>
                <a:lnTo>
                  <a:pt x="1066" y="729"/>
                </a:lnTo>
                <a:lnTo>
                  <a:pt x="1063" y="756"/>
                </a:lnTo>
                <a:lnTo>
                  <a:pt x="1060" y="784"/>
                </a:lnTo>
                <a:lnTo>
                  <a:pt x="1059" y="811"/>
                </a:lnTo>
                <a:lnTo>
                  <a:pt x="1059" y="840"/>
                </a:lnTo>
                <a:lnTo>
                  <a:pt x="1059" y="840"/>
                </a:lnTo>
                <a:lnTo>
                  <a:pt x="1060" y="883"/>
                </a:lnTo>
                <a:lnTo>
                  <a:pt x="1063" y="926"/>
                </a:lnTo>
                <a:lnTo>
                  <a:pt x="1069" y="968"/>
                </a:lnTo>
                <a:lnTo>
                  <a:pt x="1076" y="1010"/>
                </a:lnTo>
                <a:lnTo>
                  <a:pt x="1086" y="1051"/>
                </a:lnTo>
                <a:lnTo>
                  <a:pt x="1096" y="1090"/>
                </a:lnTo>
                <a:lnTo>
                  <a:pt x="1110" y="1128"/>
                </a:lnTo>
                <a:lnTo>
                  <a:pt x="1125" y="1167"/>
                </a:lnTo>
                <a:lnTo>
                  <a:pt x="1142" y="1204"/>
                </a:lnTo>
                <a:lnTo>
                  <a:pt x="1160" y="1241"/>
                </a:lnTo>
                <a:lnTo>
                  <a:pt x="1180" y="1276"/>
                </a:lnTo>
                <a:lnTo>
                  <a:pt x="1203" y="1310"/>
                </a:lnTo>
                <a:lnTo>
                  <a:pt x="1226" y="1343"/>
                </a:lnTo>
                <a:lnTo>
                  <a:pt x="1251" y="1375"/>
                </a:lnTo>
                <a:lnTo>
                  <a:pt x="1277" y="1405"/>
                </a:lnTo>
                <a:lnTo>
                  <a:pt x="1305" y="1435"/>
                </a:lnTo>
                <a:lnTo>
                  <a:pt x="1335" y="1462"/>
                </a:lnTo>
                <a:lnTo>
                  <a:pt x="1364" y="1489"/>
                </a:lnTo>
                <a:lnTo>
                  <a:pt x="1397" y="1514"/>
                </a:lnTo>
                <a:lnTo>
                  <a:pt x="1429" y="1536"/>
                </a:lnTo>
                <a:lnTo>
                  <a:pt x="1464" y="1559"/>
                </a:lnTo>
                <a:lnTo>
                  <a:pt x="1498" y="1579"/>
                </a:lnTo>
                <a:lnTo>
                  <a:pt x="1534" y="1597"/>
                </a:lnTo>
                <a:lnTo>
                  <a:pt x="1573" y="1614"/>
                </a:lnTo>
                <a:lnTo>
                  <a:pt x="1610" y="1630"/>
                </a:lnTo>
                <a:lnTo>
                  <a:pt x="1649" y="1643"/>
                </a:lnTo>
                <a:lnTo>
                  <a:pt x="1689" y="1654"/>
                </a:lnTo>
                <a:lnTo>
                  <a:pt x="1729" y="1663"/>
                </a:lnTo>
                <a:lnTo>
                  <a:pt x="1771" y="1670"/>
                </a:lnTo>
                <a:lnTo>
                  <a:pt x="1813" y="1676"/>
                </a:lnTo>
                <a:lnTo>
                  <a:pt x="1856" y="1679"/>
                </a:lnTo>
                <a:lnTo>
                  <a:pt x="1899" y="1680"/>
                </a:lnTo>
                <a:lnTo>
                  <a:pt x="1899" y="1680"/>
                </a:lnTo>
                <a:lnTo>
                  <a:pt x="1943" y="1679"/>
                </a:lnTo>
                <a:lnTo>
                  <a:pt x="1986" y="1676"/>
                </a:lnTo>
                <a:lnTo>
                  <a:pt x="2028" y="1670"/>
                </a:lnTo>
                <a:lnTo>
                  <a:pt x="2069" y="1663"/>
                </a:lnTo>
                <a:lnTo>
                  <a:pt x="2110" y="1654"/>
                </a:lnTo>
                <a:lnTo>
                  <a:pt x="2150" y="1643"/>
                </a:lnTo>
                <a:lnTo>
                  <a:pt x="2188" y="1630"/>
                </a:lnTo>
                <a:lnTo>
                  <a:pt x="2226" y="1614"/>
                </a:lnTo>
                <a:lnTo>
                  <a:pt x="2263" y="1597"/>
                </a:lnTo>
                <a:lnTo>
                  <a:pt x="2300" y="1579"/>
                </a:lnTo>
                <a:lnTo>
                  <a:pt x="2335" y="1559"/>
                </a:lnTo>
                <a:lnTo>
                  <a:pt x="2370" y="1536"/>
                </a:lnTo>
                <a:lnTo>
                  <a:pt x="2402" y="1514"/>
                </a:lnTo>
                <a:lnTo>
                  <a:pt x="2434" y="1489"/>
                </a:lnTo>
                <a:lnTo>
                  <a:pt x="2464" y="1462"/>
                </a:lnTo>
                <a:lnTo>
                  <a:pt x="2494" y="1435"/>
                </a:lnTo>
                <a:lnTo>
                  <a:pt x="2522" y="1405"/>
                </a:lnTo>
                <a:lnTo>
                  <a:pt x="2548" y="1375"/>
                </a:lnTo>
                <a:lnTo>
                  <a:pt x="2573" y="1343"/>
                </a:lnTo>
                <a:lnTo>
                  <a:pt x="2596" y="1310"/>
                </a:lnTo>
                <a:lnTo>
                  <a:pt x="2619" y="1276"/>
                </a:lnTo>
                <a:lnTo>
                  <a:pt x="2639" y="1241"/>
                </a:lnTo>
                <a:lnTo>
                  <a:pt x="2657" y="1204"/>
                </a:lnTo>
                <a:lnTo>
                  <a:pt x="2674" y="1167"/>
                </a:lnTo>
                <a:lnTo>
                  <a:pt x="2689" y="1128"/>
                </a:lnTo>
                <a:lnTo>
                  <a:pt x="2703" y="1090"/>
                </a:lnTo>
                <a:lnTo>
                  <a:pt x="2713" y="1051"/>
                </a:lnTo>
                <a:lnTo>
                  <a:pt x="2723" y="1010"/>
                </a:lnTo>
                <a:lnTo>
                  <a:pt x="2730" y="968"/>
                </a:lnTo>
                <a:lnTo>
                  <a:pt x="2736" y="926"/>
                </a:lnTo>
                <a:lnTo>
                  <a:pt x="2738" y="883"/>
                </a:lnTo>
                <a:lnTo>
                  <a:pt x="2740" y="840"/>
                </a:lnTo>
                <a:lnTo>
                  <a:pt x="2740" y="840"/>
                </a:lnTo>
                <a:lnTo>
                  <a:pt x="2740" y="811"/>
                </a:lnTo>
                <a:lnTo>
                  <a:pt x="2738" y="783"/>
                </a:lnTo>
                <a:lnTo>
                  <a:pt x="2736" y="754"/>
                </a:lnTo>
                <a:lnTo>
                  <a:pt x="2732" y="725"/>
                </a:lnTo>
                <a:lnTo>
                  <a:pt x="2728" y="698"/>
                </a:lnTo>
                <a:lnTo>
                  <a:pt x="2723" y="670"/>
                </a:lnTo>
                <a:lnTo>
                  <a:pt x="2717" y="643"/>
                </a:lnTo>
                <a:lnTo>
                  <a:pt x="2710" y="615"/>
                </a:lnTo>
                <a:lnTo>
                  <a:pt x="2701" y="589"/>
                </a:lnTo>
                <a:lnTo>
                  <a:pt x="2693" y="562"/>
                </a:lnTo>
                <a:lnTo>
                  <a:pt x="2683" y="536"/>
                </a:lnTo>
                <a:lnTo>
                  <a:pt x="2673" y="511"/>
                </a:lnTo>
                <a:lnTo>
                  <a:pt x="2662" y="486"/>
                </a:lnTo>
                <a:lnTo>
                  <a:pt x="2650" y="462"/>
                </a:lnTo>
                <a:lnTo>
                  <a:pt x="2637" y="437"/>
                </a:lnTo>
                <a:lnTo>
                  <a:pt x="2624" y="414"/>
                </a:lnTo>
                <a:lnTo>
                  <a:pt x="2624" y="414"/>
                </a:lnTo>
                <a:lnTo>
                  <a:pt x="2667" y="427"/>
                </a:lnTo>
                <a:lnTo>
                  <a:pt x="2709" y="440"/>
                </a:lnTo>
                <a:lnTo>
                  <a:pt x="2749" y="456"/>
                </a:lnTo>
                <a:lnTo>
                  <a:pt x="2790" y="471"/>
                </a:lnTo>
                <a:lnTo>
                  <a:pt x="2829" y="487"/>
                </a:lnTo>
                <a:lnTo>
                  <a:pt x="2868" y="504"/>
                </a:lnTo>
                <a:lnTo>
                  <a:pt x="2906" y="522"/>
                </a:lnTo>
                <a:lnTo>
                  <a:pt x="2944" y="540"/>
                </a:lnTo>
                <a:lnTo>
                  <a:pt x="2944" y="540"/>
                </a:lnTo>
                <a:lnTo>
                  <a:pt x="2997" y="567"/>
                </a:lnTo>
                <a:lnTo>
                  <a:pt x="3047" y="596"/>
                </a:lnTo>
                <a:lnTo>
                  <a:pt x="3096" y="626"/>
                </a:lnTo>
                <a:lnTo>
                  <a:pt x="3144" y="657"/>
                </a:lnTo>
                <a:lnTo>
                  <a:pt x="3190" y="689"/>
                </a:lnTo>
                <a:lnTo>
                  <a:pt x="3233" y="722"/>
                </a:lnTo>
                <a:lnTo>
                  <a:pt x="3275" y="756"/>
                </a:lnTo>
                <a:lnTo>
                  <a:pt x="3314" y="791"/>
                </a:lnTo>
                <a:lnTo>
                  <a:pt x="3351" y="827"/>
                </a:lnTo>
                <a:lnTo>
                  <a:pt x="3387" y="864"/>
                </a:lnTo>
                <a:lnTo>
                  <a:pt x="3421" y="901"/>
                </a:lnTo>
                <a:lnTo>
                  <a:pt x="3451" y="939"/>
                </a:lnTo>
                <a:lnTo>
                  <a:pt x="3479" y="978"/>
                </a:lnTo>
                <a:lnTo>
                  <a:pt x="3507" y="1017"/>
                </a:lnTo>
                <a:lnTo>
                  <a:pt x="3531" y="1057"/>
                </a:lnTo>
                <a:lnTo>
                  <a:pt x="3552" y="1097"/>
                </a:lnTo>
                <a:lnTo>
                  <a:pt x="3830" y="956"/>
                </a:lnTo>
                <a:lnTo>
                  <a:pt x="3830" y="956"/>
                </a:lnTo>
                <a:close/>
                <a:moveTo>
                  <a:pt x="1899" y="1182"/>
                </a:moveTo>
                <a:lnTo>
                  <a:pt x="1899" y="1182"/>
                </a:lnTo>
                <a:lnTo>
                  <a:pt x="1881" y="1182"/>
                </a:lnTo>
                <a:lnTo>
                  <a:pt x="1865" y="1181"/>
                </a:lnTo>
                <a:lnTo>
                  <a:pt x="1847" y="1179"/>
                </a:lnTo>
                <a:lnTo>
                  <a:pt x="1830" y="1175"/>
                </a:lnTo>
                <a:lnTo>
                  <a:pt x="1814" y="1171"/>
                </a:lnTo>
                <a:lnTo>
                  <a:pt x="1798" y="1167"/>
                </a:lnTo>
                <a:lnTo>
                  <a:pt x="1782" y="1162"/>
                </a:lnTo>
                <a:lnTo>
                  <a:pt x="1767" y="1156"/>
                </a:lnTo>
                <a:lnTo>
                  <a:pt x="1751" y="1149"/>
                </a:lnTo>
                <a:lnTo>
                  <a:pt x="1737" y="1140"/>
                </a:lnTo>
                <a:lnTo>
                  <a:pt x="1722" y="1133"/>
                </a:lnTo>
                <a:lnTo>
                  <a:pt x="1708" y="1124"/>
                </a:lnTo>
                <a:lnTo>
                  <a:pt x="1695" y="1114"/>
                </a:lnTo>
                <a:lnTo>
                  <a:pt x="1682" y="1104"/>
                </a:lnTo>
                <a:lnTo>
                  <a:pt x="1670" y="1094"/>
                </a:lnTo>
                <a:lnTo>
                  <a:pt x="1658" y="1082"/>
                </a:lnTo>
                <a:lnTo>
                  <a:pt x="1646" y="1070"/>
                </a:lnTo>
                <a:lnTo>
                  <a:pt x="1635" y="1058"/>
                </a:lnTo>
                <a:lnTo>
                  <a:pt x="1625" y="1045"/>
                </a:lnTo>
                <a:lnTo>
                  <a:pt x="1616" y="1031"/>
                </a:lnTo>
                <a:lnTo>
                  <a:pt x="1606" y="1017"/>
                </a:lnTo>
                <a:lnTo>
                  <a:pt x="1599" y="1003"/>
                </a:lnTo>
                <a:lnTo>
                  <a:pt x="1591" y="988"/>
                </a:lnTo>
                <a:lnTo>
                  <a:pt x="1583" y="973"/>
                </a:lnTo>
                <a:lnTo>
                  <a:pt x="1577" y="957"/>
                </a:lnTo>
                <a:lnTo>
                  <a:pt x="1573" y="942"/>
                </a:lnTo>
                <a:lnTo>
                  <a:pt x="1568" y="925"/>
                </a:lnTo>
                <a:lnTo>
                  <a:pt x="1564" y="909"/>
                </a:lnTo>
                <a:lnTo>
                  <a:pt x="1561" y="893"/>
                </a:lnTo>
                <a:lnTo>
                  <a:pt x="1558" y="875"/>
                </a:lnTo>
                <a:lnTo>
                  <a:pt x="1557" y="858"/>
                </a:lnTo>
                <a:lnTo>
                  <a:pt x="1557" y="840"/>
                </a:lnTo>
                <a:lnTo>
                  <a:pt x="1557" y="840"/>
                </a:lnTo>
                <a:lnTo>
                  <a:pt x="1557" y="822"/>
                </a:lnTo>
                <a:lnTo>
                  <a:pt x="1558" y="805"/>
                </a:lnTo>
                <a:lnTo>
                  <a:pt x="1561" y="787"/>
                </a:lnTo>
                <a:lnTo>
                  <a:pt x="1564" y="771"/>
                </a:lnTo>
                <a:lnTo>
                  <a:pt x="1568" y="755"/>
                </a:lnTo>
                <a:lnTo>
                  <a:pt x="1573" y="738"/>
                </a:lnTo>
                <a:lnTo>
                  <a:pt x="1577" y="723"/>
                </a:lnTo>
                <a:lnTo>
                  <a:pt x="1583" y="707"/>
                </a:lnTo>
                <a:lnTo>
                  <a:pt x="1591" y="692"/>
                </a:lnTo>
                <a:lnTo>
                  <a:pt x="1599" y="677"/>
                </a:lnTo>
                <a:lnTo>
                  <a:pt x="1606" y="663"/>
                </a:lnTo>
                <a:lnTo>
                  <a:pt x="1616" y="649"/>
                </a:lnTo>
                <a:lnTo>
                  <a:pt x="1625" y="635"/>
                </a:lnTo>
                <a:lnTo>
                  <a:pt x="1635" y="622"/>
                </a:lnTo>
                <a:lnTo>
                  <a:pt x="1646" y="610"/>
                </a:lnTo>
                <a:lnTo>
                  <a:pt x="1658" y="598"/>
                </a:lnTo>
                <a:lnTo>
                  <a:pt x="1670" y="586"/>
                </a:lnTo>
                <a:lnTo>
                  <a:pt x="1682" y="576"/>
                </a:lnTo>
                <a:lnTo>
                  <a:pt x="1695" y="566"/>
                </a:lnTo>
                <a:lnTo>
                  <a:pt x="1708" y="556"/>
                </a:lnTo>
                <a:lnTo>
                  <a:pt x="1722" y="547"/>
                </a:lnTo>
                <a:lnTo>
                  <a:pt x="1737" y="540"/>
                </a:lnTo>
                <a:lnTo>
                  <a:pt x="1751" y="531"/>
                </a:lnTo>
                <a:lnTo>
                  <a:pt x="1767" y="524"/>
                </a:lnTo>
                <a:lnTo>
                  <a:pt x="1782" y="518"/>
                </a:lnTo>
                <a:lnTo>
                  <a:pt x="1798" y="513"/>
                </a:lnTo>
                <a:lnTo>
                  <a:pt x="1814" y="509"/>
                </a:lnTo>
                <a:lnTo>
                  <a:pt x="1830" y="505"/>
                </a:lnTo>
                <a:lnTo>
                  <a:pt x="1847" y="501"/>
                </a:lnTo>
                <a:lnTo>
                  <a:pt x="1865" y="499"/>
                </a:lnTo>
                <a:lnTo>
                  <a:pt x="1881" y="498"/>
                </a:lnTo>
                <a:lnTo>
                  <a:pt x="1899" y="498"/>
                </a:lnTo>
                <a:lnTo>
                  <a:pt x="1899" y="498"/>
                </a:lnTo>
                <a:lnTo>
                  <a:pt x="1917" y="498"/>
                </a:lnTo>
                <a:lnTo>
                  <a:pt x="1934" y="499"/>
                </a:lnTo>
                <a:lnTo>
                  <a:pt x="1952" y="501"/>
                </a:lnTo>
                <a:lnTo>
                  <a:pt x="1969" y="505"/>
                </a:lnTo>
                <a:lnTo>
                  <a:pt x="1984" y="509"/>
                </a:lnTo>
                <a:lnTo>
                  <a:pt x="2001" y="513"/>
                </a:lnTo>
                <a:lnTo>
                  <a:pt x="2017" y="518"/>
                </a:lnTo>
                <a:lnTo>
                  <a:pt x="2032" y="524"/>
                </a:lnTo>
                <a:lnTo>
                  <a:pt x="2048" y="531"/>
                </a:lnTo>
                <a:lnTo>
                  <a:pt x="2062" y="540"/>
                </a:lnTo>
                <a:lnTo>
                  <a:pt x="2077" y="547"/>
                </a:lnTo>
                <a:lnTo>
                  <a:pt x="2091" y="556"/>
                </a:lnTo>
                <a:lnTo>
                  <a:pt x="2104" y="566"/>
                </a:lnTo>
                <a:lnTo>
                  <a:pt x="2117" y="576"/>
                </a:lnTo>
                <a:lnTo>
                  <a:pt x="2129" y="586"/>
                </a:lnTo>
                <a:lnTo>
                  <a:pt x="2141" y="598"/>
                </a:lnTo>
                <a:lnTo>
                  <a:pt x="2153" y="610"/>
                </a:lnTo>
                <a:lnTo>
                  <a:pt x="2164" y="622"/>
                </a:lnTo>
                <a:lnTo>
                  <a:pt x="2174" y="635"/>
                </a:lnTo>
                <a:lnTo>
                  <a:pt x="2183" y="649"/>
                </a:lnTo>
                <a:lnTo>
                  <a:pt x="2193" y="663"/>
                </a:lnTo>
                <a:lnTo>
                  <a:pt x="2200" y="677"/>
                </a:lnTo>
                <a:lnTo>
                  <a:pt x="2208" y="692"/>
                </a:lnTo>
                <a:lnTo>
                  <a:pt x="2214" y="707"/>
                </a:lnTo>
                <a:lnTo>
                  <a:pt x="2221" y="723"/>
                </a:lnTo>
                <a:lnTo>
                  <a:pt x="2226" y="738"/>
                </a:lnTo>
                <a:lnTo>
                  <a:pt x="2231" y="755"/>
                </a:lnTo>
                <a:lnTo>
                  <a:pt x="2235" y="771"/>
                </a:lnTo>
                <a:lnTo>
                  <a:pt x="2238" y="787"/>
                </a:lnTo>
                <a:lnTo>
                  <a:pt x="2241" y="805"/>
                </a:lnTo>
                <a:lnTo>
                  <a:pt x="2242" y="822"/>
                </a:lnTo>
                <a:lnTo>
                  <a:pt x="2242" y="840"/>
                </a:lnTo>
                <a:lnTo>
                  <a:pt x="2242" y="840"/>
                </a:lnTo>
                <a:lnTo>
                  <a:pt x="2242" y="858"/>
                </a:lnTo>
                <a:lnTo>
                  <a:pt x="2241" y="875"/>
                </a:lnTo>
                <a:lnTo>
                  <a:pt x="2238" y="893"/>
                </a:lnTo>
                <a:lnTo>
                  <a:pt x="2235" y="909"/>
                </a:lnTo>
                <a:lnTo>
                  <a:pt x="2231" y="925"/>
                </a:lnTo>
                <a:lnTo>
                  <a:pt x="2226" y="942"/>
                </a:lnTo>
                <a:lnTo>
                  <a:pt x="2221" y="957"/>
                </a:lnTo>
                <a:lnTo>
                  <a:pt x="2214" y="973"/>
                </a:lnTo>
                <a:lnTo>
                  <a:pt x="2208" y="988"/>
                </a:lnTo>
                <a:lnTo>
                  <a:pt x="2200" y="1003"/>
                </a:lnTo>
                <a:lnTo>
                  <a:pt x="2193" y="1017"/>
                </a:lnTo>
                <a:lnTo>
                  <a:pt x="2183" y="1031"/>
                </a:lnTo>
                <a:lnTo>
                  <a:pt x="2174" y="1045"/>
                </a:lnTo>
                <a:lnTo>
                  <a:pt x="2164" y="1058"/>
                </a:lnTo>
                <a:lnTo>
                  <a:pt x="2153" y="1070"/>
                </a:lnTo>
                <a:lnTo>
                  <a:pt x="2141" y="1082"/>
                </a:lnTo>
                <a:lnTo>
                  <a:pt x="2129" y="1094"/>
                </a:lnTo>
                <a:lnTo>
                  <a:pt x="2117" y="1104"/>
                </a:lnTo>
                <a:lnTo>
                  <a:pt x="2104" y="1114"/>
                </a:lnTo>
                <a:lnTo>
                  <a:pt x="2091" y="1124"/>
                </a:lnTo>
                <a:lnTo>
                  <a:pt x="2077" y="1133"/>
                </a:lnTo>
                <a:lnTo>
                  <a:pt x="2062" y="1140"/>
                </a:lnTo>
                <a:lnTo>
                  <a:pt x="2048" y="1149"/>
                </a:lnTo>
                <a:lnTo>
                  <a:pt x="2032" y="1156"/>
                </a:lnTo>
                <a:lnTo>
                  <a:pt x="2017" y="1162"/>
                </a:lnTo>
                <a:lnTo>
                  <a:pt x="2001" y="1167"/>
                </a:lnTo>
                <a:lnTo>
                  <a:pt x="1984" y="1171"/>
                </a:lnTo>
                <a:lnTo>
                  <a:pt x="1969" y="1175"/>
                </a:lnTo>
                <a:lnTo>
                  <a:pt x="1952" y="1179"/>
                </a:lnTo>
                <a:lnTo>
                  <a:pt x="1934" y="1181"/>
                </a:lnTo>
                <a:lnTo>
                  <a:pt x="1917" y="1182"/>
                </a:lnTo>
                <a:lnTo>
                  <a:pt x="1899" y="1182"/>
                </a:lnTo>
                <a:lnTo>
                  <a:pt x="1899" y="1182"/>
                </a:lnTo>
                <a:close/>
              </a:path>
            </a:pathLst>
          </a:cu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11" name="Rectangle 70"/>
          <p:cNvSpPr>
            <a:spLocks noChangeArrowheads="1"/>
          </p:cNvSpPr>
          <p:nvPr/>
        </p:nvSpPr>
        <p:spPr bwMode="auto">
          <a:xfrm>
            <a:off x="4191000" y="1752600"/>
            <a:ext cx="2133600" cy="714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288F93"/>
                </a:solidFill>
                <a:latin typeface="Arial"/>
                <a:cs typeface="Arial"/>
              </a:rPr>
              <a:t>45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1200" dirty="0" err="1">
                <a:solidFill>
                  <a:srgbClr val="6C6C6C"/>
                </a:solidFill>
                <a:latin typeface="Arial"/>
                <a:cs typeface="Arial"/>
              </a:rPr>
              <a:t>Github</a:t>
            </a: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 repos</a:t>
            </a:r>
          </a:p>
        </p:txBody>
      </p:sp>
      <p:sp>
        <p:nvSpPr>
          <p:cNvPr id="144" name="Oval 1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4121687" y="2727945"/>
            <a:ext cx="836746" cy="836744"/>
          </a:xfrm>
          <a:prstGeom prst="ellipse">
            <a:avLst/>
          </a:prstGeom>
          <a:gradFill flip="none" rotWithShape="1">
            <a:gsLst>
              <a:gs pos="0">
                <a:srgbClr val="2CBCC8"/>
              </a:gs>
              <a:gs pos="100000">
                <a:srgbClr val="288889"/>
              </a:gs>
            </a:gsLst>
            <a:lin ang="27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grpSp>
        <p:nvGrpSpPr>
          <p:cNvPr id="145" name="Group 1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6200000">
            <a:off x="4370489" y="2740017"/>
            <a:ext cx="329085" cy="640253"/>
            <a:chOff x="2608038" y="5041507"/>
            <a:chExt cx="554039" cy="1077911"/>
          </a:xfrm>
          <a:noFill/>
        </p:grpSpPr>
        <p:sp>
          <p:nvSpPr>
            <p:cNvPr id="190" name="Freeform 24"/>
            <p:cNvSpPr>
              <a:spLocks/>
            </p:cNvSpPr>
            <p:nvPr/>
          </p:nvSpPr>
          <p:spPr bwMode="auto">
            <a:xfrm rot="5400000">
              <a:off x="2346102" y="5303443"/>
              <a:ext cx="1077911" cy="554039"/>
            </a:xfrm>
            <a:custGeom>
              <a:avLst/>
              <a:gdLst>
                <a:gd name="T0" fmla="*/ 185 w 185"/>
                <a:gd name="T1" fmla="*/ 89 h 95"/>
                <a:gd name="T2" fmla="*/ 157 w 185"/>
                <a:gd name="T3" fmla="*/ 26 h 95"/>
                <a:gd name="T4" fmla="*/ 93 w 185"/>
                <a:gd name="T5" fmla="*/ 0 h 95"/>
                <a:gd name="T6" fmla="*/ 29 w 185"/>
                <a:gd name="T7" fmla="*/ 26 h 95"/>
                <a:gd name="T8" fmla="*/ 1 w 185"/>
                <a:gd name="T9" fmla="*/ 89 h 95"/>
                <a:gd name="T10" fmla="*/ 0 w 185"/>
                <a:gd name="T11" fmla="*/ 94 h 95"/>
                <a:gd name="T12" fmla="*/ 20 w 185"/>
                <a:gd name="T13" fmla="*/ 95 h 95"/>
                <a:gd name="T14" fmla="*/ 20 w 185"/>
                <a:gd name="T15" fmla="*/ 90 h 95"/>
                <a:gd name="T16" fmla="*/ 93 w 185"/>
                <a:gd name="T17" fmla="*/ 20 h 95"/>
                <a:gd name="T18" fmla="*/ 166 w 185"/>
                <a:gd name="T19" fmla="*/ 90 h 95"/>
                <a:gd name="T20" fmla="*/ 166 w 185"/>
                <a:gd name="T21" fmla="*/ 95 h 95"/>
                <a:gd name="T22" fmla="*/ 185 w 185"/>
                <a:gd name="T23" fmla="*/ 94 h 95"/>
                <a:gd name="T24" fmla="*/ 185 w 185"/>
                <a:gd name="T25" fmla="*/ 8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95">
                  <a:moveTo>
                    <a:pt x="185" y="89"/>
                  </a:moveTo>
                  <a:cubicBezTo>
                    <a:pt x="184" y="65"/>
                    <a:pt x="174" y="43"/>
                    <a:pt x="157" y="26"/>
                  </a:cubicBezTo>
                  <a:cubicBezTo>
                    <a:pt x="140" y="9"/>
                    <a:pt x="117" y="0"/>
                    <a:pt x="93" y="0"/>
                  </a:cubicBezTo>
                  <a:cubicBezTo>
                    <a:pt x="69" y="0"/>
                    <a:pt x="46" y="9"/>
                    <a:pt x="29" y="26"/>
                  </a:cubicBezTo>
                  <a:cubicBezTo>
                    <a:pt x="12" y="43"/>
                    <a:pt x="2" y="65"/>
                    <a:pt x="1" y="89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2" y="50"/>
                    <a:pt x="54" y="20"/>
                    <a:pt x="93" y="20"/>
                  </a:cubicBezTo>
                  <a:cubicBezTo>
                    <a:pt x="132" y="20"/>
                    <a:pt x="164" y="50"/>
                    <a:pt x="166" y="90"/>
                  </a:cubicBezTo>
                  <a:cubicBezTo>
                    <a:pt x="166" y="95"/>
                    <a:pt x="166" y="95"/>
                    <a:pt x="166" y="95"/>
                  </a:cubicBezTo>
                  <a:cubicBezTo>
                    <a:pt x="185" y="94"/>
                    <a:pt x="185" y="94"/>
                    <a:pt x="185" y="94"/>
                  </a:cubicBezTo>
                  <a:lnTo>
                    <a:pt x="185" y="8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1" name="Freeform 25"/>
            <p:cNvSpPr>
              <a:spLocks/>
            </p:cNvSpPr>
            <p:nvPr/>
          </p:nvSpPr>
          <p:spPr bwMode="auto">
            <a:xfrm rot="5400000">
              <a:off x="2789011" y="5466949"/>
              <a:ext cx="157163" cy="390525"/>
            </a:xfrm>
            <a:custGeom>
              <a:avLst/>
              <a:gdLst>
                <a:gd name="T0" fmla="*/ 19 w 27"/>
                <a:gd name="T1" fmla="*/ 50 h 67"/>
                <a:gd name="T2" fmla="*/ 1 w 27"/>
                <a:gd name="T3" fmla="*/ 0 h 67"/>
                <a:gd name="T4" fmla="*/ 0 w 27"/>
                <a:gd name="T5" fmla="*/ 0 h 67"/>
                <a:gd name="T6" fmla="*/ 12 w 27"/>
                <a:gd name="T7" fmla="*/ 52 h 67"/>
                <a:gd name="T8" fmla="*/ 9 w 27"/>
                <a:gd name="T9" fmla="*/ 59 h 67"/>
                <a:gd name="T10" fmla="*/ 18 w 27"/>
                <a:gd name="T11" fmla="*/ 67 h 67"/>
                <a:gd name="T12" fmla="*/ 27 w 27"/>
                <a:gd name="T13" fmla="*/ 59 h 67"/>
                <a:gd name="T14" fmla="*/ 19 w 27"/>
                <a:gd name="T15" fmla="*/ 5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67">
                  <a:moveTo>
                    <a:pt x="19" y="5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0" y="53"/>
                    <a:pt x="9" y="56"/>
                    <a:pt x="9" y="59"/>
                  </a:cubicBezTo>
                  <a:cubicBezTo>
                    <a:pt x="9" y="63"/>
                    <a:pt x="13" y="67"/>
                    <a:pt x="18" y="67"/>
                  </a:cubicBezTo>
                  <a:cubicBezTo>
                    <a:pt x="23" y="67"/>
                    <a:pt x="27" y="63"/>
                    <a:pt x="27" y="59"/>
                  </a:cubicBezTo>
                  <a:cubicBezTo>
                    <a:pt x="27" y="54"/>
                    <a:pt x="24" y="51"/>
                    <a:pt x="19" y="50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10" name="Rectangle 70"/>
          <p:cNvSpPr>
            <a:spLocks noChangeArrowheads="1"/>
          </p:cNvSpPr>
          <p:nvPr/>
        </p:nvSpPr>
        <p:spPr bwMode="auto">
          <a:xfrm>
            <a:off x="5410200" y="2667000"/>
            <a:ext cx="2895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459D49"/>
                </a:solidFill>
                <a:latin typeface="Arial"/>
                <a:cs typeface="Arial"/>
              </a:rPr>
              <a:t>68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Citations</a:t>
            </a:r>
          </a:p>
        </p:txBody>
      </p:sp>
      <p:sp>
        <p:nvSpPr>
          <p:cNvPr id="146" name="Oval 1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5125481" y="3519753"/>
            <a:ext cx="836746" cy="836744"/>
          </a:xfrm>
          <a:prstGeom prst="ellipse">
            <a:avLst/>
          </a:prstGeom>
          <a:gradFill flip="none" rotWithShape="1">
            <a:gsLst>
              <a:gs pos="0">
                <a:srgbClr val="4AC654"/>
              </a:gs>
              <a:gs pos="100000">
                <a:srgbClr val="459D49"/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grpSp>
        <p:nvGrpSpPr>
          <p:cNvPr id="147" name="Group 1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79248" y="3695742"/>
            <a:ext cx="528312" cy="422650"/>
            <a:chOff x="4276165" y="1800411"/>
            <a:chExt cx="516379" cy="442259"/>
          </a:xfrm>
          <a:noFill/>
          <a:effectLst/>
        </p:grpSpPr>
        <p:sp>
          <p:nvSpPr>
            <p:cNvPr id="178" name="Rectangle 325"/>
            <p:cNvSpPr>
              <a:spLocks noChangeArrowheads="1"/>
            </p:cNvSpPr>
            <p:nvPr/>
          </p:nvSpPr>
          <p:spPr bwMode="auto">
            <a:xfrm>
              <a:off x="4276165" y="1928888"/>
              <a:ext cx="66710" cy="261896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9" name="Rectangle 326"/>
            <p:cNvSpPr>
              <a:spLocks noChangeArrowheads="1"/>
            </p:cNvSpPr>
            <p:nvPr/>
          </p:nvSpPr>
          <p:spPr bwMode="auto">
            <a:xfrm>
              <a:off x="4276165" y="2215491"/>
              <a:ext cx="66710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0" name="Rectangle 327"/>
            <p:cNvSpPr>
              <a:spLocks noChangeArrowheads="1"/>
            </p:cNvSpPr>
            <p:nvPr/>
          </p:nvSpPr>
          <p:spPr bwMode="auto">
            <a:xfrm>
              <a:off x="4367581" y="1800411"/>
              <a:ext cx="64239" cy="390373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1" name="Rectangle 328"/>
            <p:cNvSpPr>
              <a:spLocks noChangeArrowheads="1"/>
            </p:cNvSpPr>
            <p:nvPr/>
          </p:nvSpPr>
          <p:spPr bwMode="auto">
            <a:xfrm>
              <a:off x="4367581" y="2215491"/>
              <a:ext cx="64239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2" name="Rectangle 329"/>
            <p:cNvSpPr>
              <a:spLocks noChangeArrowheads="1"/>
            </p:cNvSpPr>
            <p:nvPr/>
          </p:nvSpPr>
          <p:spPr bwMode="auto">
            <a:xfrm>
              <a:off x="4456527" y="1862180"/>
              <a:ext cx="66710" cy="328606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3" name="Rectangle 330"/>
            <p:cNvSpPr>
              <a:spLocks noChangeArrowheads="1"/>
            </p:cNvSpPr>
            <p:nvPr/>
          </p:nvSpPr>
          <p:spPr bwMode="auto">
            <a:xfrm>
              <a:off x="4456527" y="2215491"/>
              <a:ext cx="66710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4" name="Rectangle 331"/>
            <p:cNvSpPr>
              <a:spLocks noChangeArrowheads="1"/>
            </p:cNvSpPr>
            <p:nvPr/>
          </p:nvSpPr>
          <p:spPr bwMode="auto">
            <a:xfrm>
              <a:off x="4547944" y="1965950"/>
              <a:ext cx="64239" cy="224836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5" name="Rectangle 332"/>
            <p:cNvSpPr>
              <a:spLocks noChangeArrowheads="1"/>
            </p:cNvSpPr>
            <p:nvPr/>
          </p:nvSpPr>
          <p:spPr bwMode="auto">
            <a:xfrm>
              <a:off x="4547944" y="2215491"/>
              <a:ext cx="64239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6" name="Rectangle 333"/>
            <p:cNvSpPr>
              <a:spLocks noChangeArrowheads="1"/>
            </p:cNvSpPr>
            <p:nvPr/>
          </p:nvSpPr>
          <p:spPr bwMode="auto">
            <a:xfrm>
              <a:off x="4639360" y="2045013"/>
              <a:ext cx="64239" cy="148243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7" name="Rectangle 334"/>
            <p:cNvSpPr>
              <a:spLocks noChangeArrowheads="1"/>
            </p:cNvSpPr>
            <p:nvPr/>
          </p:nvSpPr>
          <p:spPr bwMode="auto">
            <a:xfrm>
              <a:off x="4639360" y="2215491"/>
              <a:ext cx="64239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8" name="Rectangle 335"/>
            <p:cNvSpPr>
              <a:spLocks noChangeArrowheads="1"/>
            </p:cNvSpPr>
            <p:nvPr/>
          </p:nvSpPr>
          <p:spPr bwMode="auto">
            <a:xfrm>
              <a:off x="4728305" y="1884415"/>
              <a:ext cx="64239" cy="30389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9" name="Rectangle 336"/>
            <p:cNvSpPr>
              <a:spLocks noChangeArrowheads="1"/>
            </p:cNvSpPr>
            <p:nvPr/>
          </p:nvSpPr>
          <p:spPr bwMode="auto">
            <a:xfrm>
              <a:off x="4728305" y="2215491"/>
              <a:ext cx="64239" cy="27179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9" name="Rectangle 70"/>
          <p:cNvSpPr>
            <a:spLocks noChangeArrowheads="1"/>
          </p:cNvSpPr>
          <p:nvPr/>
        </p:nvSpPr>
        <p:spPr bwMode="auto">
          <a:xfrm>
            <a:off x="4124517" y="5638800"/>
            <a:ext cx="263151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DBC700"/>
                </a:solidFill>
                <a:latin typeface="Arial"/>
                <a:cs typeface="Arial"/>
              </a:rPr>
              <a:t>15</a:t>
            </a:r>
          </a:p>
          <a:p>
            <a:pPr algn="r"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Years in Software Industry </a:t>
            </a:r>
          </a:p>
        </p:txBody>
      </p:sp>
      <p:sp>
        <p:nvSpPr>
          <p:cNvPr id="136" name="Oval 1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5783690" y="4501759"/>
            <a:ext cx="882691" cy="882690"/>
          </a:xfrm>
          <a:prstGeom prst="ellipse">
            <a:avLst/>
          </a:prstGeom>
          <a:gradFill flip="none" rotWithShape="1">
            <a:gsLst>
              <a:gs pos="0">
                <a:srgbClr val="F2EE00"/>
              </a:gs>
              <a:gs pos="100000">
                <a:srgbClr val="DBC700"/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grpSp>
        <p:nvGrpSpPr>
          <p:cNvPr id="139" name="Group 1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5958518" y="4659367"/>
            <a:ext cx="522959" cy="549363"/>
            <a:chOff x="7283825" y="1765532"/>
            <a:chExt cx="457200" cy="480283"/>
          </a:xfrm>
          <a:noFill/>
          <a:effectLst/>
        </p:grpSpPr>
        <p:sp>
          <p:nvSpPr>
            <p:cNvPr id="192" name="Freeform 34"/>
            <p:cNvSpPr>
              <a:spLocks/>
            </p:cNvSpPr>
            <p:nvPr/>
          </p:nvSpPr>
          <p:spPr bwMode="auto">
            <a:xfrm>
              <a:off x="7283825" y="1765532"/>
              <a:ext cx="207581" cy="218147"/>
            </a:xfrm>
            <a:custGeom>
              <a:avLst/>
              <a:gdLst/>
              <a:ahLst/>
              <a:cxnLst>
                <a:cxn ang="0">
                  <a:pos x="668" y="702"/>
                </a:cxn>
                <a:cxn ang="0">
                  <a:pos x="0" y="484"/>
                </a:cxn>
                <a:cxn ang="0">
                  <a:pos x="0" y="484"/>
                </a:cxn>
                <a:cxn ang="0">
                  <a:pos x="10" y="458"/>
                </a:cxn>
                <a:cxn ang="0">
                  <a:pos x="20" y="431"/>
                </a:cxn>
                <a:cxn ang="0">
                  <a:pos x="31" y="404"/>
                </a:cxn>
                <a:cxn ang="0">
                  <a:pos x="43" y="379"/>
                </a:cxn>
                <a:cxn ang="0">
                  <a:pos x="57" y="355"/>
                </a:cxn>
                <a:cxn ang="0">
                  <a:pos x="71" y="330"/>
                </a:cxn>
                <a:cxn ang="0">
                  <a:pos x="86" y="307"/>
                </a:cxn>
                <a:cxn ang="0">
                  <a:pos x="101" y="285"/>
                </a:cxn>
                <a:cxn ang="0">
                  <a:pos x="118" y="263"/>
                </a:cxn>
                <a:cxn ang="0">
                  <a:pos x="135" y="241"/>
                </a:cxn>
                <a:cxn ang="0">
                  <a:pos x="153" y="222"/>
                </a:cxn>
                <a:cxn ang="0">
                  <a:pos x="171" y="202"/>
                </a:cxn>
                <a:cxn ang="0">
                  <a:pos x="191" y="183"/>
                </a:cxn>
                <a:cxn ang="0">
                  <a:pos x="212" y="166"/>
                </a:cxn>
                <a:cxn ang="0">
                  <a:pos x="233" y="147"/>
                </a:cxn>
                <a:cxn ang="0">
                  <a:pos x="254" y="132"/>
                </a:cxn>
                <a:cxn ang="0">
                  <a:pos x="276" y="117"/>
                </a:cxn>
                <a:cxn ang="0">
                  <a:pos x="299" y="101"/>
                </a:cxn>
                <a:cxn ang="0">
                  <a:pos x="321" y="89"/>
                </a:cxn>
                <a:cxn ang="0">
                  <a:pos x="345" y="76"/>
                </a:cxn>
                <a:cxn ang="0">
                  <a:pos x="370" y="63"/>
                </a:cxn>
                <a:cxn ang="0">
                  <a:pos x="394" y="53"/>
                </a:cxn>
                <a:cxn ang="0">
                  <a:pos x="421" y="44"/>
                </a:cxn>
                <a:cxn ang="0">
                  <a:pos x="446" y="34"/>
                </a:cxn>
                <a:cxn ang="0">
                  <a:pos x="473" y="27"/>
                </a:cxn>
                <a:cxn ang="0">
                  <a:pos x="500" y="20"/>
                </a:cxn>
                <a:cxn ang="0">
                  <a:pos x="526" y="13"/>
                </a:cxn>
                <a:cxn ang="0">
                  <a:pos x="554" y="9"/>
                </a:cxn>
                <a:cxn ang="0">
                  <a:pos x="582" y="4"/>
                </a:cxn>
                <a:cxn ang="0">
                  <a:pos x="611" y="2"/>
                </a:cxn>
                <a:cxn ang="0">
                  <a:pos x="639" y="0"/>
                </a:cxn>
                <a:cxn ang="0">
                  <a:pos x="668" y="0"/>
                </a:cxn>
                <a:cxn ang="0">
                  <a:pos x="668" y="702"/>
                </a:cxn>
              </a:cxnLst>
              <a:rect l="0" t="0" r="r" b="b"/>
              <a:pathLst>
                <a:path w="668" h="702">
                  <a:moveTo>
                    <a:pt x="668" y="702"/>
                  </a:moveTo>
                  <a:lnTo>
                    <a:pt x="0" y="484"/>
                  </a:lnTo>
                  <a:lnTo>
                    <a:pt x="0" y="484"/>
                  </a:lnTo>
                  <a:lnTo>
                    <a:pt x="10" y="458"/>
                  </a:lnTo>
                  <a:lnTo>
                    <a:pt x="20" y="431"/>
                  </a:lnTo>
                  <a:lnTo>
                    <a:pt x="31" y="404"/>
                  </a:lnTo>
                  <a:lnTo>
                    <a:pt x="43" y="379"/>
                  </a:lnTo>
                  <a:lnTo>
                    <a:pt x="57" y="355"/>
                  </a:lnTo>
                  <a:lnTo>
                    <a:pt x="71" y="330"/>
                  </a:lnTo>
                  <a:lnTo>
                    <a:pt x="86" y="307"/>
                  </a:lnTo>
                  <a:lnTo>
                    <a:pt x="101" y="285"/>
                  </a:lnTo>
                  <a:lnTo>
                    <a:pt x="118" y="263"/>
                  </a:lnTo>
                  <a:lnTo>
                    <a:pt x="135" y="241"/>
                  </a:lnTo>
                  <a:lnTo>
                    <a:pt x="153" y="222"/>
                  </a:lnTo>
                  <a:lnTo>
                    <a:pt x="171" y="202"/>
                  </a:lnTo>
                  <a:lnTo>
                    <a:pt x="191" y="183"/>
                  </a:lnTo>
                  <a:lnTo>
                    <a:pt x="212" y="166"/>
                  </a:lnTo>
                  <a:lnTo>
                    <a:pt x="233" y="147"/>
                  </a:lnTo>
                  <a:lnTo>
                    <a:pt x="254" y="132"/>
                  </a:lnTo>
                  <a:lnTo>
                    <a:pt x="276" y="117"/>
                  </a:lnTo>
                  <a:lnTo>
                    <a:pt x="299" y="101"/>
                  </a:lnTo>
                  <a:lnTo>
                    <a:pt x="321" y="89"/>
                  </a:lnTo>
                  <a:lnTo>
                    <a:pt x="345" y="76"/>
                  </a:lnTo>
                  <a:lnTo>
                    <a:pt x="370" y="63"/>
                  </a:lnTo>
                  <a:lnTo>
                    <a:pt x="394" y="53"/>
                  </a:lnTo>
                  <a:lnTo>
                    <a:pt x="421" y="44"/>
                  </a:lnTo>
                  <a:lnTo>
                    <a:pt x="446" y="34"/>
                  </a:lnTo>
                  <a:lnTo>
                    <a:pt x="473" y="27"/>
                  </a:lnTo>
                  <a:lnTo>
                    <a:pt x="500" y="20"/>
                  </a:lnTo>
                  <a:lnTo>
                    <a:pt x="526" y="13"/>
                  </a:lnTo>
                  <a:lnTo>
                    <a:pt x="554" y="9"/>
                  </a:lnTo>
                  <a:lnTo>
                    <a:pt x="582" y="4"/>
                  </a:lnTo>
                  <a:lnTo>
                    <a:pt x="611" y="2"/>
                  </a:lnTo>
                  <a:lnTo>
                    <a:pt x="639" y="0"/>
                  </a:lnTo>
                  <a:lnTo>
                    <a:pt x="668" y="0"/>
                  </a:lnTo>
                  <a:lnTo>
                    <a:pt x="668" y="70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3" name="Freeform 35"/>
            <p:cNvSpPr>
              <a:spLocks/>
            </p:cNvSpPr>
            <p:nvPr/>
          </p:nvSpPr>
          <p:spPr bwMode="auto">
            <a:xfrm>
              <a:off x="7304732" y="1809832"/>
              <a:ext cx="436293" cy="435983"/>
            </a:xfrm>
            <a:custGeom>
              <a:avLst/>
              <a:gdLst/>
              <a:ahLst/>
              <a:cxnLst>
                <a:cxn ang="0">
                  <a:pos x="702" y="0"/>
                </a:cxn>
                <a:cxn ang="0">
                  <a:pos x="739" y="0"/>
                </a:cxn>
                <a:cxn ang="0">
                  <a:pos x="809" y="7"/>
                </a:cxn>
                <a:cxn ang="0">
                  <a:pos x="878" y="21"/>
                </a:cxn>
                <a:cxn ang="0">
                  <a:pos x="944" y="42"/>
                </a:cxn>
                <a:cxn ang="0">
                  <a:pos x="1007" y="68"/>
                </a:cxn>
                <a:cxn ang="0">
                  <a:pos x="1067" y="101"/>
                </a:cxn>
                <a:cxn ang="0">
                  <a:pos x="1122" y="139"/>
                </a:cxn>
                <a:cxn ang="0">
                  <a:pos x="1175" y="181"/>
                </a:cxn>
                <a:cxn ang="0">
                  <a:pos x="1221" y="228"/>
                </a:cxn>
                <a:cxn ang="0">
                  <a:pos x="1265" y="280"/>
                </a:cxn>
                <a:cxn ang="0">
                  <a:pos x="1303" y="336"/>
                </a:cxn>
                <a:cxn ang="0">
                  <a:pos x="1335" y="397"/>
                </a:cxn>
                <a:cxn ang="0">
                  <a:pos x="1362" y="460"/>
                </a:cxn>
                <a:cxn ang="0">
                  <a:pos x="1383" y="526"/>
                </a:cxn>
                <a:cxn ang="0">
                  <a:pos x="1397" y="595"/>
                </a:cxn>
                <a:cxn ang="0">
                  <a:pos x="1404" y="665"/>
                </a:cxn>
                <a:cxn ang="0">
                  <a:pos x="1404" y="701"/>
                </a:cxn>
                <a:cxn ang="0">
                  <a:pos x="1401" y="773"/>
                </a:cxn>
                <a:cxn ang="0">
                  <a:pos x="1390" y="843"/>
                </a:cxn>
                <a:cxn ang="0">
                  <a:pos x="1373" y="909"/>
                </a:cxn>
                <a:cxn ang="0">
                  <a:pos x="1349" y="973"/>
                </a:cxn>
                <a:cxn ang="0">
                  <a:pos x="1320" y="1035"/>
                </a:cxn>
                <a:cxn ang="0">
                  <a:pos x="1285" y="1093"/>
                </a:cxn>
                <a:cxn ang="0">
                  <a:pos x="1244" y="1147"/>
                </a:cxn>
                <a:cxn ang="0">
                  <a:pos x="1199" y="1197"/>
                </a:cxn>
                <a:cxn ang="0">
                  <a:pos x="1148" y="1243"/>
                </a:cxn>
                <a:cxn ang="0">
                  <a:pos x="1095" y="1284"/>
                </a:cxn>
                <a:cxn ang="0">
                  <a:pos x="1038" y="1319"/>
                </a:cxn>
                <a:cxn ang="0">
                  <a:pos x="976" y="1348"/>
                </a:cxn>
                <a:cxn ang="0">
                  <a:pos x="911" y="1371"/>
                </a:cxn>
                <a:cxn ang="0">
                  <a:pos x="844" y="1389"/>
                </a:cxn>
                <a:cxn ang="0">
                  <a:pos x="774" y="1399"/>
                </a:cxn>
                <a:cxn ang="0">
                  <a:pos x="702" y="1403"/>
                </a:cxn>
                <a:cxn ang="0">
                  <a:pos x="666" y="1401"/>
                </a:cxn>
                <a:cxn ang="0">
                  <a:pos x="595" y="1394"/>
                </a:cxn>
                <a:cxn ang="0">
                  <a:pos x="527" y="1380"/>
                </a:cxn>
                <a:cxn ang="0">
                  <a:pos x="461" y="1361"/>
                </a:cxn>
                <a:cxn ang="0">
                  <a:pos x="397" y="1334"/>
                </a:cxn>
                <a:cxn ang="0">
                  <a:pos x="338" y="1302"/>
                </a:cxn>
                <a:cxn ang="0">
                  <a:pos x="282" y="1264"/>
                </a:cxn>
                <a:cxn ang="0">
                  <a:pos x="230" y="1220"/>
                </a:cxn>
                <a:cxn ang="0">
                  <a:pos x="183" y="1173"/>
                </a:cxn>
                <a:cxn ang="0">
                  <a:pos x="139" y="1121"/>
                </a:cxn>
                <a:cxn ang="0">
                  <a:pos x="101" y="1065"/>
                </a:cxn>
                <a:cxn ang="0">
                  <a:pos x="69" y="1006"/>
                </a:cxn>
                <a:cxn ang="0">
                  <a:pos x="42" y="943"/>
                </a:cxn>
                <a:cxn ang="0">
                  <a:pos x="23" y="877"/>
                </a:cxn>
                <a:cxn ang="0">
                  <a:pos x="9" y="808"/>
                </a:cxn>
                <a:cxn ang="0">
                  <a:pos x="2" y="736"/>
                </a:cxn>
                <a:cxn ang="0">
                  <a:pos x="0" y="701"/>
                </a:cxn>
                <a:cxn ang="0">
                  <a:pos x="2" y="645"/>
                </a:cxn>
                <a:cxn ang="0">
                  <a:pos x="9" y="590"/>
                </a:cxn>
                <a:cxn ang="0">
                  <a:pos x="18" y="538"/>
                </a:cxn>
                <a:cxn ang="0">
                  <a:pos x="34" y="484"/>
                </a:cxn>
              </a:cxnLst>
              <a:rect l="0" t="0" r="r" b="b"/>
              <a:pathLst>
                <a:path w="1404" h="1403">
                  <a:moveTo>
                    <a:pt x="702" y="701"/>
                  </a:moveTo>
                  <a:lnTo>
                    <a:pt x="702" y="0"/>
                  </a:lnTo>
                  <a:lnTo>
                    <a:pt x="702" y="0"/>
                  </a:lnTo>
                  <a:lnTo>
                    <a:pt x="739" y="0"/>
                  </a:lnTo>
                  <a:lnTo>
                    <a:pt x="774" y="2"/>
                  </a:lnTo>
                  <a:lnTo>
                    <a:pt x="809" y="7"/>
                  </a:lnTo>
                  <a:lnTo>
                    <a:pt x="844" y="14"/>
                  </a:lnTo>
                  <a:lnTo>
                    <a:pt x="878" y="21"/>
                  </a:lnTo>
                  <a:lnTo>
                    <a:pt x="911" y="30"/>
                  </a:lnTo>
                  <a:lnTo>
                    <a:pt x="944" y="42"/>
                  </a:lnTo>
                  <a:lnTo>
                    <a:pt x="976" y="54"/>
                  </a:lnTo>
                  <a:lnTo>
                    <a:pt x="1007" y="68"/>
                  </a:lnTo>
                  <a:lnTo>
                    <a:pt x="1038" y="84"/>
                  </a:lnTo>
                  <a:lnTo>
                    <a:pt x="1067" y="101"/>
                  </a:lnTo>
                  <a:lnTo>
                    <a:pt x="1095" y="119"/>
                  </a:lnTo>
                  <a:lnTo>
                    <a:pt x="1122" y="139"/>
                  </a:lnTo>
                  <a:lnTo>
                    <a:pt x="1148" y="160"/>
                  </a:lnTo>
                  <a:lnTo>
                    <a:pt x="1175" y="181"/>
                  </a:lnTo>
                  <a:lnTo>
                    <a:pt x="1199" y="204"/>
                  </a:lnTo>
                  <a:lnTo>
                    <a:pt x="1221" y="228"/>
                  </a:lnTo>
                  <a:lnTo>
                    <a:pt x="1244" y="255"/>
                  </a:lnTo>
                  <a:lnTo>
                    <a:pt x="1265" y="280"/>
                  </a:lnTo>
                  <a:lnTo>
                    <a:pt x="1285" y="308"/>
                  </a:lnTo>
                  <a:lnTo>
                    <a:pt x="1303" y="336"/>
                  </a:lnTo>
                  <a:lnTo>
                    <a:pt x="1320" y="366"/>
                  </a:lnTo>
                  <a:lnTo>
                    <a:pt x="1335" y="397"/>
                  </a:lnTo>
                  <a:lnTo>
                    <a:pt x="1349" y="428"/>
                  </a:lnTo>
                  <a:lnTo>
                    <a:pt x="1362" y="460"/>
                  </a:lnTo>
                  <a:lnTo>
                    <a:pt x="1373" y="492"/>
                  </a:lnTo>
                  <a:lnTo>
                    <a:pt x="1383" y="526"/>
                  </a:lnTo>
                  <a:lnTo>
                    <a:pt x="1390" y="560"/>
                  </a:lnTo>
                  <a:lnTo>
                    <a:pt x="1397" y="595"/>
                  </a:lnTo>
                  <a:lnTo>
                    <a:pt x="1401" y="630"/>
                  </a:lnTo>
                  <a:lnTo>
                    <a:pt x="1404" y="665"/>
                  </a:lnTo>
                  <a:lnTo>
                    <a:pt x="1404" y="701"/>
                  </a:lnTo>
                  <a:lnTo>
                    <a:pt x="1404" y="701"/>
                  </a:lnTo>
                  <a:lnTo>
                    <a:pt x="1404" y="736"/>
                  </a:lnTo>
                  <a:lnTo>
                    <a:pt x="1401" y="773"/>
                  </a:lnTo>
                  <a:lnTo>
                    <a:pt x="1397" y="808"/>
                  </a:lnTo>
                  <a:lnTo>
                    <a:pt x="1390" y="843"/>
                  </a:lnTo>
                  <a:lnTo>
                    <a:pt x="1383" y="877"/>
                  </a:lnTo>
                  <a:lnTo>
                    <a:pt x="1373" y="909"/>
                  </a:lnTo>
                  <a:lnTo>
                    <a:pt x="1362" y="943"/>
                  </a:lnTo>
                  <a:lnTo>
                    <a:pt x="1349" y="973"/>
                  </a:lnTo>
                  <a:lnTo>
                    <a:pt x="1335" y="1006"/>
                  </a:lnTo>
                  <a:lnTo>
                    <a:pt x="1320" y="1035"/>
                  </a:lnTo>
                  <a:lnTo>
                    <a:pt x="1303" y="1065"/>
                  </a:lnTo>
                  <a:lnTo>
                    <a:pt x="1285" y="1093"/>
                  </a:lnTo>
                  <a:lnTo>
                    <a:pt x="1265" y="1121"/>
                  </a:lnTo>
                  <a:lnTo>
                    <a:pt x="1244" y="1147"/>
                  </a:lnTo>
                  <a:lnTo>
                    <a:pt x="1221" y="1173"/>
                  </a:lnTo>
                  <a:lnTo>
                    <a:pt x="1199" y="1197"/>
                  </a:lnTo>
                  <a:lnTo>
                    <a:pt x="1175" y="1220"/>
                  </a:lnTo>
                  <a:lnTo>
                    <a:pt x="1148" y="1243"/>
                  </a:lnTo>
                  <a:lnTo>
                    <a:pt x="1122" y="1264"/>
                  </a:lnTo>
                  <a:lnTo>
                    <a:pt x="1095" y="1284"/>
                  </a:lnTo>
                  <a:lnTo>
                    <a:pt x="1067" y="1302"/>
                  </a:lnTo>
                  <a:lnTo>
                    <a:pt x="1038" y="1319"/>
                  </a:lnTo>
                  <a:lnTo>
                    <a:pt x="1007" y="1334"/>
                  </a:lnTo>
                  <a:lnTo>
                    <a:pt x="976" y="1348"/>
                  </a:lnTo>
                  <a:lnTo>
                    <a:pt x="944" y="1361"/>
                  </a:lnTo>
                  <a:lnTo>
                    <a:pt x="911" y="1371"/>
                  </a:lnTo>
                  <a:lnTo>
                    <a:pt x="878" y="1380"/>
                  </a:lnTo>
                  <a:lnTo>
                    <a:pt x="844" y="1389"/>
                  </a:lnTo>
                  <a:lnTo>
                    <a:pt x="809" y="1394"/>
                  </a:lnTo>
                  <a:lnTo>
                    <a:pt x="774" y="1399"/>
                  </a:lnTo>
                  <a:lnTo>
                    <a:pt x="739" y="1401"/>
                  </a:lnTo>
                  <a:lnTo>
                    <a:pt x="702" y="1403"/>
                  </a:lnTo>
                  <a:lnTo>
                    <a:pt x="702" y="1403"/>
                  </a:lnTo>
                  <a:lnTo>
                    <a:pt x="666" y="1401"/>
                  </a:lnTo>
                  <a:lnTo>
                    <a:pt x="630" y="1399"/>
                  </a:lnTo>
                  <a:lnTo>
                    <a:pt x="595" y="1394"/>
                  </a:lnTo>
                  <a:lnTo>
                    <a:pt x="560" y="1389"/>
                  </a:lnTo>
                  <a:lnTo>
                    <a:pt x="527" y="1380"/>
                  </a:lnTo>
                  <a:lnTo>
                    <a:pt x="493" y="1371"/>
                  </a:lnTo>
                  <a:lnTo>
                    <a:pt x="461" y="1361"/>
                  </a:lnTo>
                  <a:lnTo>
                    <a:pt x="428" y="1348"/>
                  </a:lnTo>
                  <a:lnTo>
                    <a:pt x="397" y="1334"/>
                  </a:lnTo>
                  <a:lnTo>
                    <a:pt x="368" y="1319"/>
                  </a:lnTo>
                  <a:lnTo>
                    <a:pt x="338" y="1302"/>
                  </a:lnTo>
                  <a:lnTo>
                    <a:pt x="310" y="1284"/>
                  </a:lnTo>
                  <a:lnTo>
                    <a:pt x="282" y="1264"/>
                  </a:lnTo>
                  <a:lnTo>
                    <a:pt x="256" y="1243"/>
                  </a:lnTo>
                  <a:lnTo>
                    <a:pt x="230" y="1220"/>
                  </a:lnTo>
                  <a:lnTo>
                    <a:pt x="205" y="1197"/>
                  </a:lnTo>
                  <a:lnTo>
                    <a:pt x="183" y="1173"/>
                  </a:lnTo>
                  <a:lnTo>
                    <a:pt x="160" y="1147"/>
                  </a:lnTo>
                  <a:lnTo>
                    <a:pt x="139" y="1121"/>
                  </a:lnTo>
                  <a:lnTo>
                    <a:pt x="119" y="1093"/>
                  </a:lnTo>
                  <a:lnTo>
                    <a:pt x="101" y="1065"/>
                  </a:lnTo>
                  <a:lnTo>
                    <a:pt x="84" y="1035"/>
                  </a:lnTo>
                  <a:lnTo>
                    <a:pt x="69" y="1006"/>
                  </a:lnTo>
                  <a:lnTo>
                    <a:pt x="55" y="973"/>
                  </a:lnTo>
                  <a:lnTo>
                    <a:pt x="42" y="943"/>
                  </a:lnTo>
                  <a:lnTo>
                    <a:pt x="31" y="909"/>
                  </a:lnTo>
                  <a:lnTo>
                    <a:pt x="23" y="877"/>
                  </a:lnTo>
                  <a:lnTo>
                    <a:pt x="14" y="843"/>
                  </a:lnTo>
                  <a:lnTo>
                    <a:pt x="9" y="808"/>
                  </a:lnTo>
                  <a:lnTo>
                    <a:pt x="4" y="773"/>
                  </a:lnTo>
                  <a:lnTo>
                    <a:pt x="2" y="736"/>
                  </a:lnTo>
                  <a:lnTo>
                    <a:pt x="0" y="701"/>
                  </a:lnTo>
                  <a:lnTo>
                    <a:pt x="0" y="701"/>
                  </a:lnTo>
                  <a:lnTo>
                    <a:pt x="0" y="672"/>
                  </a:lnTo>
                  <a:lnTo>
                    <a:pt x="2" y="645"/>
                  </a:lnTo>
                  <a:lnTo>
                    <a:pt x="4" y="617"/>
                  </a:lnTo>
                  <a:lnTo>
                    <a:pt x="9" y="590"/>
                  </a:lnTo>
                  <a:lnTo>
                    <a:pt x="13" y="565"/>
                  </a:lnTo>
                  <a:lnTo>
                    <a:pt x="18" y="538"/>
                  </a:lnTo>
                  <a:lnTo>
                    <a:pt x="27" y="512"/>
                  </a:lnTo>
                  <a:lnTo>
                    <a:pt x="34" y="484"/>
                  </a:lnTo>
                  <a:lnTo>
                    <a:pt x="702" y="70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8" name="Rectangle 70"/>
          <p:cNvSpPr>
            <a:spLocks noChangeArrowheads="1"/>
          </p:cNvSpPr>
          <p:nvPr/>
        </p:nvSpPr>
        <p:spPr bwMode="auto">
          <a:xfrm>
            <a:off x="7162800" y="4800600"/>
            <a:ext cx="129928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E18300"/>
                </a:solidFill>
                <a:latin typeface="Arial"/>
                <a:cs typeface="Arial"/>
              </a:rPr>
              <a:t>6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Countries travelled to</a:t>
            </a:r>
          </a:p>
        </p:txBody>
      </p:sp>
      <p:sp>
        <p:nvSpPr>
          <p:cNvPr id="97" name="Oval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6765093" y="3685099"/>
            <a:ext cx="934862" cy="934860"/>
          </a:xfrm>
          <a:prstGeom prst="ellipse">
            <a:avLst/>
          </a:prstGeom>
          <a:gradFill flip="none" rotWithShape="1">
            <a:gsLst>
              <a:gs pos="0">
                <a:srgbClr val="FFAA00"/>
              </a:gs>
              <a:gs pos="100000">
                <a:srgbClr val="E18300"/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grpSp>
        <p:nvGrpSpPr>
          <p:cNvPr id="100" name="Group 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829302" y="3935887"/>
            <a:ext cx="809620" cy="416676"/>
            <a:chOff x="2701926" y="5168900"/>
            <a:chExt cx="2436812" cy="1254125"/>
          </a:xfrm>
          <a:noFill/>
        </p:grpSpPr>
        <p:sp>
          <p:nvSpPr>
            <p:cNvPr id="197" name="Freeform 10"/>
            <p:cNvSpPr>
              <a:spLocks/>
            </p:cNvSpPr>
            <p:nvPr/>
          </p:nvSpPr>
          <p:spPr bwMode="auto">
            <a:xfrm>
              <a:off x="2701926" y="5238750"/>
              <a:ext cx="758825" cy="609600"/>
            </a:xfrm>
            <a:custGeom>
              <a:avLst/>
              <a:gdLst>
                <a:gd name="T0" fmla="*/ 12 w 153"/>
                <a:gd name="T1" fmla="*/ 15 h 123"/>
                <a:gd name="T2" fmla="*/ 37 w 153"/>
                <a:gd name="T3" fmla="*/ 5 h 123"/>
                <a:gd name="T4" fmla="*/ 88 w 153"/>
                <a:gd name="T5" fmla="*/ 11 h 123"/>
                <a:gd name="T6" fmla="*/ 110 w 153"/>
                <a:gd name="T7" fmla="*/ 10 h 123"/>
                <a:gd name="T8" fmla="*/ 120 w 153"/>
                <a:gd name="T9" fmla="*/ 10 h 123"/>
                <a:gd name="T10" fmla="*/ 133 w 153"/>
                <a:gd name="T11" fmla="*/ 1 h 123"/>
                <a:gd name="T12" fmla="*/ 149 w 153"/>
                <a:gd name="T13" fmla="*/ 14 h 123"/>
                <a:gd name="T14" fmla="*/ 141 w 153"/>
                <a:gd name="T15" fmla="*/ 20 h 123"/>
                <a:gd name="T16" fmla="*/ 136 w 153"/>
                <a:gd name="T17" fmla="*/ 13 h 123"/>
                <a:gd name="T18" fmla="*/ 129 w 153"/>
                <a:gd name="T19" fmla="*/ 7 h 123"/>
                <a:gd name="T20" fmla="*/ 113 w 153"/>
                <a:gd name="T21" fmla="*/ 16 h 123"/>
                <a:gd name="T22" fmla="*/ 110 w 153"/>
                <a:gd name="T23" fmla="*/ 33 h 123"/>
                <a:gd name="T24" fmla="*/ 125 w 153"/>
                <a:gd name="T25" fmla="*/ 20 h 123"/>
                <a:gd name="T26" fmla="*/ 140 w 153"/>
                <a:gd name="T27" fmla="*/ 25 h 123"/>
                <a:gd name="T28" fmla="*/ 147 w 153"/>
                <a:gd name="T29" fmla="*/ 33 h 123"/>
                <a:gd name="T30" fmla="*/ 149 w 153"/>
                <a:gd name="T31" fmla="*/ 46 h 123"/>
                <a:gd name="T32" fmla="*/ 140 w 153"/>
                <a:gd name="T33" fmla="*/ 40 h 123"/>
                <a:gd name="T34" fmla="*/ 131 w 153"/>
                <a:gd name="T35" fmla="*/ 46 h 123"/>
                <a:gd name="T36" fmla="*/ 120 w 153"/>
                <a:gd name="T37" fmla="*/ 53 h 123"/>
                <a:gd name="T38" fmla="*/ 93 w 153"/>
                <a:gd name="T39" fmla="*/ 81 h 123"/>
                <a:gd name="T40" fmla="*/ 83 w 153"/>
                <a:gd name="T41" fmla="*/ 79 h 123"/>
                <a:gd name="T42" fmla="*/ 63 w 153"/>
                <a:gd name="T43" fmla="*/ 95 h 123"/>
                <a:gd name="T44" fmla="*/ 81 w 153"/>
                <a:gd name="T45" fmla="*/ 94 h 123"/>
                <a:gd name="T46" fmla="*/ 85 w 153"/>
                <a:gd name="T47" fmla="*/ 107 h 123"/>
                <a:gd name="T48" fmla="*/ 87 w 153"/>
                <a:gd name="T49" fmla="*/ 122 h 123"/>
                <a:gd name="T50" fmla="*/ 67 w 153"/>
                <a:gd name="T51" fmla="*/ 108 h 123"/>
                <a:gd name="T52" fmla="*/ 48 w 153"/>
                <a:gd name="T53" fmla="*/ 93 h 123"/>
                <a:gd name="T54" fmla="*/ 42 w 153"/>
                <a:gd name="T55" fmla="*/ 91 h 123"/>
                <a:gd name="T56" fmla="*/ 33 w 153"/>
                <a:gd name="T57" fmla="*/ 71 h 123"/>
                <a:gd name="T58" fmla="*/ 39 w 153"/>
                <a:gd name="T59" fmla="*/ 40 h 123"/>
                <a:gd name="T60" fmla="*/ 33 w 153"/>
                <a:gd name="T61" fmla="*/ 23 h 123"/>
                <a:gd name="T62" fmla="*/ 7 w 153"/>
                <a:gd name="T63" fmla="*/ 29 h 123"/>
                <a:gd name="T64" fmla="*/ 14 w 153"/>
                <a:gd name="T65" fmla="*/ 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3" h="123">
                  <a:moveTo>
                    <a:pt x="14" y="17"/>
                  </a:moveTo>
                  <a:cubicBezTo>
                    <a:pt x="16" y="17"/>
                    <a:pt x="12" y="18"/>
                    <a:pt x="12" y="15"/>
                  </a:cubicBezTo>
                  <a:cubicBezTo>
                    <a:pt x="12" y="12"/>
                    <a:pt x="20" y="14"/>
                    <a:pt x="21" y="11"/>
                  </a:cubicBezTo>
                  <a:cubicBezTo>
                    <a:pt x="21" y="9"/>
                    <a:pt x="30" y="6"/>
                    <a:pt x="37" y="5"/>
                  </a:cubicBezTo>
                  <a:cubicBezTo>
                    <a:pt x="44" y="4"/>
                    <a:pt x="60" y="9"/>
                    <a:pt x="70" y="7"/>
                  </a:cubicBezTo>
                  <a:cubicBezTo>
                    <a:pt x="80" y="5"/>
                    <a:pt x="82" y="10"/>
                    <a:pt x="88" y="11"/>
                  </a:cubicBezTo>
                  <a:cubicBezTo>
                    <a:pt x="93" y="12"/>
                    <a:pt x="92" y="7"/>
                    <a:pt x="97" y="9"/>
                  </a:cubicBezTo>
                  <a:cubicBezTo>
                    <a:pt x="102" y="11"/>
                    <a:pt x="106" y="14"/>
                    <a:pt x="110" y="10"/>
                  </a:cubicBezTo>
                  <a:cubicBezTo>
                    <a:pt x="115" y="5"/>
                    <a:pt x="115" y="0"/>
                    <a:pt x="118" y="4"/>
                  </a:cubicBezTo>
                  <a:cubicBezTo>
                    <a:pt x="121" y="7"/>
                    <a:pt x="116" y="12"/>
                    <a:pt x="120" y="10"/>
                  </a:cubicBezTo>
                  <a:cubicBezTo>
                    <a:pt x="123" y="9"/>
                    <a:pt x="124" y="10"/>
                    <a:pt x="124" y="6"/>
                  </a:cubicBezTo>
                  <a:cubicBezTo>
                    <a:pt x="124" y="3"/>
                    <a:pt x="128" y="0"/>
                    <a:pt x="133" y="1"/>
                  </a:cubicBezTo>
                  <a:cubicBezTo>
                    <a:pt x="138" y="2"/>
                    <a:pt x="142" y="7"/>
                    <a:pt x="146" y="8"/>
                  </a:cubicBezTo>
                  <a:cubicBezTo>
                    <a:pt x="149" y="8"/>
                    <a:pt x="153" y="13"/>
                    <a:pt x="149" y="14"/>
                  </a:cubicBezTo>
                  <a:cubicBezTo>
                    <a:pt x="146" y="15"/>
                    <a:pt x="143" y="11"/>
                    <a:pt x="143" y="13"/>
                  </a:cubicBezTo>
                  <a:cubicBezTo>
                    <a:pt x="142" y="15"/>
                    <a:pt x="146" y="20"/>
                    <a:pt x="141" y="20"/>
                  </a:cubicBezTo>
                  <a:cubicBezTo>
                    <a:pt x="136" y="20"/>
                    <a:pt x="136" y="15"/>
                    <a:pt x="133" y="16"/>
                  </a:cubicBezTo>
                  <a:cubicBezTo>
                    <a:pt x="130" y="16"/>
                    <a:pt x="132" y="14"/>
                    <a:pt x="136" y="13"/>
                  </a:cubicBezTo>
                  <a:cubicBezTo>
                    <a:pt x="140" y="11"/>
                    <a:pt x="139" y="6"/>
                    <a:pt x="136" y="7"/>
                  </a:cubicBezTo>
                  <a:cubicBezTo>
                    <a:pt x="132" y="7"/>
                    <a:pt x="129" y="4"/>
                    <a:pt x="129" y="7"/>
                  </a:cubicBezTo>
                  <a:cubicBezTo>
                    <a:pt x="128" y="10"/>
                    <a:pt x="129" y="12"/>
                    <a:pt x="125" y="13"/>
                  </a:cubicBezTo>
                  <a:cubicBezTo>
                    <a:pt x="121" y="14"/>
                    <a:pt x="119" y="14"/>
                    <a:pt x="113" y="16"/>
                  </a:cubicBezTo>
                  <a:cubicBezTo>
                    <a:pt x="106" y="19"/>
                    <a:pt x="97" y="21"/>
                    <a:pt x="100" y="28"/>
                  </a:cubicBezTo>
                  <a:cubicBezTo>
                    <a:pt x="103" y="34"/>
                    <a:pt x="111" y="31"/>
                    <a:pt x="110" y="33"/>
                  </a:cubicBezTo>
                  <a:cubicBezTo>
                    <a:pt x="110" y="35"/>
                    <a:pt x="112" y="37"/>
                    <a:pt x="117" y="33"/>
                  </a:cubicBezTo>
                  <a:cubicBezTo>
                    <a:pt x="121" y="28"/>
                    <a:pt x="119" y="23"/>
                    <a:pt x="125" y="20"/>
                  </a:cubicBezTo>
                  <a:cubicBezTo>
                    <a:pt x="131" y="18"/>
                    <a:pt x="135" y="20"/>
                    <a:pt x="135" y="23"/>
                  </a:cubicBezTo>
                  <a:cubicBezTo>
                    <a:pt x="135" y="27"/>
                    <a:pt x="136" y="27"/>
                    <a:pt x="140" y="25"/>
                  </a:cubicBezTo>
                  <a:cubicBezTo>
                    <a:pt x="143" y="22"/>
                    <a:pt x="145" y="26"/>
                    <a:pt x="144" y="30"/>
                  </a:cubicBezTo>
                  <a:cubicBezTo>
                    <a:pt x="143" y="33"/>
                    <a:pt x="145" y="30"/>
                    <a:pt x="147" y="33"/>
                  </a:cubicBezTo>
                  <a:cubicBezTo>
                    <a:pt x="149" y="36"/>
                    <a:pt x="147" y="37"/>
                    <a:pt x="146" y="40"/>
                  </a:cubicBezTo>
                  <a:cubicBezTo>
                    <a:pt x="145" y="44"/>
                    <a:pt x="151" y="43"/>
                    <a:pt x="149" y="46"/>
                  </a:cubicBezTo>
                  <a:cubicBezTo>
                    <a:pt x="146" y="49"/>
                    <a:pt x="146" y="46"/>
                    <a:pt x="141" y="45"/>
                  </a:cubicBezTo>
                  <a:cubicBezTo>
                    <a:pt x="136" y="45"/>
                    <a:pt x="144" y="41"/>
                    <a:pt x="140" y="40"/>
                  </a:cubicBezTo>
                  <a:cubicBezTo>
                    <a:pt x="137" y="40"/>
                    <a:pt x="133" y="38"/>
                    <a:pt x="130" y="41"/>
                  </a:cubicBezTo>
                  <a:cubicBezTo>
                    <a:pt x="126" y="44"/>
                    <a:pt x="128" y="45"/>
                    <a:pt x="131" y="46"/>
                  </a:cubicBezTo>
                  <a:cubicBezTo>
                    <a:pt x="134" y="48"/>
                    <a:pt x="134" y="51"/>
                    <a:pt x="129" y="51"/>
                  </a:cubicBezTo>
                  <a:cubicBezTo>
                    <a:pt x="125" y="52"/>
                    <a:pt x="124" y="47"/>
                    <a:pt x="120" y="53"/>
                  </a:cubicBezTo>
                  <a:cubicBezTo>
                    <a:pt x="115" y="59"/>
                    <a:pt x="106" y="67"/>
                    <a:pt x="100" y="71"/>
                  </a:cubicBezTo>
                  <a:cubicBezTo>
                    <a:pt x="93" y="75"/>
                    <a:pt x="92" y="77"/>
                    <a:pt x="93" y="81"/>
                  </a:cubicBezTo>
                  <a:cubicBezTo>
                    <a:pt x="93" y="85"/>
                    <a:pt x="95" y="89"/>
                    <a:pt x="91" y="89"/>
                  </a:cubicBezTo>
                  <a:cubicBezTo>
                    <a:pt x="88" y="88"/>
                    <a:pt x="91" y="79"/>
                    <a:pt x="83" y="79"/>
                  </a:cubicBezTo>
                  <a:cubicBezTo>
                    <a:pt x="76" y="78"/>
                    <a:pt x="74" y="79"/>
                    <a:pt x="70" y="81"/>
                  </a:cubicBezTo>
                  <a:cubicBezTo>
                    <a:pt x="65" y="82"/>
                    <a:pt x="61" y="89"/>
                    <a:pt x="63" y="95"/>
                  </a:cubicBezTo>
                  <a:cubicBezTo>
                    <a:pt x="66" y="101"/>
                    <a:pt x="68" y="103"/>
                    <a:pt x="72" y="99"/>
                  </a:cubicBezTo>
                  <a:cubicBezTo>
                    <a:pt x="76" y="94"/>
                    <a:pt x="82" y="90"/>
                    <a:pt x="81" y="94"/>
                  </a:cubicBezTo>
                  <a:cubicBezTo>
                    <a:pt x="80" y="99"/>
                    <a:pt x="72" y="104"/>
                    <a:pt x="76" y="105"/>
                  </a:cubicBezTo>
                  <a:cubicBezTo>
                    <a:pt x="80" y="106"/>
                    <a:pt x="84" y="104"/>
                    <a:pt x="85" y="107"/>
                  </a:cubicBezTo>
                  <a:cubicBezTo>
                    <a:pt x="86" y="111"/>
                    <a:pt x="81" y="117"/>
                    <a:pt x="86" y="118"/>
                  </a:cubicBezTo>
                  <a:cubicBezTo>
                    <a:pt x="92" y="119"/>
                    <a:pt x="90" y="123"/>
                    <a:pt x="87" y="122"/>
                  </a:cubicBezTo>
                  <a:cubicBezTo>
                    <a:pt x="84" y="121"/>
                    <a:pt x="82" y="119"/>
                    <a:pt x="78" y="114"/>
                  </a:cubicBezTo>
                  <a:cubicBezTo>
                    <a:pt x="74" y="109"/>
                    <a:pt x="71" y="110"/>
                    <a:pt x="67" y="108"/>
                  </a:cubicBezTo>
                  <a:cubicBezTo>
                    <a:pt x="63" y="106"/>
                    <a:pt x="58" y="107"/>
                    <a:pt x="54" y="104"/>
                  </a:cubicBezTo>
                  <a:cubicBezTo>
                    <a:pt x="51" y="101"/>
                    <a:pt x="51" y="97"/>
                    <a:pt x="48" y="93"/>
                  </a:cubicBezTo>
                  <a:cubicBezTo>
                    <a:pt x="46" y="88"/>
                    <a:pt x="42" y="82"/>
                    <a:pt x="41" y="80"/>
                  </a:cubicBezTo>
                  <a:cubicBezTo>
                    <a:pt x="39" y="79"/>
                    <a:pt x="44" y="87"/>
                    <a:pt x="42" y="91"/>
                  </a:cubicBezTo>
                  <a:cubicBezTo>
                    <a:pt x="41" y="94"/>
                    <a:pt x="39" y="89"/>
                    <a:pt x="37" y="83"/>
                  </a:cubicBezTo>
                  <a:cubicBezTo>
                    <a:pt x="35" y="76"/>
                    <a:pt x="36" y="73"/>
                    <a:pt x="33" y="71"/>
                  </a:cubicBezTo>
                  <a:cubicBezTo>
                    <a:pt x="30" y="69"/>
                    <a:pt x="28" y="64"/>
                    <a:pt x="31" y="59"/>
                  </a:cubicBezTo>
                  <a:cubicBezTo>
                    <a:pt x="34" y="53"/>
                    <a:pt x="41" y="48"/>
                    <a:pt x="39" y="40"/>
                  </a:cubicBezTo>
                  <a:cubicBezTo>
                    <a:pt x="36" y="32"/>
                    <a:pt x="45" y="34"/>
                    <a:pt x="42" y="29"/>
                  </a:cubicBezTo>
                  <a:cubicBezTo>
                    <a:pt x="40" y="24"/>
                    <a:pt x="37" y="22"/>
                    <a:pt x="33" y="23"/>
                  </a:cubicBezTo>
                  <a:cubicBezTo>
                    <a:pt x="29" y="23"/>
                    <a:pt x="23" y="22"/>
                    <a:pt x="20" y="23"/>
                  </a:cubicBezTo>
                  <a:cubicBezTo>
                    <a:pt x="16" y="25"/>
                    <a:pt x="15" y="27"/>
                    <a:pt x="7" y="29"/>
                  </a:cubicBezTo>
                  <a:cubicBezTo>
                    <a:pt x="0" y="30"/>
                    <a:pt x="2" y="28"/>
                    <a:pt x="4" y="25"/>
                  </a:cubicBezTo>
                  <a:cubicBezTo>
                    <a:pt x="6" y="21"/>
                    <a:pt x="3" y="20"/>
                    <a:pt x="14" y="17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8" name="Freeform 11"/>
            <p:cNvSpPr>
              <a:spLocks/>
            </p:cNvSpPr>
            <p:nvPr/>
          </p:nvSpPr>
          <p:spPr bwMode="auto">
            <a:xfrm>
              <a:off x="3122613" y="5788025"/>
              <a:ext cx="411163" cy="635000"/>
            </a:xfrm>
            <a:custGeom>
              <a:avLst/>
              <a:gdLst>
                <a:gd name="T0" fmla="*/ 19 w 83"/>
                <a:gd name="T1" fmla="*/ 1 h 128"/>
                <a:gd name="T2" fmla="*/ 11 w 83"/>
                <a:gd name="T3" fmla="*/ 8 h 128"/>
                <a:gd name="T4" fmla="*/ 7 w 83"/>
                <a:gd name="T5" fmla="*/ 14 h 128"/>
                <a:gd name="T6" fmla="*/ 3 w 83"/>
                <a:gd name="T7" fmla="*/ 28 h 128"/>
                <a:gd name="T8" fmla="*/ 6 w 83"/>
                <a:gd name="T9" fmla="*/ 41 h 128"/>
                <a:gd name="T10" fmla="*/ 16 w 83"/>
                <a:gd name="T11" fmla="*/ 56 h 128"/>
                <a:gd name="T12" fmla="*/ 24 w 83"/>
                <a:gd name="T13" fmla="*/ 76 h 128"/>
                <a:gd name="T14" fmla="*/ 30 w 83"/>
                <a:gd name="T15" fmla="*/ 109 h 128"/>
                <a:gd name="T16" fmla="*/ 46 w 83"/>
                <a:gd name="T17" fmla="*/ 128 h 128"/>
                <a:gd name="T18" fmla="*/ 43 w 83"/>
                <a:gd name="T19" fmla="*/ 118 h 128"/>
                <a:gd name="T20" fmla="*/ 41 w 83"/>
                <a:gd name="T21" fmla="*/ 103 h 128"/>
                <a:gd name="T22" fmla="*/ 51 w 83"/>
                <a:gd name="T23" fmla="*/ 96 h 128"/>
                <a:gd name="T24" fmla="*/ 58 w 83"/>
                <a:gd name="T25" fmla="*/ 87 h 128"/>
                <a:gd name="T26" fmla="*/ 64 w 83"/>
                <a:gd name="T27" fmla="*/ 70 h 128"/>
                <a:gd name="T28" fmla="*/ 75 w 83"/>
                <a:gd name="T29" fmla="*/ 63 h 128"/>
                <a:gd name="T30" fmla="*/ 80 w 83"/>
                <a:gd name="T31" fmla="*/ 44 h 128"/>
                <a:gd name="T32" fmla="*/ 71 w 83"/>
                <a:gd name="T33" fmla="*/ 29 h 128"/>
                <a:gd name="T34" fmla="*/ 55 w 83"/>
                <a:gd name="T35" fmla="*/ 20 h 128"/>
                <a:gd name="T36" fmla="*/ 44 w 83"/>
                <a:gd name="T37" fmla="*/ 12 h 128"/>
                <a:gd name="T38" fmla="*/ 35 w 83"/>
                <a:gd name="T39" fmla="*/ 4 h 128"/>
                <a:gd name="T40" fmla="*/ 19 w 83"/>
                <a:gd name="T41" fmla="*/ 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" h="128">
                  <a:moveTo>
                    <a:pt x="19" y="1"/>
                  </a:moveTo>
                  <a:cubicBezTo>
                    <a:pt x="12" y="3"/>
                    <a:pt x="13" y="5"/>
                    <a:pt x="11" y="8"/>
                  </a:cubicBezTo>
                  <a:cubicBezTo>
                    <a:pt x="8" y="10"/>
                    <a:pt x="7" y="10"/>
                    <a:pt x="7" y="14"/>
                  </a:cubicBezTo>
                  <a:cubicBezTo>
                    <a:pt x="7" y="19"/>
                    <a:pt x="4" y="21"/>
                    <a:pt x="3" y="28"/>
                  </a:cubicBezTo>
                  <a:cubicBezTo>
                    <a:pt x="3" y="35"/>
                    <a:pt x="0" y="33"/>
                    <a:pt x="6" y="41"/>
                  </a:cubicBezTo>
                  <a:cubicBezTo>
                    <a:pt x="11" y="49"/>
                    <a:pt x="8" y="52"/>
                    <a:pt x="16" y="56"/>
                  </a:cubicBezTo>
                  <a:cubicBezTo>
                    <a:pt x="23" y="60"/>
                    <a:pt x="23" y="63"/>
                    <a:pt x="24" y="76"/>
                  </a:cubicBezTo>
                  <a:cubicBezTo>
                    <a:pt x="25" y="90"/>
                    <a:pt x="25" y="101"/>
                    <a:pt x="30" y="109"/>
                  </a:cubicBezTo>
                  <a:cubicBezTo>
                    <a:pt x="34" y="118"/>
                    <a:pt x="41" y="128"/>
                    <a:pt x="46" y="128"/>
                  </a:cubicBezTo>
                  <a:cubicBezTo>
                    <a:pt x="52" y="128"/>
                    <a:pt x="42" y="127"/>
                    <a:pt x="43" y="118"/>
                  </a:cubicBezTo>
                  <a:cubicBezTo>
                    <a:pt x="45" y="108"/>
                    <a:pt x="40" y="108"/>
                    <a:pt x="41" y="103"/>
                  </a:cubicBezTo>
                  <a:cubicBezTo>
                    <a:pt x="41" y="97"/>
                    <a:pt x="50" y="101"/>
                    <a:pt x="51" y="96"/>
                  </a:cubicBezTo>
                  <a:cubicBezTo>
                    <a:pt x="52" y="91"/>
                    <a:pt x="54" y="93"/>
                    <a:pt x="58" y="87"/>
                  </a:cubicBezTo>
                  <a:cubicBezTo>
                    <a:pt x="62" y="81"/>
                    <a:pt x="57" y="75"/>
                    <a:pt x="64" y="70"/>
                  </a:cubicBezTo>
                  <a:cubicBezTo>
                    <a:pt x="71" y="65"/>
                    <a:pt x="72" y="71"/>
                    <a:pt x="75" y="63"/>
                  </a:cubicBezTo>
                  <a:cubicBezTo>
                    <a:pt x="78" y="56"/>
                    <a:pt x="78" y="53"/>
                    <a:pt x="80" y="44"/>
                  </a:cubicBezTo>
                  <a:cubicBezTo>
                    <a:pt x="83" y="35"/>
                    <a:pt x="80" y="31"/>
                    <a:pt x="71" y="29"/>
                  </a:cubicBezTo>
                  <a:cubicBezTo>
                    <a:pt x="61" y="27"/>
                    <a:pt x="58" y="25"/>
                    <a:pt x="55" y="20"/>
                  </a:cubicBezTo>
                  <a:cubicBezTo>
                    <a:pt x="52" y="15"/>
                    <a:pt x="50" y="14"/>
                    <a:pt x="44" y="12"/>
                  </a:cubicBezTo>
                  <a:cubicBezTo>
                    <a:pt x="38" y="10"/>
                    <a:pt x="39" y="3"/>
                    <a:pt x="35" y="4"/>
                  </a:cubicBezTo>
                  <a:cubicBezTo>
                    <a:pt x="31" y="4"/>
                    <a:pt x="23" y="0"/>
                    <a:pt x="19" y="1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9" name="Freeform 12"/>
            <p:cNvSpPr>
              <a:spLocks/>
            </p:cNvSpPr>
            <p:nvPr/>
          </p:nvSpPr>
          <p:spPr bwMode="auto">
            <a:xfrm>
              <a:off x="3454401" y="5168900"/>
              <a:ext cx="357188" cy="193675"/>
            </a:xfrm>
            <a:custGeom>
              <a:avLst/>
              <a:gdLst>
                <a:gd name="T0" fmla="*/ 2 w 72"/>
                <a:gd name="T1" fmla="*/ 8 h 39"/>
                <a:gd name="T2" fmla="*/ 9 w 72"/>
                <a:gd name="T3" fmla="*/ 11 h 39"/>
                <a:gd name="T4" fmla="*/ 15 w 72"/>
                <a:gd name="T5" fmla="*/ 20 h 39"/>
                <a:gd name="T6" fmla="*/ 12 w 72"/>
                <a:gd name="T7" fmla="*/ 34 h 39"/>
                <a:gd name="T8" fmla="*/ 28 w 72"/>
                <a:gd name="T9" fmla="*/ 29 h 39"/>
                <a:gd name="T10" fmla="*/ 44 w 72"/>
                <a:gd name="T11" fmla="*/ 23 h 39"/>
                <a:gd name="T12" fmla="*/ 54 w 72"/>
                <a:gd name="T13" fmla="*/ 17 h 39"/>
                <a:gd name="T14" fmla="*/ 66 w 72"/>
                <a:gd name="T15" fmla="*/ 6 h 39"/>
                <a:gd name="T16" fmla="*/ 57 w 72"/>
                <a:gd name="T17" fmla="*/ 3 h 39"/>
                <a:gd name="T18" fmla="*/ 33 w 72"/>
                <a:gd name="T19" fmla="*/ 3 h 39"/>
                <a:gd name="T20" fmla="*/ 13 w 72"/>
                <a:gd name="T21" fmla="*/ 6 h 39"/>
                <a:gd name="T22" fmla="*/ 2 w 72"/>
                <a:gd name="T2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39">
                  <a:moveTo>
                    <a:pt x="2" y="8"/>
                  </a:moveTo>
                  <a:cubicBezTo>
                    <a:pt x="0" y="10"/>
                    <a:pt x="3" y="10"/>
                    <a:pt x="9" y="11"/>
                  </a:cubicBezTo>
                  <a:cubicBezTo>
                    <a:pt x="15" y="12"/>
                    <a:pt x="17" y="16"/>
                    <a:pt x="15" y="20"/>
                  </a:cubicBezTo>
                  <a:cubicBezTo>
                    <a:pt x="13" y="24"/>
                    <a:pt x="9" y="29"/>
                    <a:pt x="12" y="34"/>
                  </a:cubicBezTo>
                  <a:cubicBezTo>
                    <a:pt x="16" y="39"/>
                    <a:pt x="20" y="35"/>
                    <a:pt x="28" y="29"/>
                  </a:cubicBezTo>
                  <a:cubicBezTo>
                    <a:pt x="35" y="24"/>
                    <a:pt x="38" y="24"/>
                    <a:pt x="44" y="23"/>
                  </a:cubicBezTo>
                  <a:cubicBezTo>
                    <a:pt x="51" y="22"/>
                    <a:pt x="52" y="21"/>
                    <a:pt x="54" y="17"/>
                  </a:cubicBezTo>
                  <a:cubicBezTo>
                    <a:pt x="56" y="13"/>
                    <a:pt x="59" y="8"/>
                    <a:pt x="66" y="6"/>
                  </a:cubicBezTo>
                  <a:cubicBezTo>
                    <a:pt x="72" y="4"/>
                    <a:pt x="66" y="5"/>
                    <a:pt x="57" y="3"/>
                  </a:cubicBezTo>
                  <a:cubicBezTo>
                    <a:pt x="48" y="0"/>
                    <a:pt x="40" y="2"/>
                    <a:pt x="33" y="3"/>
                  </a:cubicBezTo>
                  <a:cubicBezTo>
                    <a:pt x="26" y="4"/>
                    <a:pt x="17" y="4"/>
                    <a:pt x="13" y="6"/>
                  </a:cubicBezTo>
                  <a:cubicBezTo>
                    <a:pt x="8" y="8"/>
                    <a:pt x="4" y="6"/>
                    <a:pt x="2" y="8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0" name="Freeform 13"/>
            <p:cNvSpPr>
              <a:spLocks/>
            </p:cNvSpPr>
            <p:nvPr/>
          </p:nvSpPr>
          <p:spPr bwMode="auto">
            <a:xfrm>
              <a:off x="3678238" y="5208588"/>
              <a:ext cx="1420813" cy="1025525"/>
            </a:xfrm>
            <a:custGeom>
              <a:avLst/>
              <a:gdLst>
                <a:gd name="T0" fmla="*/ 7 w 287"/>
                <a:gd name="T1" fmla="*/ 94 h 207"/>
                <a:gd name="T2" fmla="*/ 21 w 287"/>
                <a:gd name="T3" fmla="*/ 133 h 207"/>
                <a:gd name="T4" fmla="*/ 53 w 287"/>
                <a:gd name="T5" fmla="*/ 157 h 207"/>
                <a:gd name="T6" fmla="*/ 69 w 287"/>
                <a:gd name="T7" fmla="*/ 205 h 207"/>
                <a:gd name="T8" fmla="*/ 100 w 287"/>
                <a:gd name="T9" fmla="*/ 173 h 207"/>
                <a:gd name="T10" fmla="*/ 120 w 287"/>
                <a:gd name="T11" fmla="*/ 120 h 207"/>
                <a:gd name="T12" fmla="*/ 89 w 287"/>
                <a:gd name="T13" fmla="*/ 91 h 207"/>
                <a:gd name="T14" fmla="*/ 117 w 287"/>
                <a:gd name="T15" fmla="*/ 113 h 207"/>
                <a:gd name="T16" fmla="*/ 116 w 287"/>
                <a:gd name="T17" fmla="*/ 90 h 207"/>
                <a:gd name="T18" fmla="*/ 150 w 287"/>
                <a:gd name="T19" fmla="*/ 98 h 207"/>
                <a:gd name="T20" fmla="*/ 170 w 287"/>
                <a:gd name="T21" fmla="*/ 115 h 207"/>
                <a:gd name="T22" fmla="*/ 194 w 287"/>
                <a:gd name="T23" fmla="*/ 112 h 207"/>
                <a:gd name="T24" fmla="*/ 211 w 287"/>
                <a:gd name="T25" fmla="*/ 140 h 207"/>
                <a:gd name="T26" fmla="*/ 206 w 287"/>
                <a:gd name="T27" fmla="*/ 117 h 207"/>
                <a:gd name="T28" fmla="*/ 217 w 287"/>
                <a:gd name="T29" fmla="*/ 110 h 207"/>
                <a:gd name="T30" fmla="*/ 236 w 287"/>
                <a:gd name="T31" fmla="*/ 83 h 207"/>
                <a:gd name="T32" fmla="*/ 234 w 287"/>
                <a:gd name="T33" fmla="*/ 67 h 207"/>
                <a:gd name="T34" fmla="*/ 240 w 287"/>
                <a:gd name="T35" fmla="*/ 68 h 207"/>
                <a:gd name="T36" fmla="*/ 242 w 287"/>
                <a:gd name="T37" fmla="*/ 40 h 207"/>
                <a:gd name="T38" fmla="*/ 250 w 287"/>
                <a:gd name="T39" fmla="*/ 31 h 207"/>
                <a:gd name="T40" fmla="*/ 263 w 287"/>
                <a:gd name="T41" fmla="*/ 41 h 207"/>
                <a:gd name="T42" fmla="*/ 274 w 287"/>
                <a:gd name="T43" fmla="*/ 28 h 207"/>
                <a:gd name="T44" fmla="*/ 279 w 287"/>
                <a:gd name="T45" fmla="*/ 17 h 207"/>
                <a:gd name="T46" fmla="*/ 212 w 287"/>
                <a:gd name="T47" fmla="*/ 9 h 207"/>
                <a:gd name="T48" fmla="*/ 176 w 287"/>
                <a:gd name="T49" fmla="*/ 8 h 207"/>
                <a:gd name="T50" fmla="*/ 138 w 287"/>
                <a:gd name="T51" fmla="*/ 6 h 207"/>
                <a:gd name="T52" fmla="*/ 119 w 287"/>
                <a:gd name="T53" fmla="*/ 12 h 207"/>
                <a:gd name="T54" fmla="*/ 84 w 287"/>
                <a:gd name="T55" fmla="*/ 23 h 207"/>
                <a:gd name="T56" fmla="*/ 81 w 287"/>
                <a:gd name="T57" fmla="*/ 14 h 207"/>
                <a:gd name="T58" fmla="*/ 52 w 287"/>
                <a:gd name="T59" fmla="*/ 20 h 207"/>
                <a:gd name="T60" fmla="*/ 50 w 287"/>
                <a:gd name="T61" fmla="*/ 30 h 207"/>
                <a:gd name="T62" fmla="*/ 60 w 287"/>
                <a:gd name="T63" fmla="*/ 24 h 207"/>
                <a:gd name="T64" fmla="*/ 74 w 287"/>
                <a:gd name="T65" fmla="*/ 29 h 207"/>
                <a:gd name="T66" fmla="*/ 49 w 287"/>
                <a:gd name="T67" fmla="*/ 39 h 207"/>
                <a:gd name="T68" fmla="*/ 30 w 287"/>
                <a:gd name="T69" fmla="*/ 50 h 207"/>
                <a:gd name="T70" fmla="*/ 19 w 287"/>
                <a:gd name="T71" fmla="*/ 63 h 207"/>
                <a:gd name="T72" fmla="*/ 35 w 287"/>
                <a:gd name="T73" fmla="*/ 64 h 207"/>
                <a:gd name="T74" fmla="*/ 54 w 287"/>
                <a:gd name="T75" fmla="*/ 64 h 207"/>
                <a:gd name="T76" fmla="*/ 53 w 287"/>
                <a:gd name="T77" fmla="*/ 56 h 207"/>
                <a:gd name="T78" fmla="*/ 72 w 287"/>
                <a:gd name="T79" fmla="*/ 68 h 207"/>
                <a:gd name="T80" fmla="*/ 80 w 287"/>
                <a:gd name="T81" fmla="*/ 55 h 207"/>
                <a:gd name="T82" fmla="*/ 95 w 287"/>
                <a:gd name="T83" fmla="*/ 64 h 207"/>
                <a:gd name="T84" fmla="*/ 88 w 287"/>
                <a:gd name="T85" fmla="*/ 73 h 207"/>
                <a:gd name="T86" fmla="*/ 69 w 287"/>
                <a:gd name="T87" fmla="*/ 80 h 207"/>
                <a:gd name="T88" fmla="*/ 51 w 287"/>
                <a:gd name="T89" fmla="*/ 73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7" h="207">
                  <a:moveTo>
                    <a:pt x="23" y="74"/>
                  </a:moveTo>
                  <a:cubicBezTo>
                    <a:pt x="20" y="74"/>
                    <a:pt x="16" y="77"/>
                    <a:pt x="15" y="81"/>
                  </a:cubicBezTo>
                  <a:cubicBezTo>
                    <a:pt x="14" y="86"/>
                    <a:pt x="10" y="88"/>
                    <a:pt x="7" y="94"/>
                  </a:cubicBezTo>
                  <a:cubicBezTo>
                    <a:pt x="3" y="100"/>
                    <a:pt x="2" y="100"/>
                    <a:pt x="3" y="106"/>
                  </a:cubicBezTo>
                  <a:cubicBezTo>
                    <a:pt x="4" y="112"/>
                    <a:pt x="0" y="118"/>
                    <a:pt x="6" y="123"/>
                  </a:cubicBezTo>
                  <a:cubicBezTo>
                    <a:pt x="12" y="129"/>
                    <a:pt x="14" y="135"/>
                    <a:pt x="21" y="133"/>
                  </a:cubicBezTo>
                  <a:cubicBezTo>
                    <a:pt x="28" y="131"/>
                    <a:pt x="32" y="128"/>
                    <a:pt x="38" y="130"/>
                  </a:cubicBezTo>
                  <a:cubicBezTo>
                    <a:pt x="45" y="132"/>
                    <a:pt x="48" y="135"/>
                    <a:pt x="48" y="141"/>
                  </a:cubicBezTo>
                  <a:cubicBezTo>
                    <a:pt x="49" y="148"/>
                    <a:pt x="51" y="150"/>
                    <a:pt x="53" y="157"/>
                  </a:cubicBezTo>
                  <a:cubicBezTo>
                    <a:pt x="55" y="165"/>
                    <a:pt x="51" y="166"/>
                    <a:pt x="52" y="174"/>
                  </a:cubicBezTo>
                  <a:cubicBezTo>
                    <a:pt x="53" y="182"/>
                    <a:pt x="56" y="185"/>
                    <a:pt x="58" y="191"/>
                  </a:cubicBezTo>
                  <a:cubicBezTo>
                    <a:pt x="59" y="198"/>
                    <a:pt x="59" y="207"/>
                    <a:pt x="69" y="205"/>
                  </a:cubicBezTo>
                  <a:cubicBezTo>
                    <a:pt x="78" y="204"/>
                    <a:pt x="84" y="199"/>
                    <a:pt x="87" y="193"/>
                  </a:cubicBezTo>
                  <a:cubicBezTo>
                    <a:pt x="90" y="187"/>
                    <a:pt x="92" y="188"/>
                    <a:pt x="93" y="183"/>
                  </a:cubicBezTo>
                  <a:cubicBezTo>
                    <a:pt x="93" y="179"/>
                    <a:pt x="95" y="178"/>
                    <a:pt x="100" y="173"/>
                  </a:cubicBezTo>
                  <a:cubicBezTo>
                    <a:pt x="104" y="168"/>
                    <a:pt x="100" y="165"/>
                    <a:pt x="101" y="157"/>
                  </a:cubicBezTo>
                  <a:cubicBezTo>
                    <a:pt x="101" y="150"/>
                    <a:pt x="102" y="145"/>
                    <a:pt x="109" y="138"/>
                  </a:cubicBezTo>
                  <a:cubicBezTo>
                    <a:pt x="116" y="132"/>
                    <a:pt x="123" y="122"/>
                    <a:pt x="120" y="120"/>
                  </a:cubicBezTo>
                  <a:cubicBezTo>
                    <a:pt x="116" y="118"/>
                    <a:pt x="112" y="123"/>
                    <a:pt x="107" y="120"/>
                  </a:cubicBezTo>
                  <a:cubicBezTo>
                    <a:pt x="103" y="117"/>
                    <a:pt x="105" y="115"/>
                    <a:pt x="99" y="109"/>
                  </a:cubicBezTo>
                  <a:cubicBezTo>
                    <a:pt x="94" y="104"/>
                    <a:pt x="89" y="98"/>
                    <a:pt x="89" y="91"/>
                  </a:cubicBezTo>
                  <a:cubicBezTo>
                    <a:pt x="89" y="85"/>
                    <a:pt x="94" y="92"/>
                    <a:pt x="97" y="97"/>
                  </a:cubicBezTo>
                  <a:cubicBezTo>
                    <a:pt x="99" y="102"/>
                    <a:pt x="103" y="106"/>
                    <a:pt x="105" y="110"/>
                  </a:cubicBezTo>
                  <a:cubicBezTo>
                    <a:pt x="107" y="114"/>
                    <a:pt x="105" y="118"/>
                    <a:pt x="117" y="113"/>
                  </a:cubicBezTo>
                  <a:cubicBezTo>
                    <a:pt x="129" y="108"/>
                    <a:pt x="129" y="106"/>
                    <a:pt x="132" y="103"/>
                  </a:cubicBezTo>
                  <a:cubicBezTo>
                    <a:pt x="135" y="99"/>
                    <a:pt x="135" y="97"/>
                    <a:pt x="128" y="96"/>
                  </a:cubicBezTo>
                  <a:cubicBezTo>
                    <a:pt x="121" y="95"/>
                    <a:pt x="117" y="95"/>
                    <a:pt x="116" y="90"/>
                  </a:cubicBezTo>
                  <a:cubicBezTo>
                    <a:pt x="115" y="86"/>
                    <a:pt x="113" y="86"/>
                    <a:pt x="120" y="90"/>
                  </a:cubicBezTo>
                  <a:cubicBezTo>
                    <a:pt x="127" y="95"/>
                    <a:pt x="125" y="93"/>
                    <a:pt x="134" y="94"/>
                  </a:cubicBezTo>
                  <a:cubicBezTo>
                    <a:pt x="143" y="95"/>
                    <a:pt x="148" y="94"/>
                    <a:pt x="150" y="98"/>
                  </a:cubicBezTo>
                  <a:cubicBezTo>
                    <a:pt x="153" y="102"/>
                    <a:pt x="153" y="99"/>
                    <a:pt x="156" y="105"/>
                  </a:cubicBezTo>
                  <a:cubicBezTo>
                    <a:pt x="159" y="110"/>
                    <a:pt x="162" y="125"/>
                    <a:pt x="165" y="125"/>
                  </a:cubicBezTo>
                  <a:cubicBezTo>
                    <a:pt x="168" y="126"/>
                    <a:pt x="169" y="120"/>
                    <a:pt x="170" y="115"/>
                  </a:cubicBezTo>
                  <a:cubicBezTo>
                    <a:pt x="171" y="109"/>
                    <a:pt x="172" y="111"/>
                    <a:pt x="178" y="105"/>
                  </a:cubicBezTo>
                  <a:cubicBezTo>
                    <a:pt x="183" y="99"/>
                    <a:pt x="186" y="96"/>
                    <a:pt x="189" y="100"/>
                  </a:cubicBezTo>
                  <a:cubicBezTo>
                    <a:pt x="192" y="103"/>
                    <a:pt x="191" y="111"/>
                    <a:pt x="194" y="112"/>
                  </a:cubicBezTo>
                  <a:cubicBezTo>
                    <a:pt x="198" y="113"/>
                    <a:pt x="200" y="111"/>
                    <a:pt x="202" y="116"/>
                  </a:cubicBezTo>
                  <a:cubicBezTo>
                    <a:pt x="203" y="121"/>
                    <a:pt x="199" y="124"/>
                    <a:pt x="203" y="128"/>
                  </a:cubicBezTo>
                  <a:cubicBezTo>
                    <a:pt x="207" y="132"/>
                    <a:pt x="208" y="139"/>
                    <a:pt x="211" y="140"/>
                  </a:cubicBezTo>
                  <a:cubicBezTo>
                    <a:pt x="213" y="141"/>
                    <a:pt x="214" y="138"/>
                    <a:pt x="212" y="134"/>
                  </a:cubicBezTo>
                  <a:cubicBezTo>
                    <a:pt x="210" y="130"/>
                    <a:pt x="206" y="131"/>
                    <a:pt x="206" y="127"/>
                  </a:cubicBezTo>
                  <a:cubicBezTo>
                    <a:pt x="207" y="123"/>
                    <a:pt x="202" y="120"/>
                    <a:pt x="206" y="117"/>
                  </a:cubicBezTo>
                  <a:cubicBezTo>
                    <a:pt x="210" y="115"/>
                    <a:pt x="209" y="121"/>
                    <a:pt x="213" y="124"/>
                  </a:cubicBezTo>
                  <a:cubicBezTo>
                    <a:pt x="216" y="126"/>
                    <a:pt x="218" y="121"/>
                    <a:pt x="220" y="119"/>
                  </a:cubicBezTo>
                  <a:cubicBezTo>
                    <a:pt x="223" y="117"/>
                    <a:pt x="221" y="115"/>
                    <a:pt x="217" y="110"/>
                  </a:cubicBezTo>
                  <a:cubicBezTo>
                    <a:pt x="213" y="105"/>
                    <a:pt x="211" y="101"/>
                    <a:pt x="218" y="101"/>
                  </a:cubicBezTo>
                  <a:cubicBezTo>
                    <a:pt x="225" y="101"/>
                    <a:pt x="230" y="100"/>
                    <a:pt x="234" y="94"/>
                  </a:cubicBezTo>
                  <a:cubicBezTo>
                    <a:pt x="238" y="88"/>
                    <a:pt x="238" y="86"/>
                    <a:pt x="236" y="83"/>
                  </a:cubicBezTo>
                  <a:cubicBezTo>
                    <a:pt x="234" y="80"/>
                    <a:pt x="229" y="78"/>
                    <a:pt x="230" y="75"/>
                  </a:cubicBezTo>
                  <a:cubicBezTo>
                    <a:pt x="230" y="71"/>
                    <a:pt x="223" y="72"/>
                    <a:pt x="225" y="69"/>
                  </a:cubicBezTo>
                  <a:cubicBezTo>
                    <a:pt x="227" y="66"/>
                    <a:pt x="231" y="63"/>
                    <a:pt x="234" y="67"/>
                  </a:cubicBezTo>
                  <a:cubicBezTo>
                    <a:pt x="238" y="72"/>
                    <a:pt x="234" y="68"/>
                    <a:pt x="238" y="72"/>
                  </a:cubicBezTo>
                  <a:cubicBezTo>
                    <a:pt x="242" y="76"/>
                    <a:pt x="244" y="77"/>
                    <a:pt x="246" y="74"/>
                  </a:cubicBezTo>
                  <a:cubicBezTo>
                    <a:pt x="247" y="71"/>
                    <a:pt x="241" y="70"/>
                    <a:pt x="240" y="68"/>
                  </a:cubicBezTo>
                  <a:cubicBezTo>
                    <a:pt x="239" y="65"/>
                    <a:pt x="238" y="65"/>
                    <a:pt x="242" y="62"/>
                  </a:cubicBezTo>
                  <a:cubicBezTo>
                    <a:pt x="246" y="60"/>
                    <a:pt x="248" y="60"/>
                    <a:pt x="248" y="52"/>
                  </a:cubicBezTo>
                  <a:cubicBezTo>
                    <a:pt x="247" y="45"/>
                    <a:pt x="246" y="42"/>
                    <a:pt x="242" y="40"/>
                  </a:cubicBezTo>
                  <a:cubicBezTo>
                    <a:pt x="238" y="37"/>
                    <a:pt x="232" y="41"/>
                    <a:pt x="232" y="37"/>
                  </a:cubicBezTo>
                  <a:cubicBezTo>
                    <a:pt x="232" y="34"/>
                    <a:pt x="233" y="29"/>
                    <a:pt x="238" y="30"/>
                  </a:cubicBezTo>
                  <a:cubicBezTo>
                    <a:pt x="243" y="30"/>
                    <a:pt x="247" y="34"/>
                    <a:pt x="250" y="31"/>
                  </a:cubicBezTo>
                  <a:cubicBezTo>
                    <a:pt x="254" y="29"/>
                    <a:pt x="249" y="26"/>
                    <a:pt x="255" y="26"/>
                  </a:cubicBezTo>
                  <a:cubicBezTo>
                    <a:pt x="262" y="26"/>
                    <a:pt x="260" y="29"/>
                    <a:pt x="259" y="32"/>
                  </a:cubicBezTo>
                  <a:cubicBezTo>
                    <a:pt x="259" y="36"/>
                    <a:pt x="258" y="36"/>
                    <a:pt x="263" y="41"/>
                  </a:cubicBezTo>
                  <a:cubicBezTo>
                    <a:pt x="268" y="45"/>
                    <a:pt x="269" y="47"/>
                    <a:pt x="269" y="40"/>
                  </a:cubicBezTo>
                  <a:cubicBezTo>
                    <a:pt x="269" y="32"/>
                    <a:pt x="261" y="31"/>
                    <a:pt x="265" y="29"/>
                  </a:cubicBezTo>
                  <a:cubicBezTo>
                    <a:pt x="269" y="27"/>
                    <a:pt x="270" y="31"/>
                    <a:pt x="274" y="28"/>
                  </a:cubicBezTo>
                  <a:cubicBezTo>
                    <a:pt x="278" y="25"/>
                    <a:pt x="276" y="26"/>
                    <a:pt x="273" y="22"/>
                  </a:cubicBezTo>
                  <a:cubicBezTo>
                    <a:pt x="271" y="18"/>
                    <a:pt x="275" y="20"/>
                    <a:pt x="279" y="21"/>
                  </a:cubicBezTo>
                  <a:cubicBezTo>
                    <a:pt x="283" y="23"/>
                    <a:pt x="287" y="20"/>
                    <a:pt x="279" y="17"/>
                  </a:cubicBezTo>
                  <a:cubicBezTo>
                    <a:pt x="272" y="15"/>
                    <a:pt x="253" y="11"/>
                    <a:pt x="248" y="12"/>
                  </a:cubicBezTo>
                  <a:cubicBezTo>
                    <a:pt x="242" y="13"/>
                    <a:pt x="240" y="16"/>
                    <a:pt x="233" y="12"/>
                  </a:cubicBezTo>
                  <a:cubicBezTo>
                    <a:pt x="227" y="8"/>
                    <a:pt x="217" y="9"/>
                    <a:pt x="212" y="9"/>
                  </a:cubicBezTo>
                  <a:cubicBezTo>
                    <a:pt x="208" y="9"/>
                    <a:pt x="209" y="11"/>
                    <a:pt x="203" y="11"/>
                  </a:cubicBezTo>
                  <a:cubicBezTo>
                    <a:pt x="198" y="11"/>
                    <a:pt x="196" y="8"/>
                    <a:pt x="192" y="7"/>
                  </a:cubicBezTo>
                  <a:cubicBezTo>
                    <a:pt x="187" y="6"/>
                    <a:pt x="181" y="10"/>
                    <a:pt x="176" y="8"/>
                  </a:cubicBezTo>
                  <a:cubicBezTo>
                    <a:pt x="172" y="6"/>
                    <a:pt x="165" y="7"/>
                    <a:pt x="168" y="4"/>
                  </a:cubicBezTo>
                  <a:cubicBezTo>
                    <a:pt x="172" y="0"/>
                    <a:pt x="160" y="1"/>
                    <a:pt x="154" y="2"/>
                  </a:cubicBezTo>
                  <a:cubicBezTo>
                    <a:pt x="148" y="3"/>
                    <a:pt x="141" y="4"/>
                    <a:pt x="138" y="6"/>
                  </a:cubicBezTo>
                  <a:cubicBezTo>
                    <a:pt x="135" y="9"/>
                    <a:pt x="134" y="10"/>
                    <a:pt x="130" y="10"/>
                  </a:cubicBezTo>
                  <a:cubicBezTo>
                    <a:pt x="126" y="10"/>
                    <a:pt x="126" y="6"/>
                    <a:pt x="123" y="7"/>
                  </a:cubicBezTo>
                  <a:cubicBezTo>
                    <a:pt x="120" y="8"/>
                    <a:pt x="121" y="9"/>
                    <a:pt x="119" y="12"/>
                  </a:cubicBezTo>
                  <a:cubicBezTo>
                    <a:pt x="117" y="15"/>
                    <a:pt x="113" y="12"/>
                    <a:pt x="110" y="14"/>
                  </a:cubicBezTo>
                  <a:cubicBezTo>
                    <a:pt x="107" y="15"/>
                    <a:pt x="103" y="13"/>
                    <a:pt x="99" y="16"/>
                  </a:cubicBezTo>
                  <a:cubicBezTo>
                    <a:pt x="96" y="20"/>
                    <a:pt x="87" y="25"/>
                    <a:pt x="84" y="23"/>
                  </a:cubicBezTo>
                  <a:cubicBezTo>
                    <a:pt x="81" y="21"/>
                    <a:pt x="78" y="19"/>
                    <a:pt x="81" y="19"/>
                  </a:cubicBezTo>
                  <a:cubicBezTo>
                    <a:pt x="83" y="20"/>
                    <a:pt x="89" y="21"/>
                    <a:pt x="88" y="17"/>
                  </a:cubicBezTo>
                  <a:cubicBezTo>
                    <a:pt x="88" y="13"/>
                    <a:pt x="84" y="14"/>
                    <a:pt x="81" y="14"/>
                  </a:cubicBezTo>
                  <a:cubicBezTo>
                    <a:pt x="77" y="14"/>
                    <a:pt x="76" y="11"/>
                    <a:pt x="71" y="12"/>
                  </a:cubicBezTo>
                  <a:cubicBezTo>
                    <a:pt x="66" y="13"/>
                    <a:pt x="61" y="12"/>
                    <a:pt x="58" y="15"/>
                  </a:cubicBezTo>
                  <a:cubicBezTo>
                    <a:pt x="54" y="17"/>
                    <a:pt x="55" y="18"/>
                    <a:pt x="52" y="20"/>
                  </a:cubicBezTo>
                  <a:cubicBezTo>
                    <a:pt x="49" y="22"/>
                    <a:pt x="45" y="22"/>
                    <a:pt x="44" y="25"/>
                  </a:cubicBezTo>
                  <a:cubicBezTo>
                    <a:pt x="43" y="28"/>
                    <a:pt x="40" y="31"/>
                    <a:pt x="43" y="31"/>
                  </a:cubicBezTo>
                  <a:cubicBezTo>
                    <a:pt x="47" y="31"/>
                    <a:pt x="48" y="27"/>
                    <a:pt x="50" y="30"/>
                  </a:cubicBezTo>
                  <a:cubicBezTo>
                    <a:pt x="52" y="32"/>
                    <a:pt x="51" y="37"/>
                    <a:pt x="54" y="36"/>
                  </a:cubicBezTo>
                  <a:cubicBezTo>
                    <a:pt x="58" y="36"/>
                    <a:pt x="56" y="35"/>
                    <a:pt x="59" y="31"/>
                  </a:cubicBezTo>
                  <a:cubicBezTo>
                    <a:pt x="62" y="28"/>
                    <a:pt x="57" y="27"/>
                    <a:pt x="60" y="24"/>
                  </a:cubicBezTo>
                  <a:cubicBezTo>
                    <a:pt x="64" y="21"/>
                    <a:pt x="68" y="17"/>
                    <a:pt x="68" y="21"/>
                  </a:cubicBezTo>
                  <a:cubicBezTo>
                    <a:pt x="68" y="24"/>
                    <a:pt x="62" y="27"/>
                    <a:pt x="64" y="29"/>
                  </a:cubicBezTo>
                  <a:cubicBezTo>
                    <a:pt x="67" y="31"/>
                    <a:pt x="79" y="26"/>
                    <a:pt x="74" y="29"/>
                  </a:cubicBezTo>
                  <a:cubicBezTo>
                    <a:pt x="70" y="32"/>
                    <a:pt x="66" y="32"/>
                    <a:pt x="64" y="36"/>
                  </a:cubicBezTo>
                  <a:cubicBezTo>
                    <a:pt x="63" y="39"/>
                    <a:pt x="63" y="40"/>
                    <a:pt x="58" y="40"/>
                  </a:cubicBezTo>
                  <a:cubicBezTo>
                    <a:pt x="53" y="40"/>
                    <a:pt x="48" y="41"/>
                    <a:pt x="49" y="39"/>
                  </a:cubicBezTo>
                  <a:cubicBezTo>
                    <a:pt x="49" y="36"/>
                    <a:pt x="47" y="37"/>
                    <a:pt x="44" y="40"/>
                  </a:cubicBezTo>
                  <a:cubicBezTo>
                    <a:pt x="41" y="43"/>
                    <a:pt x="39" y="44"/>
                    <a:pt x="36" y="46"/>
                  </a:cubicBezTo>
                  <a:cubicBezTo>
                    <a:pt x="33" y="49"/>
                    <a:pt x="35" y="50"/>
                    <a:pt x="30" y="50"/>
                  </a:cubicBezTo>
                  <a:cubicBezTo>
                    <a:pt x="25" y="50"/>
                    <a:pt x="28" y="50"/>
                    <a:pt x="30" y="53"/>
                  </a:cubicBezTo>
                  <a:cubicBezTo>
                    <a:pt x="32" y="56"/>
                    <a:pt x="32" y="56"/>
                    <a:pt x="28" y="58"/>
                  </a:cubicBezTo>
                  <a:cubicBezTo>
                    <a:pt x="24" y="60"/>
                    <a:pt x="19" y="60"/>
                    <a:pt x="19" y="63"/>
                  </a:cubicBezTo>
                  <a:cubicBezTo>
                    <a:pt x="18" y="66"/>
                    <a:pt x="17" y="70"/>
                    <a:pt x="19" y="71"/>
                  </a:cubicBezTo>
                  <a:cubicBezTo>
                    <a:pt x="22" y="72"/>
                    <a:pt x="23" y="72"/>
                    <a:pt x="28" y="70"/>
                  </a:cubicBezTo>
                  <a:cubicBezTo>
                    <a:pt x="33" y="69"/>
                    <a:pt x="33" y="67"/>
                    <a:pt x="35" y="64"/>
                  </a:cubicBezTo>
                  <a:cubicBezTo>
                    <a:pt x="38" y="61"/>
                    <a:pt x="38" y="59"/>
                    <a:pt x="42" y="59"/>
                  </a:cubicBezTo>
                  <a:cubicBezTo>
                    <a:pt x="46" y="60"/>
                    <a:pt x="46" y="56"/>
                    <a:pt x="48" y="59"/>
                  </a:cubicBezTo>
                  <a:cubicBezTo>
                    <a:pt x="51" y="62"/>
                    <a:pt x="52" y="61"/>
                    <a:pt x="54" y="64"/>
                  </a:cubicBezTo>
                  <a:cubicBezTo>
                    <a:pt x="57" y="67"/>
                    <a:pt x="57" y="72"/>
                    <a:pt x="59" y="69"/>
                  </a:cubicBezTo>
                  <a:cubicBezTo>
                    <a:pt x="61" y="66"/>
                    <a:pt x="62" y="66"/>
                    <a:pt x="59" y="64"/>
                  </a:cubicBezTo>
                  <a:cubicBezTo>
                    <a:pt x="56" y="61"/>
                    <a:pt x="51" y="58"/>
                    <a:pt x="53" y="56"/>
                  </a:cubicBezTo>
                  <a:cubicBezTo>
                    <a:pt x="55" y="55"/>
                    <a:pt x="57" y="60"/>
                    <a:pt x="61" y="61"/>
                  </a:cubicBezTo>
                  <a:cubicBezTo>
                    <a:pt x="64" y="61"/>
                    <a:pt x="61" y="62"/>
                    <a:pt x="65" y="66"/>
                  </a:cubicBezTo>
                  <a:cubicBezTo>
                    <a:pt x="68" y="70"/>
                    <a:pt x="71" y="70"/>
                    <a:pt x="72" y="68"/>
                  </a:cubicBezTo>
                  <a:cubicBezTo>
                    <a:pt x="72" y="65"/>
                    <a:pt x="69" y="61"/>
                    <a:pt x="73" y="63"/>
                  </a:cubicBezTo>
                  <a:cubicBezTo>
                    <a:pt x="77" y="64"/>
                    <a:pt x="78" y="66"/>
                    <a:pt x="79" y="63"/>
                  </a:cubicBezTo>
                  <a:cubicBezTo>
                    <a:pt x="80" y="61"/>
                    <a:pt x="76" y="58"/>
                    <a:pt x="80" y="55"/>
                  </a:cubicBezTo>
                  <a:cubicBezTo>
                    <a:pt x="83" y="52"/>
                    <a:pt x="84" y="56"/>
                    <a:pt x="88" y="54"/>
                  </a:cubicBezTo>
                  <a:cubicBezTo>
                    <a:pt x="93" y="51"/>
                    <a:pt x="89" y="55"/>
                    <a:pt x="94" y="58"/>
                  </a:cubicBezTo>
                  <a:cubicBezTo>
                    <a:pt x="99" y="61"/>
                    <a:pt x="103" y="65"/>
                    <a:pt x="95" y="64"/>
                  </a:cubicBezTo>
                  <a:cubicBezTo>
                    <a:pt x="87" y="63"/>
                    <a:pt x="86" y="62"/>
                    <a:pt x="83" y="65"/>
                  </a:cubicBezTo>
                  <a:cubicBezTo>
                    <a:pt x="79" y="68"/>
                    <a:pt x="76" y="63"/>
                    <a:pt x="79" y="68"/>
                  </a:cubicBezTo>
                  <a:cubicBezTo>
                    <a:pt x="82" y="74"/>
                    <a:pt x="86" y="70"/>
                    <a:pt x="88" y="73"/>
                  </a:cubicBezTo>
                  <a:cubicBezTo>
                    <a:pt x="91" y="76"/>
                    <a:pt x="92" y="77"/>
                    <a:pt x="88" y="80"/>
                  </a:cubicBezTo>
                  <a:cubicBezTo>
                    <a:pt x="84" y="82"/>
                    <a:pt x="82" y="84"/>
                    <a:pt x="79" y="84"/>
                  </a:cubicBezTo>
                  <a:cubicBezTo>
                    <a:pt x="77" y="84"/>
                    <a:pt x="74" y="80"/>
                    <a:pt x="69" y="80"/>
                  </a:cubicBezTo>
                  <a:cubicBezTo>
                    <a:pt x="63" y="80"/>
                    <a:pt x="66" y="83"/>
                    <a:pt x="61" y="82"/>
                  </a:cubicBezTo>
                  <a:cubicBezTo>
                    <a:pt x="55" y="81"/>
                    <a:pt x="52" y="82"/>
                    <a:pt x="50" y="79"/>
                  </a:cubicBezTo>
                  <a:cubicBezTo>
                    <a:pt x="48" y="76"/>
                    <a:pt x="53" y="76"/>
                    <a:pt x="51" y="73"/>
                  </a:cubicBezTo>
                  <a:cubicBezTo>
                    <a:pt x="49" y="70"/>
                    <a:pt x="43" y="70"/>
                    <a:pt x="38" y="72"/>
                  </a:cubicBezTo>
                  <a:cubicBezTo>
                    <a:pt x="34" y="73"/>
                    <a:pt x="28" y="73"/>
                    <a:pt x="23" y="74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1" name="Freeform 14"/>
            <p:cNvSpPr>
              <a:spLocks/>
            </p:cNvSpPr>
            <p:nvPr/>
          </p:nvSpPr>
          <p:spPr bwMode="auto">
            <a:xfrm>
              <a:off x="4757738" y="6016625"/>
              <a:ext cx="366713" cy="271463"/>
            </a:xfrm>
            <a:custGeom>
              <a:avLst/>
              <a:gdLst>
                <a:gd name="T0" fmla="*/ 44 w 74"/>
                <a:gd name="T1" fmla="*/ 2 h 55"/>
                <a:gd name="T2" fmla="*/ 25 w 74"/>
                <a:gd name="T3" fmla="*/ 10 h 55"/>
                <a:gd name="T4" fmla="*/ 11 w 74"/>
                <a:gd name="T5" fmla="*/ 20 h 55"/>
                <a:gd name="T6" fmla="*/ 5 w 74"/>
                <a:gd name="T7" fmla="*/ 32 h 55"/>
                <a:gd name="T8" fmla="*/ 5 w 74"/>
                <a:gd name="T9" fmla="*/ 46 h 55"/>
                <a:gd name="T10" fmla="*/ 21 w 74"/>
                <a:gd name="T11" fmla="*/ 41 h 55"/>
                <a:gd name="T12" fmla="*/ 37 w 74"/>
                <a:gd name="T13" fmla="*/ 40 h 55"/>
                <a:gd name="T14" fmla="*/ 44 w 74"/>
                <a:gd name="T15" fmla="*/ 52 h 55"/>
                <a:gd name="T16" fmla="*/ 60 w 74"/>
                <a:gd name="T17" fmla="*/ 48 h 55"/>
                <a:gd name="T18" fmla="*/ 72 w 74"/>
                <a:gd name="T19" fmla="*/ 31 h 55"/>
                <a:gd name="T20" fmla="*/ 69 w 74"/>
                <a:gd name="T21" fmla="*/ 16 h 55"/>
                <a:gd name="T22" fmla="*/ 61 w 74"/>
                <a:gd name="T23" fmla="*/ 5 h 55"/>
                <a:gd name="T24" fmla="*/ 55 w 74"/>
                <a:gd name="T25" fmla="*/ 8 h 55"/>
                <a:gd name="T26" fmla="*/ 44 w 74"/>
                <a:gd name="T27" fmla="*/ 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55">
                  <a:moveTo>
                    <a:pt x="44" y="2"/>
                  </a:moveTo>
                  <a:cubicBezTo>
                    <a:pt x="38" y="2"/>
                    <a:pt x="31" y="2"/>
                    <a:pt x="25" y="10"/>
                  </a:cubicBezTo>
                  <a:cubicBezTo>
                    <a:pt x="18" y="17"/>
                    <a:pt x="17" y="17"/>
                    <a:pt x="11" y="20"/>
                  </a:cubicBezTo>
                  <a:cubicBezTo>
                    <a:pt x="6" y="23"/>
                    <a:pt x="5" y="24"/>
                    <a:pt x="5" y="32"/>
                  </a:cubicBezTo>
                  <a:cubicBezTo>
                    <a:pt x="6" y="39"/>
                    <a:pt x="0" y="45"/>
                    <a:pt x="5" y="46"/>
                  </a:cubicBezTo>
                  <a:cubicBezTo>
                    <a:pt x="9" y="46"/>
                    <a:pt x="13" y="43"/>
                    <a:pt x="21" y="41"/>
                  </a:cubicBezTo>
                  <a:cubicBezTo>
                    <a:pt x="30" y="38"/>
                    <a:pt x="34" y="35"/>
                    <a:pt x="37" y="40"/>
                  </a:cubicBezTo>
                  <a:cubicBezTo>
                    <a:pt x="39" y="45"/>
                    <a:pt x="38" y="51"/>
                    <a:pt x="44" y="52"/>
                  </a:cubicBezTo>
                  <a:cubicBezTo>
                    <a:pt x="51" y="52"/>
                    <a:pt x="55" y="55"/>
                    <a:pt x="60" y="48"/>
                  </a:cubicBezTo>
                  <a:cubicBezTo>
                    <a:pt x="66" y="41"/>
                    <a:pt x="70" y="39"/>
                    <a:pt x="72" y="31"/>
                  </a:cubicBezTo>
                  <a:cubicBezTo>
                    <a:pt x="74" y="23"/>
                    <a:pt x="74" y="23"/>
                    <a:pt x="69" y="16"/>
                  </a:cubicBezTo>
                  <a:cubicBezTo>
                    <a:pt x="64" y="9"/>
                    <a:pt x="62" y="11"/>
                    <a:pt x="61" y="5"/>
                  </a:cubicBezTo>
                  <a:cubicBezTo>
                    <a:pt x="60" y="0"/>
                    <a:pt x="58" y="7"/>
                    <a:pt x="55" y="8"/>
                  </a:cubicBezTo>
                  <a:cubicBezTo>
                    <a:pt x="52" y="10"/>
                    <a:pt x="47" y="2"/>
                    <a:pt x="44" y="2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2" name="Freeform 15"/>
            <p:cNvSpPr>
              <a:spLocks/>
            </p:cNvSpPr>
            <p:nvPr/>
          </p:nvSpPr>
          <p:spPr bwMode="auto">
            <a:xfrm>
              <a:off x="4633913" y="5853113"/>
              <a:ext cx="242888" cy="153988"/>
            </a:xfrm>
            <a:custGeom>
              <a:avLst/>
              <a:gdLst>
                <a:gd name="T0" fmla="*/ 3 w 49"/>
                <a:gd name="T1" fmla="*/ 2 h 31"/>
                <a:gd name="T2" fmla="*/ 14 w 49"/>
                <a:gd name="T3" fmla="*/ 8 h 31"/>
                <a:gd name="T4" fmla="*/ 23 w 49"/>
                <a:gd name="T5" fmla="*/ 17 h 31"/>
                <a:gd name="T6" fmla="*/ 26 w 49"/>
                <a:gd name="T7" fmla="*/ 24 h 31"/>
                <a:gd name="T8" fmla="*/ 45 w 49"/>
                <a:gd name="T9" fmla="*/ 27 h 31"/>
                <a:gd name="T10" fmla="*/ 37 w 49"/>
                <a:gd name="T11" fmla="*/ 29 h 31"/>
                <a:gd name="T12" fmla="*/ 18 w 49"/>
                <a:gd name="T13" fmla="*/ 21 h 31"/>
                <a:gd name="T14" fmla="*/ 9 w 49"/>
                <a:gd name="T15" fmla="*/ 12 h 31"/>
                <a:gd name="T16" fmla="*/ 3 w 49"/>
                <a:gd name="T17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1">
                  <a:moveTo>
                    <a:pt x="3" y="2"/>
                  </a:moveTo>
                  <a:cubicBezTo>
                    <a:pt x="5" y="0"/>
                    <a:pt x="10" y="3"/>
                    <a:pt x="14" y="8"/>
                  </a:cubicBezTo>
                  <a:cubicBezTo>
                    <a:pt x="18" y="13"/>
                    <a:pt x="21" y="14"/>
                    <a:pt x="23" y="17"/>
                  </a:cubicBezTo>
                  <a:cubicBezTo>
                    <a:pt x="24" y="20"/>
                    <a:pt x="22" y="22"/>
                    <a:pt x="26" y="24"/>
                  </a:cubicBezTo>
                  <a:cubicBezTo>
                    <a:pt x="31" y="26"/>
                    <a:pt x="41" y="27"/>
                    <a:pt x="45" y="27"/>
                  </a:cubicBezTo>
                  <a:cubicBezTo>
                    <a:pt x="49" y="28"/>
                    <a:pt x="46" y="31"/>
                    <a:pt x="37" y="29"/>
                  </a:cubicBezTo>
                  <a:cubicBezTo>
                    <a:pt x="27" y="26"/>
                    <a:pt x="23" y="29"/>
                    <a:pt x="18" y="21"/>
                  </a:cubicBezTo>
                  <a:cubicBezTo>
                    <a:pt x="12" y="14"/>
                    <a:pt x="12" y="17"/>
                    <a:pt x="9" y="12"/>
                  </a:cubicBezTo>
                  <a:cubicBezTo>
                    <a:pt x="6" y="7"/>
                    <a:pt x="0" y="4"/>
                    <a:pt x="3" y="2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3" name="Freeform 16"/>
            <p:cNvSpPr>
              <a:spLocks/>
            </p:cNvSpPr>
            <p:nvPr/>
          </p:nvSpPr>
          <p:spPr bwMode="auto">
            <a:xfrm>
              <a:off x="4772026" y="5843588"/>
              <a:ext cx="84138" cy="112713"/>
            </a:xfrm>
            <a:custGeom>
              <a:avLst/>
              <a:gdLst>
                <a:gd name="T0" fmla="*/ 6 w 17"/>
                <a:gd name="T1" fmla="*/ 7 h 23"/>
                <a:gd name="T2" fmla="*/ 0 w 17"/>
                <a:gd name="T3" fmla="*/ 11 h 23"/>
                <a:gd name="T4" fmla="*/ 3 w 17"/>
                <a:gd name="T5" fmla="*/ 20 h 23"/>
                <a:gd name="T6" fmla="*/ 12 w 17"/>
                <a:gd name="T7" fmla="*/ 22 h 23"/>
                <a:gd name="T8" fmla="*/ 15 w 17"/>
                <a:gd name="T9" fmla="*/ 15 h 23"/>
                <a:gd name="T10" fmla="*/ 16 w 17"/>
                <a:gd name="T11" fmla="*/ 7 h 23"/>
                <a:gd name="T12" fmla="*/ 13 w 17"/>
                <a:gd name="T13" fmla="*/ 1 h 23"/>
                <a:gd name="T14" fmla="*/ 6 w 17"/>
                <a:gd name="T15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23">
                  <a:moveTo>
                    <a:pt x="6" y="7"/>
                  </a:moveTo>
                  <a:cubicBezTo>
                    <a:pt x="3" y="9"/>
                    <a:pt x="0" y="8"/>
                    <a:pt x="0" y="11"/>
                  </a:cubicBezTo>
                  <a:cubicBezTo>
                    <a:pt x="0" y="14"/>
                    <a:pt x="0" y="20"/>
                    <a:pt x="3" y="20"/>
                  </a:cubicBezTo>
                  <a:cubicBezTo>
                    <a:pt x="6" y="20"/>
                    <a:pt x="11" y="23"/>
                    <a:pt x="12" y="22"/>
                  </a:cubicBezTo>
                  <a:cubicBezTo>
                    <a:pt x="13" y="20"/>
                    <a:pt x="13" y="17"/>
                    <a:pt x="15" y="15"/>
                  </a:cubicBezTo>
                  <a:cubicBezTo>
                    <a:pt x="17" y="12"/>
                    <a:pt x="14" y="12"/>
                    <a:pt x="16" y="7"/>
                  </a:cubicBezTo>
                  <a:cubicBezTo>
                    <a:pt x="17" y="2"/>
                    <a:pt x="16" y="0"/>
                    <a:pt x="13" y="1"/>
                  </a:cubicBezTo>
                  <a:cubicBezTo>
                    <a:pt x="11" y="1"/>
                    <a:pt x="9" y="5"/>
                    <a:pt x="6" y="7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4" name="Freeform 17"/>
            <p:cNvSpPr>
              <a:spLocks/>
            </p:cNvSpPr>
            <p:nvPr/>
          </p:nvSpPr>
          <p:spPr bwMode="auto">
            <a:xfrm>
              <a:off x="4960938" y="5916613"/>
              <a:ext cx="177800" cy="95250"/>
            </a:xfrm>
            <a:custGeom>
              <a:avLst/>
              <a:gdLst>
                <a:gd name="T0" fmla="*/ 4 w 36"/>
                <a:gd name="T1" fmla="*/ 2 h 19"/>
                <a:gd name="T2" fmla="*/ 13 w 36"/>
                <a:gd name="T3" fmla="*/ 2 h 19"/>
                <a:gd name="T4" fmla="*/ 28 w 36"/>
                <a:gd name="T5" fmla="*/ 7 h 19"/>
                <a:gd name="T6" fmla="*/ 31 w 36"/>
                <a:gd name="T7" fmla="*/ 13 h 19"/>
                <a:gd name="T8" fmla="*/ 30 w 36"/>
                <a:gd name="T9" fmla="*/ 17 h 19"/>
                <a:gd name="T10" fmla="*/ 22 w 36"/>
                <a:gd name="T11" fmla="*/ 14 h 19"/>
                <a:gd name="T12" fmla="*/ 13 w 36"/>
                <a:gd name="T13" fmla="*/ 14 h 19"/>
                <a:gd name="T14" fmla="*/ 9 w 36"/>
                <a:gd name="T15" fmla="*/ 7 h 19"/>
                <a:gd name="T16" fmla="*/ 4 w 36"/>
                <a:gd name="T17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9">
                  <a:moveTo>
                    <a:pt x="4" y="2"/>
                  </a:moveTo>
                  <a:cubicBezTo>
                    <a:pt x="8" y="0"/>
                    <a:pt x="10" y="0"/>
                    <a:pt x="13" y="2"/>
                  </a:cubicBezTo>
                  <a:cubicBezTo>
                    <a:pt x="17" y="3"/>
                    <a:pt x="24" y="4"/>
                    <a:pt x="28" y="7"/>
                  </a:cubicBezTo>
                  <a:cubicBezTo>
                    <a:pt x="31" y="10"/>
                    <a:pt x="28" y="11"/>
                    <a:pt x="31" y="13"/>
                  </a:cubicBezTo>
                  <a:cubicBezTo>
                    <a:pt x="34" y="16"/>
                    <a:pt x="36" y="19"/>
                    <a:pt x="30" y="17"/>
                  </a:cubicBezTo>
                  <a:cubicBezTo>
                    <a:pt x="23" y="15"/>
                    <a:pt x="25" y="13"/>
                    <a:pt x="22" y="14"/>
                  </a:cubicBezTo>
                  <a:cubicBezTo>
                    <a:pt x="18" y="14"/>
                    <a:pt x="18" y="17"/>
                    <a:pt x="13" y="14"/>
                  </a:cubicBezTo>
                  <a:cubicBezTo>
                    <a:pt x="9" y="10"/>
                    <a:pt x="12" y="8"/>
                    <a:pt x="9" y="7"/>
                  </a:cubicBezTo>
                  <a:cubicBezTo>
                    <a:pt x="6" y="6"/>
                    <a:pt x="0" y="5"/>
                    <a:pt x="4" y="2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5" name="Freeform 18"/>
            <p:cNvSpPr>
              <a:spLocks/>
            </p:cNvSpPr>
            <p:nvPr/>
          </p:nvSpPr>
          <p:spPr bwMode="auto">
            <a:xfrm>
              <a:off x="4187826" y="6016625"/>
              <a:ext cx="104775" cy="138113"/>
            </a:xfrm>
            <a:custGeom>
              <a:avLst/>
              <a:gdLst>
                <a:gd name="T0" fmla="*/ 14 w 21"/>
                <a:gd name="T1" fmla="*/ 2 h 28"/>
                <a:gd name="T2" fmla="*/ 6 w 21"/>
                <a:gd name="T3" fmla="*/ 10 h 28"/>
                <a:gd name="T4" fmla="*/ 4 w 21"/>
                <a:gd name="T5" fmla="*/ 16 h 28"/>
                <a:gd name="T6" fmla="*/ 5 w 21"/>
                <a:gd name="T7" fmla="*/ 27 h 28"/>
                <a:gd name="T8" fmla="*/ 14 w 21"/>
                <a:gd name="T9" fmla="*/ 12 h 28"/>
                <a:gd name="T10" fmla="*/ 14 w 21"/>
                <a:gd name="T1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8">
                  <a:moveTo>
                    <a:pt x="14" y="2"/>
                  </a:moveTo>
                  <a:cubicBezTo>
                    <a:pt x="10" y="4"/>
                    <a:pt x="9" y="7"/>
                    <a:pt x="6" y="10"/>
                  </a:cubicBezTo>
                  <a:cubicBezTo>
                    <a:pt x="4" y="12"/>
                    <a:pt x="5" y="12"/>
                    <a:pt x="4" y="16"/>
                  </a:cubicBezTo>
                  <a:cubicBezTo>
                    <a:pt x="3" y="20"/>
                    <a:pt x="0" y="27"/>
                    <a:pt x="5" y="27"/>
                  </a:cubicBezTo>
                  <a:cubicBezTo>
                    <a:pt x="11" y="28"/>
                    <a:pt x="12" y="17"/>
                    <a:pt x="14" y="12"/>
                  </a:cubicBezTo>
                  <a:cubicBezTo>
                    <a:pt x="16" y="8"/>
                    <a:pt x="21" y="0"/>
                    <a:pt x="14" y="2"/>
                  </a:cubicBez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7" name="Rectangle 70"/>
          <p:cNvSpPr>
            <a:spLocks noChangeArrowheads="1"/>
          </p:cNvSpPr>
          <p:nvPr/>
        </p:nvSpPr>
        <p:spPr bwMode="auto">
          <a:xfrm>
            <a:off x="7924801" y="1763124"/>
            <a:ext cx="245328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CE5200"/>
                </a:solidFill>
                <a:latin typeface="Arial"/>
                <a:cs typeface="Arial"/>
              </a:rPr>
              <a:t>5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FYP/MS Thesis supervised</a:t>
            </a:r>
          </a:p>
        </p:txBody>
      </p:sp>
      <p:sp>
        <p:nvSpPr>
          <p:cNvPr id="113" name="Oval 1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7719548" y="2650200"/>
            <a:ext cx="1120779" cy="1120777"/>
          </a:xfrm>
          <a:prstGeom prst="ellipse">
            <a:avLst/>
          </a:prstGeom>
          <a:gradFill flip="none" rotWithShape="1">
            <a:gsLst>
              <a:gs pos="0">
                <a:srgbClr val="E76300"/>
              </a:gs>
              <a:gs pos="100000">
                <a:srgbClr val="CE5200"/>
              </a:gs>
            </a:gsLst>
            <a:lin ang="27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sp>
        <p:nvSpPr>
          <p:cNvPr id="118" name="Freeform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998302" y="2869711"/>
            <a:ext cx="548912" cy="618897"/>
          </a:xfrm>
          <a:custGeom>
            <a:avLst/>
            <a:gdLst>
              <a:gd name="T0" fmla="*/ 250 w 273"/>
              <a:gd name="T1" fmla="*/ 122 h 308"/>
              <a:gd name="T2" fmla="*/ 229 w 273"/>
              <a:gd name="T3" fmla="*/ 136 h 308"/>
              <a:gd name="T4" fmla="*/ 227 w 273"/>
              <a:gd name="T5" fmla="*/ 136 h 308"/>
              <a:gd name="T6" fmla="*/ 204 w 273"/>
              <a:gd name="T7" fmla="*/ 114 h 308"/>
              <a:gd name="T8" fmla="*/ 181 w 273"/>
              <a:gd name="T9" fmla="*/ 132 h 308"/>
              <a:gd name="T10" fmla="*/ 180 w 273"/>
              <a:gd name="T11" fmla="*/ 132 h 308"/>
              <a:gd name="T12" fmla="*/ 180 w 273"/>
              <a:gd name="T13" fmla="*/ 128 h 308"/>
              <a:gd name="T14" fmla="*/ 157 w 273"/>
              <a:gd name="T15" fmla="*/ 105 h 308"/>
              <a:gd name="T16" fmla="*/ 134 w 273"/>
              <a:gd name="T17" fmla="*/ 128 h 308"/>
              <a:gd name="T18" fmla="*/ 134 w 273"/>
              <a:gd name="T19" fmla="*/ 27 h 308"/>
              <a:gd name="T20" fmla="*/ 110 w 273"/>
              <a:gd name="T21" fmla="*/ 0 h 308"/>
              <a:gd name="T22" fmla="*/ 87 w 273"/>
              <a:gd name="T23" fmla="*/ 27 h 308"/>
              <a:gd name="T24" fmla="*/ 87 w 273"/>
              <a:gd name="T25" fmla="*/ 158 h 308"/>
              <a:gd name="T26" fmla="*/ 87 w 273"/>
              <a:gd name="T27" fmla="*/ 168 h 308"/>
              <a:gd name="T28" fmla="*/ 87 w 273"/>
              <a:gd name="T29" fmla="*/ 206 h 308"/>
              <a:gd name="T30" fmla="*/ 48 w 273"/>
              <a:gd name="T31" fmla="*/ 167 h 308"/>
              <a:gd name="T32" fmla="*/ 10 w 273"/>
              <a:gd name="T33" fmla="*/ 167 h 308"/>
              <a:gd name="T34" fmla="*/ 10 w 273"/>
              <a:gd name="T35" fmla="*/ 205 h 308"/>
              <a:gd name="T36" fmla="*/ 87 w 273"/>
              <a:gd name="T37" fmla="*/ 282 h 308"/>
              <a:gd name="T38" fmla="*/ 180 w 273"/>
              <a:gd name="T39" fmla="*/ 308 h 308"/>
              <a:gd name="T40" fmla="*/ 273 w 273"/>
              <a:gd name="T41" fmla="*/ 223 h 308"/>
              <a:gd name="T42" fmla="*/ 273 w 273"/>
              <a:gd name="T43" fmla="*/ 158 h 308"/>
              <a:gd name="T44" fmla="*/ 273 w 273"/>
              <a:gd name="T45" fmla="*/ 146 h 308"/>
              <a:gd name="T46" fmla="*/ 250 w 273"/>
              <a:gd name="T47" fmla="*/ 122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73" h="308">
                <a:moveTo>
                  <a:pt x="250" y="122"/>
                </a:moveTo>
                <a:cubicBezTo>
                  <a:pt x="241" y="122"/>
                  <a:pt x="233" y="128"/>
                  <a:pt x="229" y="136"/>
                </a:cubicBezTo>
                <a:cubicBezTo>
                  <a:pt x="228" y="136"/>
                  <a:pt x="227" y="136"/>
                  <a:pt x="227" y="136"/>
                </a:cubicBezTo>
                <a:cubicBezTo>
                  <a:pt x="226" y="123"/>
                  <a:pt x="216" y="114"/>
                  <a:pt x="204" y="114"/>
                </a:cubicBezTo>
                <a:cubicBezTo>
                  <a:pt x="192" y="114"/>
                  <a:pt x="183" y="122"/>
                  <a:pt x="181" y="132"/>
                </a:cubicBezTo>
                <a:cubicBezTo>
                  <a:pt x="181" y="132"/>
                  <a:pt x="180" y="132"/>
                  <a:pt x="180" y="132"/>
                </a:cubicBezTo>
                <a:cubicBezTo>
                  <a:pt x="180" y="128"/>
                  <a:pt x="180" y="128"/>
                  <a:pt x="180" y="128"/>
                </a:cubicBezTo>
                <a:cubicBezTo>
                  <a:pt x="180" y="116"/>
                  <a:pt x="170" y="105"/>
                  <a:pt x="157" y="105"/>
                </a:cubicBezTo>
                <a:cubicBezTo>
                  <a:pt x="144" y="105"/>
                  <a:pt x="134" y="116"/>
                  <a:pt x="134" y="128"/>
                </a:cubicBezTo>
                <a:cubicBezTo>
                  <a:pt x="134" y="27"/>
                  <a:pt x="134" y="27"/>
                  <a:pt x="134" y="27"/>
                </a:cubicBezTo>
                <a:cubicBezTo>
                  <a:pt x="134" y="12"/>
                  <a:pt x="123" y="0"/>
                  <a:pt x="110" y="0"/>
                </a:cubicBezTo>
                <a:cubicBezTo>
                  <a:pt x="97" y="0"/>
                  <a:pt x="87" y="12"/>
                  <a:pt x="87" y="27"/>
                </a:cubicBezTo>
                <a:cubicBezTo>
                  <a:pt x="87" y="158"/>
                  <a:pt x="87" y="158"/>
                  <a:pt x="87" y="15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7" y="206"/>
                  <a:pt x="87" y="206"/>
                  <a:pt x="87" y="206"/>
                </a:cubicBezTo>
                <a:cubicBezTo>
                  <a:pt x="48" y="167"/>
                  <a:pt x="48" y="167"/>
                  <a:pt x="48" y="167"/>
                </a:cubicBezTo>
                <a:cubicBezTo>
                  <a:pt x="38" y="156"/>
                  <a:pt x="21" y="156"/>
                  <a:pt x="10" y="167"/>
                </a:cubicBezTo>
                <a:cubicBezTo>
                  <a:pt x="0" y="178"/>
                  <a:pt x="0" y="195"/>
                  <a:pt x="10" y="205"/>
                </a:cubicBezTo>
                <a:cubicBezTo>
                  <a:pt x="87" y="282"/>
                  <a:pt x="87" y="282"/>
                  <a:pt x="87" y="282"/>
                </a:cubicBezTo>
                <a:cubicBezTo>
                  <a:pt x="87" y="282"/>
                  <a:pt x="102" y="308"/>
                  <a:pt x="180" y="308"/>
                </a:cubicBezTo>
                <a:cubicBezTo>
                  <a:pt x="273" y="308"/>
                  <a:pt x="273" y="223"/>
                  <a:pt x="273" y="223"/>
                </a:cubicBezTo>
                <a:cubicBezTo>
                  <a:pt x="273" y="158"/>
                  <a:pt x="273" y="158"/>
                  <a:pt x="273" y="158"/>
                </a:cubicBezTo>
                <a:cubicBezTo>
                  <a:pt x="273" y="146"/>
                  <a:pt x="273" y="146"/>
                  <a:pt x="273" y="146"/>
                </a:cubicBezTo>
                <a:cubicBezTo>
                  <a:pt x="273" y="133"/>
                  <a:pt x="263" y="122"/>
                  <a:pt x="250" y="122"/>
                </a:cubicBezTo>
                <a:close/>
              </a:path>
            </a:pathLst>
          </a:custGeom>
          <a:noFill/>
          <a:ln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Rectangle 70"/>
          <p:cNvSpPr>
            <a:spLocks noChangeArrowheads="1"/>
          </p:cNvSpPr>
          <p:nvPr/>
        </p:nvSpPr>
        <p:spPr bwMode="auto">
          <a:xfrm>
            <a:off x="9840927" y="4077555"/>
            <a:ext cx="1905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/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BB0000"/>
                </a:solidFill>
                <a:latin typeface="Arial"/>
                <a:cs typeface="Arial"/>
              </a:rPr>
              <a:t>19</a:t>
            </a:r>
          </a:p>
          <a:p>
            <a:pPr>
              <a:lnSpc>
                <a:spcPct val="85000"/>
              </a:lnSpc>
              <a:spcBef>
                <a:spcPts val="200"/>
              </a:spcBef>
            </a:pPr>
            <a:r>
              <a:rPr lang="en-US" sz="1200" dirty="0">
                <a:solidFill>
                  <a:srgbClr val="6C6C6C"/>
                </a:solidFill>
                <a:latin typeface="Arial"/>
                <a:cs typeface="Arial"/>
              </a:rPr>
              <a:t>Medium to large-scale projects completed</a:t>
            </a:r>
          </a:p>
        </p:txBody>
      </p:sp>
      <p:sp>
        <p:nvSpPr>
          <p:cNvPr id="105" name="Oval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8407356" y="3971573"/>
            <a:ext cx="1174198" cy="1174196"/>
          </a:xfrm>
          <a:prstGeom prst="ellipse">
            <a:avLst/>
          </a:prstGeom>
          <a:gradFill flip="none" rotWithShape="1">
            <a:gsLst>
              <a:gs pos="0">
                <a:srgbClr val="EB1000"/>
              </a:gs>
              <a:gs pos="100000">
                <a:srgbClr val="BB0000"/>
              </a:gs>
            </a:gsLst>
            <a:lin ang="27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sp>
        <p:nvSpPr>
          <p:cNvPr id="108" name="Freeform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8583249" y="4221456"/>
            <a:ext cx="822763" cy="591361"/>
          </a:xfrm>
          <a:custGeom>
            <a:avLst/>
            <a:gdLst>
              <a:gd name="T0" fmla="*/ 446 w 448"/>
              <a:gd name="T1" fmla="*/ 296 h 322"/>
              <a:gd name="T2" fmla="*/ 421 w 448"/>
              <a:gd name="T3" fmla="*/ 245 h 322"/>
              <a:gd name="T4" fmla="*/ 415 w 448"/>
              <a:gd name="T5" fmla="*/ 235 h 322"/>
              <a:gd name="T6" fmla="*/ 418 w 448"/>
              <a:gd name="T7" fmla="*/ 227 h 322"/>
              <a:gd name="T8" fmla="*/ 418 w 448"/>
              <a:gd name="T9" fmla="*/ 10 h 322"/>
              <a:gd name="T10" fmla="*/ 408 w 448"/>
              <a:gd name="T11" fmla="*/ 0 h 322"/>
              <a:gd name="T12" fmla="*/ 43 w 448"/>
              <a:gd name="T13" fmla="*/ 0 h 322"/>
              <a:gd name="T14" fmla="*/ 33 w 448"/>
              <a:gd name="T15" fmla="*/ 10 h 322"/>
              <a:gd name="T16" fmla="*/ 33 w 448"/>
              <a:gd name="T17" fmla="*/ 227 h 322"/>
              <a:gd name="T18" fmla="*/ 36 w 448"/>
              <a:gd name="T19" fmla="*/ 236 h 322"/>
              <a:gd name="T20" fmla="*/ 28 w 448"/>
              <a:gd name="T21" fmla="*/ 246 h 322"/>
              <a:gd name="T22" fmla="*/ 1 w 448"/>
              <a:gd name="T23" fmla="*/ 296 h 322"/>
              <a:gd name="T24" fmla="*/ 3 w 448"/>
              <a:gd name="T25" fmla="*/ 315 h 322"/>
              <a:gd name="T26" fmla="*/ 4 w 448"/>
              <a:gd name="T27" fmla="*/ 316 h 322"/>
              <a:gd name="T28" fmla="*/ 9 w 448"/>
              <a:gd name="T29" fmla="*/ 321 h 322"/>
              <a:gd name="T30" fmla="*/ 62 w 448"/>
              <a:gd name="T31" fmla="*/ 321 h 322"/>
              <a:gd name="T32" fmla="*/ 440 w 448"/>
              <a:gd name="T33" fmla="*/ 321 h 322"/>
              <a:gd name="T34" fmla="*/ 441 w 448"/>
              <a:gd name="T35" fmla="*/ 321 h 322"/>
              <a:gd name="T36" fmla="*/ 444 w 448"/>
              <a:gd name="T37" fmla="*/ 319 h 322"/>
              <a:gd name="T38" fmla="*/ 447 w 448"/>
              <a:gd name="T39" fmla="*/ 314 h 322"/>
              <a:gd name="T40" fmla="*/ 446 w 448"/>
              <a:gd name="T41" fmla="*/ 296 h 322"/>
              <a:gd name="T42" fmla="*/ 390 w 448"/>
              <a:gd name="T43" fmla="*/ 38 h 322"/>
              <a:gd name="T44" fmla="*/ 390 w 448"/>
              <a:gd name="T45" fmla="*/ 212 h 322"/>
              <a:gd name="T46" fmla="*/ 381 w 448"/>
              <a:gd name="T47" fmla="*/ 221 h 322"/>
              <a:gd name="T48" fmla="*/ 380 w 448"/>
              <a:gd name="T49" fmla="*/ 221 h 322"/>
              <a:gd name="T50" fmla="*/ 313 w 448"/>
              <a:gd name="T51" fmla="*/ 221 h 322"/>
              <a:gd name="T52" fmla="*/ 112 w 448"/>
              <a:gd name="T53" fmla="*/ 221 h 322"/>
              <a:gd name="T54" fmla="*/ 89 w 448"/>
              <a:gd name="T55" fmla="*/ 221 h 322"/>
              <a:gd name="T56" fmla="*/ 70 w 448"/>
              <a:gd name="T57" fmla="*/ 221 h 322"/>
              <a:gd name="T58" fmla="*/ 64 w 448"/>
              <a:gd name="T59" fmla="*/ 219 h 322"/>
              <a:gd name="T60" fmla="*/ 62 w 448"/>
              <a:gd name="T61" fmla="*/ 216 h 322"/>
              <a:gd name="T62" fmla="*/ 61 w 448"/>
              <a:gd name="T63" fmla="*/ 212 h 322"/>
              <a:gd name="T64" fmla="*/ 61 w 448"/>
              <a:gd name="T65" fmla="*/ 201 h 322"/>
              <a:gd name="T66" fmla="*/ 61 w 448"/>
              <a:gd name="T67" fmla="*/ 195 h 322"/>
              <a:gd name="T68" fmla="*/ 61 w 448"/>
              <a:gd name="T69" fmla="*/ 195 h 322"/>
              <a:gd name="T70" fmla="*/ 61 w 448"/>
              <a:gd name="T71" fmla="*/ 35 h 322"/>
              <a:gd name="T72" fmla="*/ 70 w 448"/>
              <a:gd name="T73" fmla="*/ 26 h 322"/>
              <a:gd name="T74" fmla="*/ 381 w 448"/>
              <a:gd name="T75" fmla="*/ 26 h 322"/>
              <a:gd name="T76" fmla="*/ 383 w 448"/>
              <a:gd name="T77" fmla="*/ 26 h 322"/>
              <a:gd name="T78" fmla="*/ 390 w 448"/>
              <a:gd name="T79" fmla="*/ 38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48" h="322">
                <a:moveTo>
                  <a:pt x="446" y="296"/>
                </a:moveTo>
                <a:cubicBezTo>
                  <a:pt x="421" y="245"/>
                  <a:pt x="421" y="245"/>
                  <a:pt x="421" y="245"/>
                </a:cubicBezTo>
                <a:cubicBezTo>
                  <a:pt x="419" y="240"/>
                  <a:pt x="417" y="237"/>
                  <a:pt x="415" y="235"/>
                </a:cubicBezTo>
                <a:cubicBezTo>
                  <a:pt x="417" y="233"/>
                  <a:pt x="418" y="231"/>
                  <a:pt x="418" y="227"/>
                </a:cubicBezTo>
                <a:cubicBezTo>
                  <a:pt x="418" y="10"/>
                  <a:pt x="418" y="10"/>
                  <a:pt x="418" y="10"/>
                </a:cubicBezTo>
                <a:cubicBezTo>
                  <a:pt x="418" y="4"/>
                  <a:pt x="414" y="0"/>
                  <a:pt x="408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7" y="0"/>
                  <a:pt x="33" y="4"/>
                  <a:pt x="33" y="10"/>
                </a:cubicBezTo>
                <a:cubicBezTo>
                  <a:pt x="33" y="227"/>
                  <a:pt x="33" y="227"/>
                  <a:pt x="33" y="227"/>
                </a:cubicBezTo>
                <a:cubicBezTo>
                  <a:pt x="33" y="231"/>
                  <a:pt x="34" y="234"/>
                  <a:pt x="36" y="236"/>
                </a:cubicBezTo>
                <a:cubicBezTo>
                  <a:pt x="32" y="236"/>
                  <a:pt x="30" y="239"/>
                  <a:pt x="28" y="246"/>
                </a:cubicBezTo>
                <a:cubicBezTo>
                  <a:pt x="1" y="296"/>
                  <a:pt x="1" y="296"/>
                  <a:pt x="1" y="296"/>
                </a:cubicBezTo>
                <a:cubicBezTo>
                  <a:pt x="0" y="301"/>
                  <a:pt x="1" y="310"/>
                  <a:pt x="3" y="315"/>
                </a:cubicBezTo>
                <a:cubicBezTo>
                  <a:pt x="4" y="316"/>
                  <a:pt x="4" y="316"/>
                  <a:pt x="4" y="316"/>
                </a:cubicBezTo>
                <a:cubicBezTo>
                  <a:pt x="5" y="319"/>
                  <a:pt x="7" y="321"/>
                  <a:pt x="9" y="321"/>
                </a:cubicBezTo>
                <a:cubicBezTo>
                  <a:pt x="62" y="321"/>
                  <a:pt x="62" y="321"/>
                  <a:pt x="62" y="321"/>
                </a:cubicBezTo>
                <a:cubicBezTo>
                  <a:pt x="174" y="321"/>
                  <a:pt x="424" y="322"/>
                  <a:pt x="440" y="321"/>
                </a:cubicBezTo>
                <a:cubicBezTo>
                  <a:pt x="441" y="321"/>
                  <a:pt x="441" y="321"/>
                  <a:pt x="441" y="321"/>
                </a:cubicBezTo>
                <a:cubicBezTo>
                  <a:pt x="442" y="321"/>
                  <a:pt x="443" y="320"/>
                  <a:pt x="444" y="319"/>
                </a:cubicBezTo>
                <a:cubicBezTo>
                  <a:pt x="445" y="317"/>
                  <a:pt x="446" y="316"/>
                  <a:pt x="447" y="314"/>
                </a:cubicBezTo>
                <a:cubicBezTo>
                  <a:pt x="448" y="308"/>
                  <a:pt x="448" y="301"/>
                  <a:pt x="446" y="296"/>
                </a:cubicBezTo>
                <a:close/>
                <a:moveTo>
                  <a:pt x="390" y="38"/>
                </a:moveTo>
                <a:cubicBezTo>
                  <a:pt x="390" y="212"/>
                  <a:pt x="390" y="212"/>
                  <a:pt x="390" y="212"/>
                </a:cubicBezTo>
                <a:cubicBezTo>
                  <a:pt x="390" y="217"/>
                  <a:pt x="386" y="221"/>
                  <a:pt x="381" y="221"/>
                </a:cubicBezTo>
                <a:cubicBezTo>
                  <a:pt x="380" y="221"/>
                  <a:pt x="380" y="221"/>
                  <a:pt x="380" y="221"/>
                </a:cubicBezTo>
                <a:cubicBezTo>
                  <a:pt x="375" y="221"/>
                  <a:pt x="348" y="221"/>
                  <a:pt x="313" y="221"/>
                </a:cubicBezTo>
                <a:cubicBezTo>
                  <a:pt x="112" y="221"/>
                  <a:pt x="112" y="221"/>
                  <a:pt x="112" y="221"/>
                </a:cubicBezTo>
                <a:cubicBezTo>
                  <a:pt x="99" y="221"/>
                  <a:pt x="91" y="221"/>
                  <a:pt x="89" y="221"/>
                </a:cubicBezTo>
                <a:cubicBezTo>
                  <a:pt x="80" y="222"/>
                  <a:pt x="74" y="222"/>
                  <a:pt x="70" y="221"/>
                </a:cubicBezTo>
                <a:cubicBezTo>
                  <a:pt x="68" y="221"/>
                  <a:pt x="66" y="220"/>
                  <a:pt x="64" y="219"/>
                </a:cubicBezTo>
                <a:cubicBezTo>
                  <a:pt x="63" y="218"/>
                  <a:pt x="62" y="217"/>
                  <a:pt x="62" y="216"/>
                </a:cubicBezTo>
                <a:cubicBezTo>
                  <a:pt x="62" y="215"/>
                  <a:pt x="61" y="213"/>
                  <a:pt x="61" y="212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61" y="198"/>
                  <a:pt x="61" y="195"/>
                  <a:pt x="61" y="195"/>
                </a:cubicBezTo>
                <a:cubicBezTo>
                  <a:pt x="61" y="195"/>
                  <a:pt x="61" y="195"/>
                  <a:pt x="61" y="195"/>
                </a:cubicBezTo>
                <a:cubicBezTo>
                  <a:pt x="61" y="35"/>
                  <a:pt x="61" y="35"/>
                  <a:pt x="61" y="35"/>
                </a:cubicBezTo>
                <a:cubicBezTo>
                  <a:pt x="61" y="30"/>
                  <a:pt x="65" y="26"/>
                  <a:pt x="70" y="26"/>
                </a:cubicBezTo>
                <a:cubicBezTo>
                  <a:pt x="381" y="26"/>
                  <a:pt x="381" y="26"/>
                  <a:pt x="381" y="26"/>
                </a:cubicBezTo>
                <a:cubicBezTo>
                  <a:pt x="382" y="26"/>
                  <a:pt x="383" y="26"/>
                  <a:pt x="383" y="26"/>
                </a:cubicBezTo>
                <a:cubicBezTo>
                  <a:pt x="390" y="28"/>
                  <a:pt x="390" y="33"/>
                  <a:pt x="390" y="38"/>
                </a:cubicBezTo>
                <a:close/>
              </a:path>
            </a:pathLst>
          </a:custGeom>
          <a:noFill/>
          <a:ln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48" name="Group 1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6200000">
            <a:off x="4703038" y="501393"/>
            <a:ext cx="2766476" cy="7024808"/>
            <a:chOff x="1981200" y="1524000"/>
            <a:chExt cx="2766476" cy="7024808"/>
          </a:xfrm>
          <a:effectLst>
            <a:outerShdw blurRad="222250" dir="2700000" algn="tl" rotWithShape="0">
              <a:srgbClr val="000000">
                <a:alpha val="43000"/>
              </a:srgbClr>
            </a:outerShdw>
          </a:effectLst>
        </p:grpSpPr>
        <p:sp>
          <p:nvSpPr>
            <p:cNvPr id="149" name="Oval 148"/>
            <p:cNvSpPr/>
            <p:nvPr/>
          </p:nvSpPr>
          <p:spPr>
            <a:xfrm>
              <a:off x="2744207" y="5697671"/>
              <a:ext cx="966050" cy="966048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/>
            <p:cNvSpPr/>
            <p:nvPr/>
          </p:nvSpPr>
          <p:spPr>
            <a:xfrm>
              <a:off x="2215894" y="7335440"/>
              <a:ext cx="1213370" cy="1213368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/>
            <p:cNvSpPr/>
            <p:nvPr/>
          </p:nvSpPr>
          <p:spPr>
            <a:xfrm>
              <a:off x="3589507" y="6648634"/>
              <a:ext cx="1158169" cy="1158167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/>
            <p:cNvSpPr/>
            <p:nvPr/>
          </p:nvSpPr>
          <p:spPr>
            <a:xfrm>
              <a:off x="3695170" y="1524000"/>
              <a:ext cx="695612" cy="695610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/>
            <p:cNvSpPr/>
            <p:nvPr/>
          </p:nvSpPr>
          <p:spPr>
            <a:xfrm>
              <a:off x="3008363" y="2290053"/>
              <a:ext cx="792471" cy="792469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/>
            <p:cNvSpPr/>
            <p:nvPr/>
          </p:nvSpPr>
          <p:spPr>
            <a:xfrm>
              <a:off x="1981200" y="4717245"/>
              <a:ext cx="912138" cy="912137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/>
            <p:cNvSpPr/>
            <p:nvPr/>
          </p:nvSpPr>
          <p:spPr>
            <a:xfrm>
              <a:off x="3800833" y="3056107"/>
              <a:ext cx="864661" cy="864659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/>
            <p:cNvSpPr/>
            <p:nvPr/>
          </p:nvSpPr>
          <p:spPr>
            <a:xfrm>
              <a:off x="3008363" y="4059901"/>
              <a:ext cx="864661" cy="864659"/>
            </a:xfrm>
            <a:prstGeom prst="ellipse">
              <a:avLst/>
            </a:prstGeom>
            <a:noFill/>
            <a:ln w="889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7" name="Group 156"/>
            <p:cNvGrpSpPr/>
            <p:nvPr/>
          </p:nvGrpSpPr>
          <p:grpSpPr>
            <a:xfrm rot="19922543">
              <a:off x="3381373" y="7455467"/>
              <a:ext cx="300653" cy="254939"/>
              <a:chOff x="1548696" y="4168388"/>
              <a:chExt cx="300653" cy="254939"/>
            </a:xfrm>
          </p:grpSpPr>
          <p:cxnSp>
            <p:nvCxnSpPr>
              <p:cNvPr id="176" name="Straight Connector 175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7" name="AutoShape 110"/>
              <p:cNvSpPr>
                <a:spLocks noChangeArrowheads="1"/>
              </p:cNvSpPr>
              <p:nvPr/>
            </p:nvSpPr>
            <p:spPr bwMode="auto">
              <a:xfrm rot="10776071">
                <a:off x="1581538" y="4168388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 rot="13699014">
              <a:off x="3508372" y="6524134"/>
              <a:ext cx="300653" cy="254939"/>
              <a:chOff x="1548696" y="4168387"/>
              <a:chExt cx="300653" cy="254939"/>
            </a:xfrm>
          </p:grpSpPr>
          <p:cxnSp>
            <p:nvCxnSpPr>
              <p:cNvPr id="174" name="Straight Connector 173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5" name="AutoShape 110"/>
              <p:cNvSpPr>
                <a:spLocks noChangeArrowheads="1"/>
              </p:cNvSpPr>
              <p:nvPr/>
            </p:nvSpPr>
            <p:spPr bwMode="auto">
              <a:xfrm rot="10816131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 rot="13699014">
              <a:off x="2670172" y="5525067"/>
              <a:ext cx="300653" cy="254939"/>
              <a:chOff x="1548696" y="4168387"/>
              <a:chExt cx="300653" cy="254939"/>
            </a:xfrm>
          </p:grpSpPr>
          <p:cxnSp>
            <p:nvCxnSpPr>
              <p:cNvPr id="172" name="Straight Connector 171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3" name="AutoShape 110"/>
              <p:cNvSpPr>
                <a:spLocks noChangeArrowheads="1"/>
              </p:cNvSpPr>
              <p:nvPr/>
            </p:nvSpPr>
            <p:spPr bwMode="auto">
              <a:xfrm rot="10920849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 rot="19562082">
              <a:off x="2788706" y="4720733"/>
              <a:ext cx="300653" cy="254939"/>
              <a:chOff x="1548696" y="4168387"/>
              <a:chExt cx="300653" cy="254939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1" name="AutoShape 110"/>
              <p:cNvSpPr>
                <a:spLocks noChangeArrowheads="1"/>
              </p:cNvSpPr>
              <p:nvPr/>
            </p:nvSpPr>
            <p:spPr bwMode="auto">
              <a:xfrm rot="10766713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 rot="18448659">
              <a:off x="3685888" y="3859456"/>
              <a:ext cx="321553" cy="260746"/>
              <a:chOff x="1572290" y="4162580"/>
              <a:chExt cx="321553" cy="260746"/>
            </a:xfrm>
          </p:grpSpPr>
          <p:cxnSp>
            <p:nvCxnSpPr>
              <p:cNvPr id="168" name="Straight Connector 167"/>
              <p:cNvCxnSpPr/>
              <p:nvPr/>
            </p:nvCxnSpPr>
            <p:spPr>
              <a:xfrm rot="3124413" flipV="1">
                <a:off x="1606144" y="4128726"/>
                <a:ext cx="253845" cy="321553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9" name="AutoShape 110"/>
              <p:cNvSpPr>
                <a:spLocks noChangeArrowheads="1"/>
              </p:cNvSpPr>
              <p:nvPr/>
            </p:nvSpPr>
            <p:spPr bwMode="auto">
              <a:xfrm rot="10952191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62" name="Group 161"/>
            <p:cNvGrpSpPr/>
            <p:nvPr/>
          </p:nvGrpSpPr>
          <p:grpSpPr>
            <a:xfrm rot="13506062">
              <a:off x="3635371" y="2934269"/>
              <a:ext cx="300653" cy="254939"/>
              <a:chOff x="1548696" y="4168387"/>
              <a:chExt cx="300653" cy="254939"/>
            </a:xfrm>
          </p:grpSpPr>
          <p:cxnSp>
            <p:nvCxnSpPr>
              <p:cNvPr id="166" name="Straight Connector 165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7" name="AutoShape 110"/>
              <p:cNvSpPr>
                <a:spLocks noChangeArrowheads="1"/>
              </p:cNvSpPr>
              <p:nvPr/>
            </p:nvSpPr>
            <p:spPr bwMode="auto">
              <a:xfrm rot="10793938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 rot="18455992">
              <a:off x="3593039" y="2129933"/>
              <a:ext cx="300653" cy="254939"/>
              <a:chOff x="1548696" y="4168387"/>
              <a:chExt cx="300653" cy="254939"/>
            </a:xfrm>
          </p:grpSpPr>
          <p:cxnSp>
            <p:nvCxnSpPr>
              <p:cNvPr id="164" name="Straight Connector 163"/>
              <p:cNvCxnSpPr/>
              <p:nvPr/>
            </p:nvCxnSpPr>
            <p:spPr>
              <a:xfrm rot="1677457" flipV="1">
                <a:off x="1548696" y="4206006"/>
                <a:ext cx="287669" cy="158905"/>
              </a:xfrm>
              <a:prstGeom prst="line">
                <a:avLst/>
              </a:prstGeom>
              <a:noFill/>
              <a:ln w="292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5" name="AutoShape 110"/>
              <p:cNvSpPr>
                <a:spLocks noChangeArrowheads="1"/>
              </p:cNvSpPr>
              <p:nvPr/>
            </p:nvSpPr>
            <p:spPr bwMode="auto">
              <a:xfrm rot="11244008">
                <a:off x="1581538" y="4168387"/>
                <a:ext cx="267811" cy="254939"/>
              </a:xfrm>
              <a:prstGeom prst="rightArrow">
                <a:avLst>
                  <a:gd name="adj1" fmla="val 55843"/>
                  <a:gd name="adj2" fmla="val 34934"/>
                </a:avLst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A5A5A5"/>
                  </a:gs>
                </a:gsLst>
                <a:lin ang="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745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  <p:bldP spid="119" grpId="0" animBg="1"/>
      <p:bldP spid="212" grpId="0"/>
      <p:bldP spid="130" grpId="0" animBg="1"/>
      <p:bldP spid="211" grpId="0"/>
      <p:bldP spid="144" grpId="0" animBg="1"/>
      <p:bldP spid="210" grpId="0"/>
      <p:bldP spid="146" grpId="0" animBg="1"/>
      <p:bldP spid="209" grpId="0"/>
      <p:bldP spid="136" grpId="0" animBg="1"/>
      <p:bldP spid="208" grpId="0"/>
      <p:bldP spid="97" grpId="0" animBg="1"/>
      <p:bldP spid="207" grpId="0"/>
      <p:bldP spid="113" grpId="0" animBg="1"/>
      <p:bldP spid="206" grpId="0"/>
      <p:bldP spid="10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FUNDAMENTALS – S1</a:t>
            </a:r>
          </a:p>
          <a:p>
            <a:r>
              <a:rPr lang="en-US" dirty="0"/>
              <a:t>CLIENT-SIDE – S2</a:t>
            </a:r>
          </a:p>
          <a:p>
            <a:r>
              <a:rPr lang="en-US" dirty="0"/>
              <a:t>SERVER-SIDE – S2</a:t>
            </a:r>
          </a:p>
          <a:p>
            <a:r>
              <a:rPr lang="en-US" dirty="0"/>
              <a:t>DJANGO FRAMEWORK – S3</a:t>
            </a:r>
          </a:p>
          <a:p>
            <a:r>
              <a:rPr lang="en-US" dirty="0"/>
              <a:t>DJANGO IN PRACTICE – S4-S6</a:t>
            </a:r>
          </a:p>
          <a:p>
            <a:r>
              <a:rPr lang="en-US" dirty="0"/>
              <a:t>WHAT’S NEXT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WEB FUNDAMENTALS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Origins of Hyper-text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HTTP. Just another protocol?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What’s with the ‘S’ in HTTPS?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HTML5. A giant leap.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400" dirty="0"/>
              <a:t>Reducing overlap between mark-up, styling and scripting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400" dirty="0"/>
              <a:t>Meaningful tags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400" dirty="0"/>
              <a:t>Responsiveness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400" dirty="0"/>
              <a:t>Support for media plug-ins</a:t>
            </a:r>
          </a:p>
        </p:txBody>
      </p:sp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WEB FUNDAMENTALS – Web server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Software (yes) that provides content against a client request.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It is identified by a globally unique IP Address, often masked by a domain name.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communication happens over HTTP on designated ports.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content is provided in HTML.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Web Server hosts one or more web applications.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Apache Tomcat, NGINX, IIS.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Creates Sessions (literally, nothing more than a temporary passcode).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Receives a “request” object and returns a “response” object.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Tip: It is a bad -- yet very common -- idea to use in-memory cache to keep session information. Why?</a:t>
            </a:r>
          </a:p>
        </p:txBody>
      </p:sp>
    </p:spTree>
    <p:extLst>
      <p:ext uri="{BB962C8B-B14F-4D97-AF65-F5344CB8AC3E}">
        <p14:creationId xmlns:p14="http://schemas.microsoft.com/office/powerpoint/2010/main" val="147631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WEB FUNDAMENTALS – Web browser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A software installed on client’s computer. It’s OS-specific.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Makes requests to web servers via a </a:t>
            </a:r>
            <a:r>
              <a:rPr lang="en-US" sz="3600" u="sng" dirty="0"/>
              <a:t>URL</a:t>
            </a:r>
            <a:r>
              <a:rPr lang="en-US" sz="3600" dirty="0"/>
              <a:t> and </a:t>
            </a:r>
            <a:r>
              <a:rPr lang="en-US" sz="3600" u="sng" dirty="0"/>
              <a:t>renders</a:t>
            </a:r>
            <a:r>
              <a:rPr lang="en-US" sz="3600" dirty="0"/>
              <a:t> the received response to display on its interface.</a:t>
            </a:r>
            <a:endParaRPr lang="ur-PK" sz="3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Engine: the heart of a web browser, responsible for </a:t>
            </a:r>
            <a:r>
              <a:rPr lang="en-US" sz="3600" u="sng" dirty="0"/>
              <a:t>encoding</a:t>
            </a:r>
            <a:r>
              <a:rPr lang="en-US" sz="3600" dirty="0"/>
              <a:t> user's input into HTTP request, and </a:t>
            </a:r>
            <a:r>
              <a:rPr lang="en-US" sz="3600" u="sng" dirty="0"/>
              <a:t>rendering</a:t>
            </a:r>
            <a:r>
              <a:rPr lang="en-US" sz="3600" dirty="0"/>
              <a:t> the response. It also creates layout and manages security.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Scripting Engine: executes client-side scripts on HTML pages via called DOM’s.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Cookies: the cache memory to store client’s data temporarily.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Cookie safety. A big challenge.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33640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WEB FUNDAMENTALS – Languages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e</a:t>
            </a:r>
            <a:r>
              <a:rPr lang="en-US" sz="3600" b="1" dirty="0" err="1"/>
              <a:t>X</a:t>
            </a:r>
            <a:r>
              <a:rPr lang="en-US" sz="3600" dirty="0" err="1"/>
              <a:t>tensible</a:t>
            </a:r>
            <a:r>
              <a:rPr lang="en-US" sz="3600" dirty="0"/>
              <a:t> </a:t>
            </a:r>
            <a:r>
              <a:rPr lang="en-US" sz="3600" b="1" dirty="0"/>
              <a:t>M</a:t>
            </a:r>
            <a:r>
              <a:rPr lang="en-US" sz="3600" dirty="0"/>
              <a:t>ark-up </a:t>
            </a:r>
            <a:r>
              <a:rPr lang="en-US" sz="3600" b="1" dirty="0"/>
              <a:t>L</a:t>
            </a:r>
            <a:r>
              <a:rPr lang="en-US" sz="3600" dirty="0"/>
              <a:t>anguage</a:t>
            </a:r>
            <a:endParaRPr lang="en-US" sz="3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J</a:t>
            </a:r>
            <a:r>
              <a:rPr lang="en-US" sz="3600" dirty="0"/>
              <a:t>ava</a:t>
            </a:r>
            <a:r>
              <a:rPr lang="en-US" sz="3600" b="1" dirty="0"/>
              <a:t>S</a:t>
            </a:r>
            <a:r>
              <a:rPr lang="en-US" sz="3600" dirty="0"/>
              <a:t>cript </a:t>
            </a:r>
            <a:r>
              <a:rPr lang="en-US" sz="3600" b="1" dirty="0"/>
              <a:t>O</a:t>
            </a:r>
            <a:r>
              <a:rPr lang="en-US" sz="3600" dirty="0"/>
              <a:t>bject </a:t>
            </a:r>
            <a:r>
              <a:rPr lang="en-US" sz="3600" b="1" dirty="0"/>
              <a:t>N</a:t>
            </a:r>
            <a:r>
              <a:rPr lang="en-US" sz="3600" dirty="0"/>
              <a:t>otation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JavaScript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V</a:t>
            </a:r>
            <a:r>
              <a:rPr lang="en-US" sz="3600" dirty="0"/>
              <a:t>isual </a:t>
            </a:r>
            <a:r>
              <a:rPr lang="en-US" sz="3600" b="1" dirty="0" err="1"/>
              <a:t>B</a:t>
            </a:r>
            <a:r>
              <a:rPr lang="en-US" sz="3600" dirty="0" err="1"/>
              <a:t>asict</a:t>
            </a:r>
            <a:r>
              <a:rPr lang="en-US" sz="3600" dirty="0"/>
              <a:t> Script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Server-side languages: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J</a:t>
            </a:r>
            <a:r>
              <a:rPr lang="en-US" sz="3400" dirty="0"/>
              <a:t>ava </a:t>
            </a:r>
            <a:r>
              <a:rPr lang="en-US" sz="3400" b="1" dirty="0"/>
              <a:t>S</a:t>
            </a:r>
            <a:r>
              <a:rPr lang="en-US" sz="3400" dirty="0"/>
              <a:t>erver </a:t>
            </a:r>
            <a:r>
              <a:rPr lang="en-US" sz="3400" b="1" dirty="0"/>
              <a:t>P</a:t>
            </a:r>
            <a:r>
              <a:rPr lang="en-US" sz="3400" dirty="0"/>
              <a:t>ages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A</a:t>
            </a:r>
            <a:r>
              <a:rPr lang="en-US" sz="3400" dirty="0"/>
              <a:t>ctive </a:t>
            </a:r>
            <a:r>
              <a:rPr lang="en-US" sz="3400" b="1" dirty="0"/>
              <a:t>S</a:t>
            </a:r>
            <a:r>
              <a:rPr lang="en-US" sz="3400" dirty="0"/>
              <a:t>erver </a:t>
            </a:r>
            <a:r>
              <a:rPr lang="en-US" sz="3400" b="1" dirty="0"/>
              <a:t>P</a:t>
            </a:r>
            <a:r>
              <a:rPr lang="en-US" sz="3400" dirty="0"/>
              <a:t>ages . </a:t>
            </a:r>
            <a:r>
              <a:rPr lang="en-US" sz="3400" b="1" dirty="0"/>
              <a:t>N</a:t>
            </a:r>
            <a:r>
              <a:rPr lang="en-US" sz="3400" dirty="0"/>
              <a:t>etwork </a:t>
            </a:r>
            <a:r>
              <a:rPr lang="en-US" sz="3400" b="1" dirty="0"/>
              <a:t>E</a:t>
            </a:r>
            <a:r>
              <a:rPr lang="en-US" sz="3400" dirty="0"/>
              <a:t>nabled </a:t>
            </a:r>
            <a:r>
              <a:rPr lang="en-US" sz="3400" b="1" dirty="0"/>
              <a:t>T</a:t>
            </a:r>
            <a:r>
              <a:rPr lang="en-US" sz="3400" dirty="0"/>
              <a:t>echnologies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P</a:t>
            </a:r>
            <a:r>
              <a:rPr lang="en-US" sz="3400" dirty="0"/>
              <a:t>ersonal </a:t>
            </a:r>
            <a:r>
              <a:rPr lang="en-US" sz="3400" b="1" dirty="0"/>
              <a:t>H</a:t>
            </a:r>
            <a:r>
              <a:rPr lang="en-US" sz="3400" dirty="0"/>
              <a:t>ome </a:t>
            </a:r>
            <a:r>
              <a:rPr lang="en-US" sz="3400" b="1" dirty="0"/>
              <a:t>P</a:t>
            </a:r>
            <a:r>
              <a:rPr lang="en-US" sz="3400" dirty="0"/>
              <a:t>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Ruby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And of course, Node. </a:t>
            </a:r>
            <a:r>
              <a:rPr lang="en-US" sz="3400" b="1" dirty="0"/>
              <a:t>J</a:t>
            </a:r>
            <a:r>
              <a:rPr lang="en-US" sz="3400" dirty="0"/>
              <a:t>ava</a:t>
            </a:r>
            <a:r>
              <a:rPr lang="en-US" sz="3400" b="1" dirty="0"/>
              <a:t>S</a:t>
            </a:r>
            <a:r>
              <a:rPr lang="en-US" sz="3400" dirty="0"/>
              <a:t>cript</a:t>
            </a:r>
          </a:p>
        </p:txBody>
      </p:sp>
    </p:spTree>
    <p:extLst>
      <p:ext uri="{BB962C8B-B14F-4D97-AF65-F5344CB8AC3E}">
        <p14:creationId xmlns:p14="http://schemas.microsoft.com/office/powerpoint/2010/main" val="181020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WEB FUNDAMENTALS –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5364DEF-EF2E-3651-3620-312C8953F0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917843"/>
              </p:ext>
            </p:extLst>
          </p:nvPr>
        </p:nvGraphicFramePr>
        <p:xfrm>
          <a:off x="220384" y="1511409"/>
          <a:ext cx="11743015" cy="4051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441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400" dirty="0"/>
              <a:t>Submit one-pager on each of the following: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400" dirty="0"/>
              <a:t>Why Microsoft moved from </a:t>
            </a:r>
            <a:r>
              <a:rPr lang="en-US" sz="3400" dirty="0" err="1"/>
              <a:t>EdgeHTML</a:t>
            </a:r>
            <a:r>
              <a:rPr lang="en-US" sz="3400" dirty="0"/>
              <a:t> to Blink web engine?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400" dirty="0"/>
              <a:t>What’s the biggest selling point of “Single-SPA framework”?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400" dirty="0"/>
              <a:t>What’s a self-signed SSL certificate? Why do modern browsers disallow them?</a:t>
            </a:r>
          </a:p>
        </p:txBody>
      </p:sp>
    </p:spTree>
    <p:extLst>
      <p:ext uri="{BB962C8B-B14F-4D97-AF65-F5344CB8AC3E}">
        <p14:creationId xmlns:p14="http://schemas.microsoft.com/office/powerpoint/2010/main" val="24268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unmemorabletitle.co.uk/wp-content/uploads/2013/01/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07750"/>
            <a:ext cx="12192001" cy="696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82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owaishussain@ieee.org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1276</TotalTime>
  <Words>675</Words>
  <Application>Microsoft Office PowerPoint</Application>
  <PresentationFormat>Widescreen</PresentationFormat>
  <Paragraphs>118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Times</vt:lpstr>
      <vt:lpstr>Wingdings</vt:lpstr>
      <vt:lpstr>Office Theme</vt:lpstr>
      <vt:lpstr>Web Development using Django Framework</vt:lpstr>
      <vt:lpstr>Sample 2</vt:lpstr>
      <vt:lpstr>Agenda</vt:lpstr>
      <vt:lpstr>Sample 2</vt:lpstr>
      <vt:lpstr>Sample 2</vt:lpstr>
      <vt:lpstr>Sample 2</vt:lpstr>
      <vt:lpstr>Sample 2</vt:lpstr>
      <vt:lpstr>Sample 2</vt:lpstr>
      <vt:lpstr>Sample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127</cp:revision>
  <dcterms:created xsi:type="dcterms:W3CDTF">2022-11-22T20:08:03Z</dcterms:created>
  <dcterms:modified xsi:type="dcterms:W3CDTF">2023-02-08T13:54:08Z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