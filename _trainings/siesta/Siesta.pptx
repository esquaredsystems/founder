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v" ContentType="video/x-ms-wmv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2"/>
  </p:sldMasterIdLst>
  <p:notesMasterIdLst>
    <p:notesMasterId r:id="rId51"/>
  </p:notesMasterIdLst>
  <p:sldIdLst>
    <p:sldId id="256" r:id="rId3"/>
    <p:sldId id="259" r:id="rId4"/>
    <p:sldId id="261" r:id="rId5"/>
    <p:sldId id="262" r:id="rId6"/>
    <p:sldId id="260" r:id="rId7"/>
    <p:sldId id="263" r:id="rId8"/>
    <p:sldId id="289" r:id="rId9"/>
    <p:sldId id="288" r:id="rId10"/>
    <p:sldId id="264" r:id="rId11"/>
    <p:sldId id="265" r:id="rId12"/>
    <p:sldId id="266" r:id="rId13"/>
    <p:sldId id="267" r:id="rId14"/>
    <p:sldId id="269" r:id="rId15"/>
    <p:sldId id="270" r:id="rId16"/>
    <p:sldId id="273" r:id="rId17"/>
    <p:sldId id="274" r:id="rId18"/>
    <p:sldId id="277" r:id="rId19"/>
    <p:sldId id="284" r:id="rId20"/>
    <p:sldId id="278" r:id="rId21"/>
    <p:sldId id="286" r:id="rId22"/>
    <p:sldId id="290" r:id="rId23"/>
    <p:sldId id="296" r:id="rId24"/>
    <p:sldId id="281" r:id="rId25"/>
    <p:sldId id="293" r:id="rId26"/>
    <p:sldId id="292" r:id="rId27"/>
    <p:sldId id="291" r:id="rId28"/>
    <p:sldId id="280" r:id="rId29"/>
    <p:sldId id="298" r:id="rId30"/>
    <p:sldId id="299" r:id="rId31"/>
    <p:sldId id="283" r:id="rId32"/>
    <p:sldId id="300" r:id="rId33"/>
    <p:sldId id="301" r:id="rId34"/>
    <p:sldId id="302" r:id="rId35"/>
    <p:sldId id="287" r:id="rId36"/>
    <p:sldId id="303" r:id="rId37"/>
    <p:sldId id="304" r:id="rId38"/>
    <p:sldId id="294" r:id="rId39"/>
    <p:sldId id="295" r:id="rId40"/>
    <p:sldId id="285" r:id="rId41"/>
    <p:sldId id="297" r:id="rId42"/>
    <p:sldId id="305" r:id="rId43"/>
    <p:sldId id="306" r:id="rId44"/>
    <p:sldId id="307" r:id="rId45"/>
    <p:sldId id="308" r:id="rId46"/>
    <p:sldId id="309" r:id="rId47"/>
    <p:sldId id="310" r:id="rId48"/>
    <p:sldId id="311" r:id="rId49"/>
    <p:sldId id="312" r:id="rId50"/>
  </p:sldIdLst>
  <p:sldSz cx="9144000" cy="6858000" type="screen4x3"/>
  <p:notesSz cx="6858000" cy="9144000"/>
  <p:custDataLst>
    <p:tags r:id="rId5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684" autoAdjust="0"/>
    <p:restoredTop sz="42918" autoAdjust="0"/>
  </p:normalViewPr>
  <p:slideViewPr>
    <p:cSldViewPr snapToGrid="0">
      <p:cViewPr varScale="1">
        <p:scale>
          <a:sx n="82" d="100"/>
          <a:sy n="82" d="100"/>
        </p:scale>
        <p:origin x="133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Energy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0</c:v>
                </c:pt>
                <c:pt idx="1">
                  <c:v>3</c:v>
                </c:pt>
                <c:pt idx="2">
                  <c:v>6</c:v>
                </c:pt>
                <c:pt idx="3">
                  <c:v>9</c:v>
                </c:pt>
                <c:pt idx="4">
                  <c:v>12</c:v>
                </c:pt>
                <c:pt idx="5">
                  <c:v>13</c:v>
                </c:pt>
                <c:pt idx="6">
                  <c:v>15</c:v>
                </c:pt>
                <c:pt idx="7">
                  <c:v>18</c:v>
                </c:pt>
                <c:pt idx="8">
                  <c:v>21</c:v>
                </c:pt>
                <c:pt idx="9">
                  <c:v>24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1000</c:v>
                </c:pt>
                <c:pt idx="2">
                  <c:v>950</c:v>
                </c:pt>
                <c:pt idx="3">
                  <c:v>855</c:v>
                </c:pt>
                <c:pt idx="4">
                  <c:v>726.75</c:v>
                </c:pt>
                <c:pt idx="5">
                  <c:v>684</c:v>
                </c:pt>
                <c:pt idx="6">
                  <c:v>410.4</c:v>
                </c:pt>
                <c:pt idx="7">
                  <c:v>82.08</c:v>
                </c:pt>
                <c:pt idx="8">
                  <c:v>8.2080000000000002</c:v>
                </c:pt>
                <c:pt idx="9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CD5-4751-9DA3-189B9B338D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802957392"/>
        <c:axId val="-802954128"/>
      </c:scatterChart>
      <c:valAx>
        <c:axId val="-8029573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-802954128"/>
        <c:crosses val="autoZero"/>
        <c:crossBetween val="midCat"/>
      </c:valAx>
      <c:valAx>
        <c:axId val="-8029541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-80295739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PK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PK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Energy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0</c:v>
                </c:pt>
                <c:pt idx="1">
                  <c:v>3</c:v>
                </c:pt>
                <c:pt idx="2">
                  <c:v>6</c:v>
                </c:pt>
                <c:pt idx="3">
                  <c:v>9</c:v>
                </c:pt>
                <c:pt idx="4">
                  <c:v>12</c:v>
                </c:pt>
                <c:pt idx="5">
                  <c:v>13</c:v>
                </c:pt>
                <c:pt idx="6">
                  <c:v>15</c:v>
                </c:pt>
                <c:pt idx="7">
                  <c:v>18</c:v>
                </c:pt>
                <c:pt idx="8">
                  <c:v>21</c:v>
                </c:pt>
                <c:pt idx="9">
                  <c:v>24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1000</c:v>
                </c:pt>
                <c:pt idx="2">
                  <c:v>950</c:v>
                </c:pt>
                <c:pt idx="3">
                  <c:v>855</c:v>
                </c:pt>
                <c:pt idx="4">
                  <c:v>726.75</c:v>
                </c:pt>
                <c:pt idx="5">
                  <c:v>684</c:v>
                </c:pt>
                <c:pt idx="6">
                  <c:v>410.4</c:v>
                </c:pt>
                <c:pt idx="7">
                  <c:v>82.08</c:v>
                </c:pt>
                <c:pt idx="8">
                  <c:v>8.2080000000000002</c:v>
                </c:pt>
                <c:pt idx="9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247-4046-B2D5-2620B00D6F3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Renewed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0</c:v>
                </c:pt>
                <c:pt idx="1">
                  <c:v>3</c:v>
                </c:pt>
                <c:pt idx="2">
                  <c:v>6</c:v>
                </c:pt>
                <c:pt idx="3">
                  <c:v>9</c:v>
                </c:pt>
                <c:pt idx="4">
                  <c:v>12</c:v>
                </c:pt>
                <c:pt idx="5">
                  <c:v>13</c:v>
                </c:pt>
                <c:pt idx="6">
                  <c:v>15</c:v>
                </c:pt>
                <c:pt idx="7">
                  <c:v>18</c:v>
                </c:pt>
                <c:pt idx="8">
                  <c:v>21</c:v>
                </c:pt>
                <c:pt idx="9">
                  <c:v>24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1000</c:v>
                </c:pt>
                <c:pt idx="2">
                  <c:v>950</c:v>
                </c:pt>
                <c:pt idx="3">
                  <c:v>855</c:v>
                </c:pt>
                <c:pt idx="4">
                  <c:v>1000</c:v>
                </c:pt>
                <c:pt idx="5">
                  <c:v>950</c:v>
                </c:pt>
                <c:pt idx="6">
                  <c:v>855</c:v>
                </c:pt>
                <c:pt idx="7">
                  <c:v>684</c:v>
                </c:pt>
                <c:pt idx="8">
                  <c:v>410.4</c:v>
                </c:pt>
                <c:pt idx="9">
                  <c:v>82.08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247-4046-B2D5-2620B00D6F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752981424"/>
        <c:axId val="-970460320"/>
      </c:scatterChart>
      <c:valAx>
        <c:axId val="-7529814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-970460320"/>
        <c:crosses val="autoZero"/>
        <c:crossBetween val="midCat"/>
      </c:valAx>
      <c:valAx>
        <c:axId val="-9704603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-75298142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PK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PK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8327C9-2C36-4D03-9438-52F6C1DE675A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57001A32-25A6-4E6F-BEBD-24C6FD950272}">
      <dgm:prSet phldrT="[Text]"/>
      <dgm:spPr/>
      <dgm:t>
        <a:bodyPr/>
        <a:lstStyle/>
        <a:p>
          <a:r>
            <a:rPr lang="en-US" dirty="0" err="1"/>
            <a:t>Fajr</a:t>
          </a:r>
          <a:endParaRPr lang="en-GB" dirty="0"/>
        </a:p>
      </dgm:t>
    </dgm:pt>
    <dgm:pt modelId="{2D930ED7-CFCE-406A-A81F-261DBEEF719F}" type="parTrans" cxnId="{A90CA2F8-C921-4FC7-A91F-8DD35AD968EB}">
      <dgm:prSet/>
      <dgm:spPr/>
      <dgm:t>
        <a:bodyPr/>
        <a:lstStyle/>
        <a:p>
          <a:endParaRPr lang="en-GB"/>
        </a:p>
      </dgm:t>
    </dgm:pt>
    <dgm:pt modelId="{644E20B2-0820-4240-A58A-F16030D7B583}" type="sibTrans" cxnId="{A90CA2F8-C921-4FC7-A91F-8DD35AD968EB}">
      <dgm:prSet/>
      <dgm:spPr/>
      <dgm:t>
        <a:bodyPr/>
        <a:lstStyle/>
        <a:p>
          <a:endParaRPr lang="en-GB"/>
        </a:p>
      </dgm:t>
    </dgm:pt>
    <dgm:pt modelId="{37642644-F425-4A9C-A098-A1A55443156D}">
      <dgm:prSet phldrT="[Text]"/>
      <dgm:spPr/>
      <dgm:t>
        <a:bodyPr/>
        <a:lstStyle/>
        <a:p>
          <a:r>
            <a:rPr lang="en-US" dirty="0"/>
            <a:t>Getting up</a:t>
          </a:r>
          <a:endParaRPr lang="en-GB" dirty="0"/>
        </a:p>
      </dgm:t>
    </dgm:pt>
    <dgm:pt modelId="{DAF1318B-C991-44F9-8B5B-3E06BD48A112}" type="parTrans" cxnId="{4DDC2605-8C6A-40B1-8C14-488979F5B8DF}">
      <dgm:prSet/>
      <dgm:spPr/>
      <dgm:t>
        <a:bodyPr/>
        <a:lstStyle/>
        <a:p>
          <a:endParaRPr lang="en-GB"/>
        </a:p>
      </dgm:t>
    </dgm:pt>
    <dgm:pt modelId="{70283323-C42A-4838-BC10-9E1F57381A03}" type="sibTrans" cxnId="{4DDC2605-8C6A-40B1-8C14-488979F5B8DF}">
      <dgm:prSet/>
      <dgm:spPr/>
      <dgm:t>
        <a:bodyPr/>
        <a:lstStyle/>
        <a:p>
          <a:endParaRPr lang="en-GB"/>
        </a:p>
      </dgm:t>
    </dgm:pt>
    <dgm:pt modelId="{DFD7E39A-4EFC-4478-B1BC-F486C5F884DC}">
      <dgm:prSet phldrT="[Text]"/>
      <dgm:spPr/>
      <dgm:t>
        <a:bodyPr/>
        <a:lstStyle/>
        <a:p>
          <a:r>
            <a:rPr lang="en-US" dirty="0"/>
            <a:t>Getting ready</a:t>
          </a:r>
          <a:endParaRPr lang="en-GB" dirty="0"/>
        </a:p>
      </dgm:t>
    </dgm:pt>
    <dgm:pt modelId="{F4F59FD8-99C3-4DC5-A40B-79FA3E30D0E5}" type="parTrans" cxnId="{3A137688-6D9D-470A-9DDB-6D4CBA0D9C0D}">
      <dgm:prSet/>
      <dgm:spPr/>
      <dgm:t>
        <a:bodyPr/>
        <a:lstStyle/>
        <a:p>
          <a:endParaRPr lang="en-GB"/>
        </a:p>
      </dgm:t>
    </dgm:pt>
    <dgm:pt modelId="{A111C402-6304-479C-9747-D16C564645A2}" type="sibTrans" cxnId="{3A137688-6D9D-470A-9DDB-6D4CBA0D9C0D}">
      <dgm:prSet/>
      <dgm:spPr/>
      <dgm:t>
        <a:bodyPr/>
        <a:lstStyle/>
        <a:p>
          <a:endParaRPr lang="en-GB"/>
        </a:p>
      </dgm:t>
    </dgm:pt>
    <dgm:pt modelId="{7CA8E792-6331-4D48-AB6A-242F28256D32}">
      <dgm:prSet phldrT="[Text]"/>
      <dgm:spPr/>
      <dgm:t>
        <a:bodyPr/>
        <a:lstStyle/>
        <a:p>
          <a:r>
            <a:rPr lang="en-US" dirty="0"/>
            <a:t>Tea break</a:t>
          </a:r>
          <a:endParaRPr lang="en-GB" dirty="0"/>
        </a:p>
      </dgm:t>
    </dgm:pt>
    <dgm:pt modelId="{F6490519-6187-4C36-AB4C-9BAD86C4FA17}" type="parTrans" cxnId="{4EDC17BA-7C60-4A3A-A3F0-0DC14528852D}">
      <dgm:prSet/>
      <dgm:spPr/>
      <dgm:t>
        <a:bodyPr/>
        <a:lstStyle/>
        <a:p>
          <a:endParaRPr lang="en-GB"/>
        </a:p>
      </dgm:t>
    </dgm:pt>
    <dgm:pt modelId="{0C0C4B80-EFA7-4BF3-91DF-276AB1A9157D}" type="sibTrans" cxnId="{4EDC17BA-7C60-4A3A-A3F0-0DC14528852D}">
      <dgm:prSet/>
      <dgm:spPr/>
      <dgm:t>
        <a:bodyPr/>
        <a:lstStyle/>
        <a:p>
          <a:endParaRPr lang="en-GB"/>
        </a:p>
      </dgm:t>
    </dgm:pt>
    <dgm:pt modelId="{AD848859-A0EB-4927-8E27-F7858BA4183A}">
      <dgm:prSet phldrT="[Text]"/>
      <dgm:spPr/>
      <dgm:t>
        <a:bodyPr/>
        <a:lstStyle/>
        <a:p>
          <a:r>
            <a:rPr lang="en-US" dirty="0" err="1"/>
            <a:t>Zohr</a:t>
          </a:r>
          <a:r>
            <a:rPr lang="en-US" dirty="0"/>
            <a:t>/Lunch</a:t>
          </a:r>
          <a:endParaRPr lang="en-GB" dirty="0"/>
        </a:p>
      </dgm:t>
    </dgm:pt>
    <dgm:pt modelId="{6BE05725-452B-40B8-9BE5-F3ED2BFF86D7}" type="parTrans" cxnId="{5462D183-D7BD-47AE-A696-903DE4263515}">
      <dgm:prSet/>
      <dgm:spPr/>
      <dgm:t>
        <a:bodyPr/>
        <a:lstStyle/>
        <a:p>
          <a:endParaRPr lang="en-GB"/>
        </a:p>
      </dgm:t>
    </dgm:pt>
    <dgm:pt modelId="{7F8B6E3E-A472-4193-B03F-AAA129E632CE}" type="sibTrans" cxnId="{5462D183-D7BD-47AE-A696-903DE4263515}">
      <dgm:prSet/>
      <dgm:spPr/>
      <dgm:t>
        <a:bodyPr/>
        <a:lstStyle/>
        <a:p>
          <a:endParaRPr lang="en-GB"/>
        </a:p>
      </dgm:t>
    </dgm:pt>
    <dgm:pt modelId="{98D8D613-80E1-40AA-9BDB-65F062357A13}">
      <dgm:prSet phldrT="[Text]"/>
      <dgm:spPr/>
      <dgm:t>
        <a:bodyPr/>
        <a:lstStyle/>
        <a:p>
          <a:r>
            <a:rPr lang="en-US" dirty="0"/>
            <a:t>Packing up</a:t>
          </a:r>
          <a:endParaRPr lang="en-GB" dirty="0"/>
        </a:p>
      </dgm:t>
    </dgm:pt>
    <dgm:pt modelId="{D7C8EC02-0B55-429B-9153-00BCB88B1D0F}" type="parTrans" cxnId="{81F1A24A-3D83-4B1C-A4CC-C943CC36CC4E}">
      <dgm:prSet/>
      <dgm:spPr/>
      <dgm:t>
        <a:bodyPr/>
        <a:lstStyle/>
        <a:p>
          <a:endParaRPr lang="en-GB"/>
        </a:p>
      </dgm:t>
    </dgm:pt>
    <dgm:pt modelId="{F78CBABA-393E-4232-A4D6-CD3C1B449AE8}" type="sibTrans" cxnId="{81F1A24A-3D83-4B1C-A4CC-C943CC36CC4E}">
      <dgm:prSet/>
      <dgm:spPr/>
      <dgm:t>
        <a:bodyPr/>
        <a:lstStyle/>
        <a:p>
          <a:endParaRPr lang="en-GB"/>
        </a:p>
      </dgm:t>
    </dgm:pt>
    <dgm:pt modelId="{0F5D13A2-A1AF-4560-836E-5845D46D6BA3}">
      <dgm:prSet phldrT="[Text]"/>
      <dgm:spPr/>
      <dgm:t>
        <a:bodyPr/>
        <a:lstStyle/>
        <a:p>
          <a:r>
            <a:rPr lang="en-US" dirty="0"/>
            <a:t>University</a:t>
          </a:r>
          <a:endParaRPr lang="en-GB" dirty="0"/>
        </a:p>
      </dgm:t>
    </dgm:pt>
    <dgm:pt modelId="{4CA2A623-8B83-44A5-9DBE-6D750966FA18}" type="parTrans" cxnId="{8354A77D-ED71-4756-857F-5DE8E16C9999}">
      <dgm:prSet/>
      <dgm:spPr/>
      <dgm:t>
        <a:bodyPr/>
        <a:lstStyle/>
        <a:p>
          <a:endParaRPr lang="en-GB"/>
        </a:p>
      </dgm:t>
    </dgm:pt>
    <dgm:pt modelId="{8BF62E6E-284F-49A4-8AD8-D5713A1A4B5E}" type="sibTrans" cxnId="{8354A77D-ED71-4756-857F-5DE8E16C9999}">
      <dgm:prSet/>
      <dgm:spPr/>
      <dgm:t>
        <a:bodyPr/>
        <a:lstStyle/>
        <a:p>
          <a:endParaRPr lang="en-GB"/>
        </a:p>
      </dgm:t>
    </dgm:pt>
    <dgm:pt modelId="{F4B7326E-580C-403B-B570-8AD7FB600EB3}">
      <dgm:prSet phldrT="[Text]"/>
      <dgm:spPr/>
      <dgm:t>
        <a:bodyPr/>
        <a:lstStyle/>
        <a:p>
          <a:r>
            <a:rPr lang="en-US" dirty="0"/>
            <a:t>Home</a:t>
          </a:r>
          <a:endParaRPr lang="en-GB" dirty="0"/>
        </a:p>
      </dgm:t>
    </dgm:pt>
    <dgm:pt modelId="{B5A634E2-A2B1-455C-9B08-0D09E0F07E54}" type="parTrans" cxnId="{7F878642-DF96-441E-B81D-83DCADDEDD43}">
      <dgm:prSet/>
      <dgm:spPr/>
      <dgm:t>
        <a:bodyPr/>
        <a:lstStyle/>
        <a:p>
          <a:endParaRPr lang="en-GB"/>
        </a:p>
      </dgm:t>
    </dgm:pt>
    <dgm:pt modelId="{D463F190-FDAD-4F8E-864D-DC68175CA36A}" type="sibTrans" cxnId="{7F878642-DF96-441E-B81D-83DCADDEDD43}">
      <dgm:prSet/>
      <dgm:spPr/>
      <dgm:t>
        <a:bodyPr/>
        <a:lstStyle/>
        <a:p>
          <a:endParaRPr lang="en-GB"/>
        </a:p>
      </dgm:t>
    </dgm:pt>
    <dgm:pt modelId="{B71F645A-753F-426C-AEF9-F877C81DAFF7}">
      <dgm:prSet phldrT="[Text]"/>
      <dgm:spPr/>
      <dgm:t>
        <a:bodyPr/>
        <a:lstStyle/>
        <a:p>
          <a:r>
            <a:rPr lang="en-US" dirty="0"/>
            <a:t>Sweet dreams</a:t>
          </a:r>
          <a:endParaRPr lang="en-GB" dirty="0"/>
        </a:p>
      </dgm:t>
    </dgm:pt>
    <dgm:pt modelId="{4728737B-00F5-4FA1-BB98-AE039257F056}" type="parTrans" cxnId="{5F50BA78-119A-4BE4-9F27-0D15FF2F3871}">
      <dgm:prSet/>
      <dgm:spPr/>
      <dgm:t>
        <a:bodyPr/>
        <a:lstStyle/>
        <a:p>
          <a:endParaRPr lang="en-GB"/>
        </a:p>
      </dgm:t>
    </dgm:pt>
    <dgm:pt modelId="{71C32F8B-E118-468E-B9F8-7467455AE563}" type="sibTrans" cxnId="{5F50BA78-119A-4BE4-9F27-0D15FF2F3871}">
      <dgm:prSet/>
      <dgm:spPr/>
      <dgm:t>
        <a:bodyPr/>
        <a:lstStyle/>
        <a:p>
          <a:endParaRPr lang="en-GB"/>
        </a:p>
      </dgm:t>
    </dgm:pt>
    <dgm:pt modelId="{42A30F63-5EEA-4A20-BD46-63F0937FF51B}">
      <dgm:prSet phldrT="[Text]"/>
      <dgm:spPr/>
      <dgm:t>
        <a:bodyPr/>
        <a:lstStyle/>
        <a:p>
          <a:r>
            <a:rPr lang="en-US" dirty="0"/>
            <a:t>Family time</a:t>
          </a:r>
          <a:endParaRPr lang="en-GB" dirty="0"/>
        </a:p>
      </dgm:t>
    </dgm:pt>
    <dgm:pt modelId="{5DD80908-A7B5-4BCE-8456-1F9072EC103A}" type="parTrans" cxnId="{50677942-9110-4FB8-BB0D-8C07EC545523}">
      <dgm:prSet/>
      <dgm:spPr/>
      <dgm:t>
        <a:bodyPr/>
        <a:lstStyle/>
        <a:p>
          <a:endParaRPr lang="en-GB"/>
        </a:p>
      </dgm:t>
    </dgm:pt>
    <dgm:pt modelId="{5DB8EDBC-89BE-456B-9606-E9FB9C0AEAFE}" type="sibTrans" cxnId="{50677942-9110-4FB8-BB0D-8C07EC545523}">
      <dgm:prSet/>
      <dgm:spPr/>
      <dgm:t>
        <a:bodyPr/>
        <a:lstStyle/>
        <a:p>
          <a:endParaRPr lang="en-GB"/>
        </a:p>
      </dgm:t>
    </dgm:pt>
    <dgm:pt modelId="{0B79E48C-6218-49AA-BC6D-02879E7A5C5D}">
      <dgm:prSet phldrT="[Text]"/>
      <dgm:spPr/>
      <dgm:t>
        <a:bodyPr/>
        <a:lstStyle/>
        <a:p>
          <a:r>
            <a:rPr lang="en-US" dirty="0"/>
            <a:t>Home</a:t>
          </a:r>
          <a:endParaRPr lang="en-GB" dirty="0"/>
        </a:p>
      </dgm:t>
    </dgm:pt>
    <dgm:pt modelId="{A06680B5-291C-483B-9F6D-357AD928D00A}" type="parTrans" cxnId="{80BA9C0E-BB69-422B-8564-0CE0AF09CFA0}">
      <dgm:prSet/>
      <dgm:spPr/>
      <dgm:t>
        <a:bodyPr/>
        <a:lstStyle/>
        <a:p>
          <a:endParaRPr lang="en-GB"/>
        </a:p>
      </dgm:t>
    </dgm:pt>
    <dgm:pt modelId="{A982766B-CAD9-41B7-A2C8-E58BA6E54BA6}" type="sibTrans" cxnId="{80BA9C0E-BB69-422B-8564-0CE0AF09CFA0}">
      <dgm:prSet/>
      <dgm:spPr/>
      <dgm:t>
        <a:bodyPr/>
        <a:lstStyle/>
        <a:p>
          <a:endParaRPr lang="en-GB"/>
        </a:p>
      </dgm:t>
    </dgm:pt>
    <dgm:pt modelId="{EB5E3BA9-D5DC-4D28-84FA-DD632EBCEAA6}">
      <dgm:prSet phldrT="[Text]"/>
      <dgm:spPr/>
      <dgm:t>
        <a:bodyPr/>
        <a:lstStyle/>
        <a:p>
          <a:r>
            <a:rPr lang="en-US" dirty="0"/>
            <a:t>Office</a:t>
          </a:r>
          <a:endParaRPr lang="en-GB" dirty="0"/>
        </a:p>
      </dgm:t>
    </dgm:pt>
    <dgm:pt modelId="{3706755C-5698-4B35-9B89-60D5FC872BC9}" type="parTrans" cxnId="{64C568C8-DA8C-4E58-BD88-BFDDC03A2EF1}">
      <dgm:prSet/>
      <dgm:spPr/>
      <dgm:t>
        <a:bodyPr/>
        <a:lstStyle/>
        <a:p>
          <a:endParaRPr lang="en-GB"/>
        </a:p>
      </dgm:t>
    </dgm:pt>
    <dgm:pt modelId="{87653362-AEAD-4ACF-840A-4C72716597A0}" type="sibTrans" cxnId="{64C568C8-DA8C-4E58-BD88-BFDDC03A2EF1}">
      <dgm:prSet/>
      <dgm:spPr/>
      <dgm:t>
        <a:bodyPr/>
        <a:lstStyle/>
        <a:p>
          <a:endParaRPr lang="en-GB"/>
        </a:p>
      </dgm:t>
    </dgm:pt>
    <dgm:pt modelId="{12CDDB29-7048-49FF-A244-6EF8189F3F06}">
      <dgm:prSet phldrT="[Text]"/>
      <dgm:spPr/>
      <dgm:t>
        <a:bodyPr/>
        <a:lstStyle/>
        <a:p>
          <a:r>
            <a:rPr lang="en-US" dirty="0"/>
            <a:t>Meetings</a:t>
          </a:r>
          <a:endParaRPr lang="en-GB" dirty="0"/>
        </a:p>
      </dgm:t>
    </dgm:pt>
    <dgm:pt modelId="{10B3919E-F08A-4B6C-A893-3685D942C932}" type="parTrans" cxnId="{287DE6AE-8B67-4A2D-8124-788FC7D94EFD}">
      <dgm:prSet/>
      <dgm:spPr/>
      <dgm:t>
        <a:bodyPr/>
        <a:lstStyle/>
        <a:p>
          <a:endParaRPr lang="en-GB"/>
        </a:p>
      </dgm:t>
    </dgm:pt>
    <dgm:pt modelId="{CF82F3CA-C060-4A25-99B4-41E2CCBF3F1C}" type="sibTrans" cxnId="{287DE6AE-8B67-4A2D-8124-788FC7D94EFD}">
      <dgm:prSet/>
      <dgm:spPr/>
      <dgm:t>
        <a:bodyPr/>
        <a:lstStyle/>
        <a:p>
          <a:endParaRPr lang="en-GB"/>
        </a:p>
      </dgm:t>
    </dgm:pt>
    <dgm:pt modelId="{70EEA578-687F-4227-95C2-89D4E250DFCE}">
      <dgm:prSet phldrT="[Text]"/>
      <dgm:spPr/>
      <dgm:t>
        <a:bodyPr/>
        <a:lstStyle/>
        <a:p>
          <a:r>
            <a:rPr lang="en-US" dirty="0"/>
            <a:t>Class</a:t>
          </a:r>
          <a:endParaRPr lang="en-GB" dirty="0"/>
        </a:p>
      </dgm:t>
    </dgm:pt>
    <dgm:pt modelId="{67CD28B8-FFAA-4661-93E4-31C08B6CC236}" type="parTrans" cxnId="{8D73C9EF-DDA0-470F-A2B1-0F7D655D69F7}">
      <dgm:prSet/>
      <dgm:spPr/>
      <dgm:t>
        <a:bodyPr/>
        <a:lstStyle/>
        <a:p>
          <a:endParaRPr lang="en-GB"/>
        </a:p>
      </dgm:t>
    </dgm:pt>
    <dgm:pt modelId="{717F199C-65D3-4751-9C0B-7EAA88635FE7}" type="sibTrans" cxnId="{8D73C9EF-DDA0-470F-A2B1-0F7D655D69F7}">
      <dgm:prSet/>
      <dgm:spPr/>
      <dgm:t>
        <a:bodyPr/>
        <a:lstStyle/>
        <a:p>
          <a:endParaRPr lang="en-GB"/>
        </a:p>
      </dgm:t>
    </dgm:pt>
    <dgm:pt modelId="{64298C0C-B447-4686-94AA-2D6ACF1AC576}">
      <dgm:prSet phldrT="[Text]"/>
      <dgm:spPr/>
      <dgm:t>
        <a:bodyPr/>
        <a:lstStyle/>
        <a:p>
          <a:r>
            <a:rPr lang="en-US" dirty="0"/>
            <a:t>Lucky break</a:t>
          </a:r>
          <a:endParaRPr lang="en-GB" dirty="0"/>
        </a:p>
      </dgm:t>
    </dgm:pt>
    <dgm:pt modelId="{70D13F6F-E59B-48D4-BF52-E5A3111E23DC}" type="parTrans" cxnId="{884EA9FA-AAA7-4829-BB57-7774CFB7BCA4}">
      <dgm:prSet/>
      <dgm:spPr/>
      <dgm:t>
        <a:bodyPr/>
        <a:lstStyle/>
        <a:p>
          <a:endParaRPr lang="en-GB"/>
        </a:p>
      </dgm:t>
    </dgm:pt>
    <dgm:pt modelId="{7D349C71-D537-46E3-ACFC-5D97257393EB}" type="sibTrans" cxnId="{884EA9FA-AAA7-4829-BB57-7774CFB7BCA4}">
      <dgm:prSet/>
      <dgm:spPr/>
      <dgm:t>
        <a:bodyPr/>
        <a:lstStyle/>
        <a:p>
          <a:endParaRPr lang="en-GB"/>
        </a:p>
      </dgm:t>
    </dgm:pt>
    <dgm:pt modelId="{607762D9-4275-463D-B097-8CAF01E9FF1B}">
      <dgm:prSet phldrT="[Text]"/>
      <dgm:spPr/>
      <dgm:t>
        <a:bodyPr/>
        <a:lstStyle/>
        <a:p>
          <a:r>
            <a:rPr lang="en-US" dirty="0"/>
            <a:t>Resume</a:t>
          </a:r>
          <a:endParaRPr lang="en-GB" dirty="0"/>
        </a:p>
      </dgm:t>
    </dgm:pt>
    <dgm:pt modelId="{AE8081DF-477F-4580-9C9E-B6F8B9264EE7}" type="parTrans" cxnId="{10E73513-E0B0-4382-8503-02B6D8B66FFE}">
      <dgm:prSet/>
      <dgm:spPr/>
      <dgm:t>
        <a:bodyPr/>
        <a:lstStyle/>
        <a:p>
          <a:endParaRPr lang="en-GB"/>
        </a:p>
      </dgm:t>
    </dgm:pt>
    <dgm:pt modelId="{9A05D7D1-361D-41E6-9B9D-E23565697885}" type="sibTrans" cxnId="{10E73513-E0B0-4382-8503-02B6D8B66FFE}">
      <dgm:prSet/>
      <dgm:spPr/>
      <dgm:t>
        <a:bodyPr/>
        <a:lstStyle/>
        <a:p>
          <a:endParaRPr lang="en-GB"/>
        </a:p>
      </dgm:t>
    </dgm:pt>
    <dgm:pt modelId="{F0ABA8F5-069A-4EA6-9DFC-E75197D02C70}">
      <dgm:prSet phldrT="[Text]"/>
      <dgm:spPr/>
      <dgm:t>
        <a:bodyPr/>
        <a:lstStyle/>
        <a:p>
          <a:r>
            <a:rPr lang="en-US" dirty="0"/>
            <a:t>Getting up</a:t>
          </a:r>
          <a:endParaRPr lang="en-GB" dirty="0"/>
        </a:p>
      </dgm:t>
    </dgm:pt>
    <dgm:pt modelId="{82CDAA63-9171-4D74-8553-8C372E4958E4}" type="parTrans" cxnId="{E81ADE88-944D-4103-9EAA-E7E6AC99649F}">
      <dgm:prSet/>
      <dgm:spPr/>
      <dgm:t>
        <a:bodyPr/>
        <a:lstStyle/>
        <a:p>
          <a:endParaRPr lang="en-GB"/>
        </a:p>
      </dgm:t>
    </dgm:pt>
    <dgm:pt modelId="{8E2479EB-ED83-4D49-8733-6068D18D74B0}" type="sibTrans" cxnId="{E81ADE88-944D-4103-9EAA-E7E6AC99649F}">
      <dgm:prSet/>
      <dgm:spPr/>
      <dgm:t>
        <a:bodyPr/>
        <a:lstStyle/>
        <a:p>
          <a:endParaRPr lang="en-GB"/>
        </a:p>
      </dgm:t>
    </dgm:pt>
    <dgm:pt modelId="{710EC925-E54F-4E28-8B53-93AC5C1BF1F8}">
      <dgm:prSet phldrT="[Text]"/>
      <dgm:spPr/>
      <dgm:t>
        <a:bodyPr/>
        <a:lstStyle/>
        <a:p>
          <a:r>
            <a:rPr lang="en-US" dirty="0"/>
            <a:t>…</a:t>
          </a:r>
          <a:endParaRPr lang="en-GB" dirty="0"/>
        </a:p>
      </dgm:t>
    </dgm:pt>
    <dgm:pt modelId="{5923A173-A433-4DB0-881C-15804E9C02B7}" type="parTrans" cxnId="{EFB3CC41-2640-475E-BAFF-04E61026B498}">
      <dgm:prSet/>
      <dgm:spPr/>
      <dgm:t>
        <a:bodyPr/>
        <a:lstStyle/>
        <a:p>
          <a:endParaRPr lang="en-GB"/>
        </a:p>
      </dgm:t>
    </dgm:pt>
    <dgm:pt modelId="{56AE4E28-4AEC-46F8-BA06-E51E19B9A3EB}" type="sibTrans" cxnId="{EFB3CC41-2640-475E-BAFF-04E61026B498}">
      <dgm:prSet/>
      <dgm:spPr/>
      <dgm:t>
        <a:bodyPr/>
        <a:lstStyle/>
        <a:p>
          <a:endParaRPr lang="en-GB"/>
        </a:p>
      </dgm:t>
    </dgm:pt>
    <dgm:pt modelId="{0DA2F7BF-9957-4943-A753-0B7DCF6701D6}">
      <dgm:prSet phldrT="[Text]"/>
      <dgm:spPr/>
      <dgm:t>
        <a:bodyPr/>
        <a:lstStyle/>
        <a:p>
          <a:r>
            <a:rPr lang="en-US" dirty="0"/>
            <a:t>Exercise</a:t>
          </a:r>
          <a:endParaRPr lang="en-GB" dirty="0"/>
        </a:p>
      </dgm:t>
    </dgm:pt>
    <dgm:pt modelId="{8D2C659E-BC25-4731-98D2-F7193A272D98}" type="parTrans" cxnId="{1C3760C2-9607-4AE0-B795-040E963FBE98}">
      <dgm:prSet/>
      <dgm:spPr/>
      <dgm:t>
        <a:bodyPr/>
        <a:lstStyle/>
        <a:p>
          <a:endParaRPr lang="en-GB"/>
        </a:p>
      </dgm:t>
    </dgm:pt>
    <dgm:pt modelId="{E9B215AC-9719-46B4-92CB-4608ABD9E12A}" type="sibTrans" cxnId="{1C3760C2-9607-4AE0-B795-040E963FBE98}">
      <dgm:prSet/>
      <dgm:spPr/>
      <dgm:t>
        <a:bodyPr/>
        <a:lstStyle/>
        <a:p>
          <a:endParaRPr lang="en-GB"/>
        </a:p>
      </dgm:t>
    </dgm:pt>
    <dgm:pt modelId="{EA73E693-0B61-44E6-9602-16EF0CDCE21B}" type="pres">
      <dgm:prSet presAssocID="{838327C9-2C36-4D03-9438-52F6C1DE675A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65607F5E-CF3E-46D2-8FDE-BBCAD6B9F62B}" type="pres">
      <dgm:prSet presAssocID="{0B79E48C-6218-49AA-BC6D-02879E7A5C5D}" presName="horFlow" presStyleCnt="0"/>
      <dgm:spPr/>
    </dgm:pt>
    <dgm:pt modelId="{EC0DE7B7-4002-4493-9700-2924589502C6}" type="pres">
      <dgm:prSet presAssocID="{0B79E48C-6218-49AA-BC6D-02879E7A5C5D}" presName="bigChev" presStyleLbl="node1" presStyleIdx="0" presStyleCnt="4"/>
      <dgm:spPr/>
    </dgm:pt>
    <dgm:pt modelId="{F976A851-360B-4463-BB17-E6C1FA61E1B3}" type="pres">
      <dgm:prSet presAssocID="{2D930ED7-CFCE-406A-A81F-261DBEEF719F}" presName="parTrans" presStyleCnt="0"/>
      <dgm:spPr/>
    </dgm:pt>
    <dgm:pt modelId="{00747490-EDD1-44CB-AF42-C0E03421E22E}" type="pres">
      <dgm:prSet presAssocID="{57001A32-25A6-4E6F-BEBD-24C6FD950272}" presName="node" presStyleLbl="alignAccFollowNode1" presStyleIdx="0" presStyleCnt="15">
        <dgm:presLayoutVars>
          <dgm:bulletEnabled val="1"/>
        </dgm:presLayoutVars>
      </dgm:prSet>
      <dgm:spPr/>
    </dgm:pt>
    <dgm:pt modelId="{BD01C5C7-6F87-44BA-A1E4-BC969D809E64}" type="pres">
      <dgm:prSet presAssocID="{644E20B2-0820-4240-A58A-F16030D7B583}" presName="sibTrans" presStyleCnt="0"/>
      <dgm:spPr/>
    </dgm:pt>
    <dgm:pt modelId="{F98DD3C8-9D6D-49FD-816E-6A8BA9AE3D6C}" type="pres">
      <dgm:prSet presAssocID="{37642644-F425-4A9C-A098-A1A55443156D}" presName="node" presStyleLbl="alignAccFollowNode1" presStyleIdx="1" presStyleCnt="15">
        <dgm:presLayoutVars>
          <dgm:bulletEnabled val="1"/>
        </dgm:presLayoutVars>
      </dgm:prSet>
      <dgm:spPr/>
    </dgm:pt>
    <dgm:pt modelId="{6AC4CF62-9909-4C46-BFBD-74271E97469F}" type="pres">
      <dgm:prSet presAssocID="{70283323-C42A-4838-BC10-9E1F57381A03}" presName="sibTrans" presStyleCnt="0"/>
      <dgm:spPr/>
    </dgm:pt>
    <dgm:pt modelId="{C4B04CDA-214B-4D25-A72C-9B156616A055}" type="pres">
      <dgm:prSet presAssocID="{0DA2F7BF-9957-4943-A753-0B7DCF6701D6}" presName="node" presStyleLbl="alignAccFollowNode1" presStyleIdx="2" presStyleCnt="15">
        <dgm:presLayoutVars>
          <dgm:bulletEnabled val="1"/>
        </dgm:presLayoutVars>
      </dgm:prSet>
      <dgm:spPr/>
    </dgm:pt>
    <dgm:pt modelId="{C2487125-8CA7-45A6-BD75-532331E295B0}" type="pres">
      <dgm:prSet presAssocID="{E9B215AC-9719-46B4-92CB-4608ABD9E12A}" presName="sibTrans" presStyleCnt="0"/>
      <dgm:spPr/>
    </dgm:pt>
    <dgm:pt modelId="{3D0480EB-6FDC-43C8-B679-6CD174A458C0}" type="pres">
      <dgm:prSet presAssocID="{DFD7E39A-4EFC-4478-B1BC-F486C5F884DC}" presName="node" presStyleLbl="alignAccFollowNode1" presStyleIdx="3" presStyleCnt="15">
        <dgm:presLayoutVars>
          <dgm:bulletEnabled val="1"/>
        </dgm:presLayoutVars>
      </dgm:prSet>
      <dgm:spPr/>
    </dgm:pt>
    <dgm:pt modelId="{EF2F8298-BC97-4CBF-AB56-ADE42E6BECD5}" type="pres">
      <dgm:prSet presAssocID="{0B79E48C-6218-49AA-BC6D-02879E7A5C5D}" presName="vSp" presStyleCnt="0"/>
      <dgm:spPr/>
    </dgm:pt>
    <dgm:pt modelId="{E20F5B88-5620-49C1-B59F-3123FD9FA6D2}" type="pres">
      <dgm:prSet presAssocID="{EB5E3BA9-D5DC-4D28-84FA-DD632EBCEAA6}" presName="horFlow" presStyleCnt="0"/>
      <dgm:spPr/>
    </dgm:pt>
    <dgm:pt modelId="{056110E5-1EA6-4A56-A16B-4C9FEBA02748}" type="pres">
      <dgm:prSet presAssocID="{EB5E3BA9-D5DC-4D28-84FA-DD632EBCEAA6}" presName="bigChev" presStyleLbl="node1" presStyleIdx="1" presStyleCnt="4"/>
      <dgm:spPr/>
    </dgm:pt>
    <dgm:pt modelId="{528059F9-C18B-4136-8E6B-9D35D4B02E52}" type="pres">
      <dgm:prSet presAssocID="{10B3919E-F08A-4B6C-A893-3685D942C932}" presName="parTrans" presStyleCnt="0"/>
      <dgm:spPr/>
    </dgm:pt>
    <dgm:pt modelId="{5B3158CB-09F9-4073-B421-FDFBE1E99FF8}" type="pres">
      <dgm:prSet presAssocID="{12CDDB29-7048-49FF-A244-6EF8189F3F06}" presName="node" presStyleLbl="alignAccFollowNode1" presStyleIdx="4" presStyleCnt="15">
        <dgm:presLayoutVars>
          <dgm:bulletEnabled val="1"/>
        </dgm:presLayoutVars>
      </dgm:prSet>
      <dgm:spPr/>
    </dgm:pt>
    <dgm:pt modelId="{D06295F2-C1AC-4EAF-BD04-7ECA45EE0AAD}" type="pres">
      <dgm:prSet presAssocID="{CF82F3CA-C060-4A25-99B4-41E2CCBF3F1C}" presName="sibTrans" presStyleCnt="0"/>
      <dgm:spPr/>
    </dgm:pt>
    <dgm:pt modelId="{5C0A782A-70AB-4BF6-AC0D-15A1EFC272E6}" type="pres">
      <dgm:prSet presAssocID="{7CA8E792-6331-4D48-AB6A-242F28256D32}" presName="node" presStyleLbl="alignAccFollowNode1" presStyleIdx="5" presStyleCnt="15">
        <dgm:presLayoutVars>
          <dgm:bulletEnabled val="1"/>
        </dgm:presLayoutVars>
      </dgm:prSet>
      <dgm:spPr/>
    </dgm:pt>
    <dgm:pt modelId="{F3E7F933-E0AD-4022-9445-317D0C5A58C7}" type="pres">
      <dgm:prSet presAssocID="{0C0C4B80-EFA7-4BF3-91DF-276AB1A9157D}" presName="sibTrans" presStyleCnt="0"/>
      <dgm:spPr/>
    </dgm:pt>
    <dgm:pt modelId="{58DC2A30-9A2A-42AF-B32C-636FF5A5C553}" type="pres">
      <dgm:prSet presAssocID="{AD848859-A0EB-4927-8E27-F7858BA4183A}" presName="node" presStyleLbl="alignAccFollowNode1" presStyleIdx="6" presStyleCnt="15">
        <dgm:presLayoutVars>
          <dgm:bulletEnabled val="1"/>
        </dgm:presLayoutVars>
      </dgm:prSet>
      <dgm:spPr/>
    </dgm:pt>
    <dgm:pt modelId="{8F2CC65F-991E-4F38-8DBE-70382ECAF7CD}" type="pres">
      <dgm:prSet presAssocID="{7F8B6E3E-A472-4193-B03F-AAA129E632CE}" presName="sibTrans" presStyleCnt="0"/>
      <dgm:spPr/>
    </dgm:pt>
    <dgm:pt modelId="{B59D0A0B-4C15-4D05-8511-EA6872061B96}" type="pres">
      <dgm:prSet presAssocID="{98D8D613-80E1-40AA-9BDB-65F062357A13}" presName="node" presStyleLbl="alignAccFollowNode1" presStyleIdx="7" presStyleCnt="15">
        <dgm:presLayoutVars>
          <dgm:bulletEnabled val="1"/>
        </dgm:presLayoutVars>
      </dgm:prSet>
      <dgm:spPr/>
    </dgm:pt>
    <dgm:pt modelId="{9E1FEA84-7F80-45A1-AFA5-A4D101D02E6A}" type="pres">
      <dgm:prSet presAssocID="{EB5E3BA9-D5DC-4D28-84FA-DD632EBCEAA6}" presName="vSp" presStyleCnt="0"/>
      <dgm:spPr/>
    </dgm:pt>
    <dgm:pt modelId="{2E14D378-8355-4B95-8F59-36F250646AEC}" type="pres">
      <dgm:prSet presAssocID="{0F5D13A2-A1AF-4560-836E-5845D46D6BA3}" presName="horFlow" presStyleCnt="0"/>
      <dgm:spPr/>
    </dgm:pt>
    <dgm:pt modelId="{F9455D2F-A27E-4E1C-90A8-6EFFB8896EEA}" type="pres">
      <dgm:prSet presAssocID="{0F5D13A2-A1AF-4560-836E-5845D46D6BA3}" presName="bigChev" presStyleLbl="node1" presStyleIdx="2" presStyleCnt="4"/>
      <dgm:spPr/>
    </dgm:pt>
    <dgm:pt modelId="{82C92EE3-DA24-428E-8C99-004F568A7C8A}" type="pres">
      <dgm:prSet presAssocID="{67CD28B8-FFAA-4661-93E4-31C08B6CC236}" presName="parTrans" presStyleCnt="0"/>
      <dgm:spPr/>
    </dgm:pt>
    <dgm:pt modelId="{B54BD9EA-95AE-4380-AB20-C42A8F3ADF35}" type="pres">
      <dgm:prSet presAssocID="{70EEA578-687F-4227-95C2-89D4E250DFCE}" presName="node" presStyleLbl="alignAccFollowNode1" presStyleIdx="8" presStyleCnt="15">
        <dgm:presLayoutVars>
          <dgm:bulletEnabled val="1"/>
        </dgm:presLayoutVars>
      </dgm:prSet>
      <dgm:spPr/>
    </dgm:pt>
    <dgm:pt modelId="{D8AB8869-07B8-464C-A7EF-624E6589B83C}" type="pres">
      <dgm:prSet presAssocID="{717F199C-65D3-4751-9C0B-7EAA88635FE7}" presName="sibTrans" presStyleCnt="0"/>
      <dgm:spPr/>
    </dgm:pt>
    <dgm:pt modelId="{AD546A2B-9105-4E28-A73D-07CBDF1F266D}" type="pres">
      <dgm:prSet presAssocID="{64298C0C-B447-4686-94AA-2D6ACF1AC576}" presName="node" presStyleLbl="alignAccFollowNode1" presStyleIdx="9" presStyleCnt="15">
        <dgm:presLayoutVars>
          <dgm:bulletEnabled val="1"/>
        </dgm:presLayoutVars>
      </dgm:prSet>
      <dgm:spPr/>
    </dgm:pt>
    <dgm:pt modelId="{A2CE4C7D-5373-42F3-A1E4-65DE655335EF}" type="pres">
      <dgm:prSet presAssocID="{7D349C71-D537-46E3-ACFC-5D97257393EB}" presName="sibTrans" presStyleCnt="0"/>
      <dgm:spPr/>
    </dgm:pt>
    <dgm:pt modelId="{08484C31-A9CC-43E6-92B8-3A8D7BC29E18}" type="pres">
      <dgm:prSet presAssocID="{607762D9-4275-463D-B097-8CAF01E9FF1B}" presName="node" presStyleLbl="alignAccFollowNode1" presStyleIdx="10" presStyleCnt="15">
        <dgm:presLayoutVars>
          <dgm:bulletEnabled val="1"/>
        </dgm:presLayoutVars>
      </dgm:prSet>
      <dgm:spPr/>
    </dgm:pt>
    <dgm:pt modelId="{F2F2F18F-D8D0-410A-ABBC-E7F955E9F387}" type="pres">
      <dgm:prSet presAssocID="{9A05D7D1-361D-41E6-9B9D-E23565697885}" presName="sibTrans" presStyleCnt="0"/>
      <dgm:spPr/>
    </dgm:pt>
    <dgm:pt modelId="{C44E10BD-E3FF-47EC-AF7E-10D511076864}" type="pres">
      <dgm:prSet presAssocID="{F0ABA8F5-069A-4EA6-9DFC-E75197D02C70}" presName="node" presStyleLbl="alignAccFollowNode1" presStyleIdx="11" presStyleCnt="15">
        <dgm:presLayoutVars>
          <dgm:bulletEnabled val="1"/>
        </dgm:presLayoutVars>
      </dgm:prSet>
      <dgm:spPr/>
    </dgm:pt>
    <dgm:pt modelId="{5462700C-680D-4A15-B5B3-4535FEFD2B97}" type="pres">
      <dgm:prSet presAssocID="{0F5D13A2-A1AF-4560-836E-5845D46D6BA3}" presName="vSp" presStyleCnt="0"/>
      <dgm:spPr/>
    </dgm:pt>
    <dgm:pt modelId="{CB8051B5-2A9F-4386-9397-2A39A5DE8632}" type="pres">
      <dgm:prSet presAssocID="{F4B7326E-580C-403B-B570-8AD7FB600EB3}" presName="horFlow" presStyleCnt="0"/>
      <dgm:spPr/>
    </dgm:pt>
    <dgm:pt modelId="{B3C754C5-0C63-4650-8E2E-05DA3E615C83}" type="pres">
      <dgm:prSet presAssocID="{F4B7326E-580C-403B-B570-8AD7FB600EB3}" presName="bigChev" presStyleLbl="node1" presStyleIdx="3" presStyleCnt="4"/>
      <dgm:spPr/>
    </dgm:pt>
    <dgm:pt modelId="{78DDD54B-4675-46EE-8030-9E456869CB68}" type="pres">
      <dgm:prSet presAssocID="{5DD80908-A7B5-4BCE-8456-1F9072EC103A}" presName="parTrans" presStyleCnt="0"/>
      <dgm:spPr/>
    </dgm:pt>
    <dgm:pt modelId="{54A80127-4B49-4294-BE7B-023E2E4CF171}" type="pres">
      <dgm:prSet presAssocID="{42A30F63-5EEA-4A20-BD46-63F0937FF51B}" presName="node" presStyleLbl="alignAccFollowNode1" presStyleIdx="12" presStyleCnt="15">
        <dgm:presLayoutVars>
          <dgm:bulletEnabled val="1"/>
        </dgm:presLayoutVars>
      </dgm:prSet>
      <dgm:spPr/>
    </dgm:pt>
    <dgm:pt modelId="{EF6461E9-278A-46A4-B6C0-3BD0B85154D5}" type="pres">
      <dgm:prSet presAssocID="{5DB8EDBC-89BE-456B-9606-E9FB9C0AEAFE}" presName="sibTrans" presStyleCnt="0"/>
      <dgm:spPr/>
    </dgm:pt>
    <dgm:pt modelId="{E0ACF27E-2510-4955-AE21-06C99AC07F78}" type="pres">
      <dgm:prSet presAssocID="{B71F645A-753F-426C-AEF9-F877C81DAFF7}" presName="node" presStyleLbl="alignAccFollowNode1" presStyleIdx="13" presStyleCnt="15">
        <dgm:presLayoutVars>
          <dgm:bulletEnabled val="1"/>
        </dgm:presLayoutVars>
      </dgm:prSet>
      <dgm:spPr/>
    </dgm:pt>
    <dgm:pt modelId="{6B5D4C82-A88B-4FE2-8C77-09A85A6771E8}" type="pres">
      <dgm:prSet presAssocID="{71C32F8B-E118-468E-B9F8-7467455AE563}" presName="sibTrans" presStyleCnt="0"/>
      <dgm:spPr/>
    </dgm:pt>
    <dgm:pt modelId="{F5FAD344-9648-484C-9FA6-B4E53763BED0}" type="pres">
      <dgm:prSet presAssocID="{710EC925-E54F-4E28-8B53-93AC5C1BF1F8}" presName="node" presStyleLbl="alignAccFollowNode1" presStyleIdx="14" presStyleCnt="15">
        <dgm:presLayoutVars>
          <dgm:bulletEnabled val="1"/>
        </dgm:presLayoutVars>
      </dgm:prSet>
      <dgm:spPr/>
    </dgm:pt>
  </dgm:ptLst>
  <dgm:cxnLst>
    <dgm:cxn modelId="{4DDC2605-8C6A-40B1-8C14-488979F5B8DF}" srcId="{0B79E48C-6218-49AA-BC6D-02879E7A5C5D}" destId="{37642644-F425-4A9C-A098-A1A55443156D}" srcOrd="1" destOrd="0" parTransId="{DAF1318B-C991-44F9-8B5B-3E06BD48A112}" sibTransId="{70283323-C42A-4838-BC10-9E1F57381A03}"/>
    <dgm:cxn modelId="{80BA9C0E-BB69-422B-8564-0CE0AF09CFA0}" srcId="{838327C9-2C36-4D03-9438-52F6C1DE675A}" destId="{0B79E48C-6218-49AA-BC6D-02879E7A5C5D}" srcOrd="0" destOrd="0" parTransId="{A06680B5-291C-483B-9F6D-357AD928D00A}" sibTransId="{A982766B-CAD9-41B7-A2C8-E58BA6E54BA6}"/>
    <dgm:cxn modelId="{10E73513-E0B0-4382-8503-02B6D8B66FFE}" srcId="{0F5D13A2-A1AF-4560-836E-5845D46D6BA3}" destId="{607762D9-4275-463D-B097-8CAF01E9FF1B}" srcOrd="2" destOrd="0" parTransId="{AE8081DF-477F-4580-9C9E-B6F8B9264EE7}" sibTransId="{9A05D7D1-361D-41E6-9B9D-E23565697885}"/>
    <dgm:cxn modelId="{4E14AF1B-BBD3-40DF-B816-7D524D88061E}" type="presOf" srcId="{F4B7326E-580C-403B-B570-8AD7FB600EB3}" destId="{B3C754C5-0C63-4650-8E2E-05DA3E615C83}" srcOrd="0" destOrd="0" presId="urn:microsoft.com/office/officeart/2005/8/layout/lProcess3"/>
    <dgm:cxn modelId="{15B8401F-72C9-4785-ADA0-232327D656BB}" type="presOf" srcId="{DFD7E39A-4EFC-4478-B1BC-F486C5F884DC}" destId="{3D0480EB-6FDC-43C8-B679-6CD174A458C0}" srcOrd="0" destOrd="0" presId="urn:microsoft.com/office/officeart/2005/8/layout/lProcess3"/>
    <dgm:cxn modelId="{04F3DC1F-00E3-4C4A-9D46-B773F4C2BE66}" type="presOf" srcId="{838327C9-2C36-4D03-9438-52F6C1DE675A}" destId="{EA73E693-0B61-44E6-9602-16EF0CDCE21B}" srcOrd="0" destOrd="0" presId="urn:microsoft.com/office/officeart/2005/8/layout/lProcess3"/>
    <dgm:cxn modelId="{87376461-0B31-4078-B81E-D4578D90B406}" type="presOf" srcId="{AD848859-A0EB-4927-8E27-F7858BA4183A}" destId="{58DC2A30-9A2A-42AF-B32C-636FF5A5C553}" srcOrd="0" destOrd="0" presId="urn:microsoft.com/office/officeart/2005/8/layout/lProcess3"/>
    <dgm:cxn modelId="{EFB3CC41-2640-475E-BAFF-04E61026B498}" srcId="{F4B7326E-580C-403B-B570-8AD7FB600EB3}" destId="{710EC925-E54F-4E28-8B53-93AC5C1BF1F8}" srcOrd="2" destOrd="0" parTransId="{5923A173-A433-4DB0-881C-15804E9C02B7}" sibTransId="{56AE4E28-4AEC-46F8-BA06-E51E19B9A3EB}"/>
    <dgm:cxn modelId="{50677942-9110-4FB8-BB0D-8C07EC545523}" srcId="{F4B7326E-580C-403B-B570-8AD7FB600EB3}" destId="{42A30F63-5EEA-4A20-BD46-63F0937FF51B}" srcOrd="0" destOrd="0" parTransId="{5DD80908-A7B5-4BCE-8456-1F9072EC103A}" sibTransId="{5DB8EDBC-89BE-456B-9606-E9FB9C0AEAFE}"/>
    <dgm:cxn modelId="{7F878642-DF96-441E-B81D-83DCADDEDD43}" srcId="{838327C9-2C36-4D03-9438-52F6C1DE675A}" destId="{F4B7326E-580C-403B-B570-8AD7FB600EB3}" srcOrd="3" destOrd="0" parTransId="{B5A634E2-A2B1-455C-9B08-0D09E0F07E54}" sibTransId="{D463F190-FDAD-4F8E-864D-DC68175CA36A}"/>
    <dgm:cxn modelId="{E5AE866A-CAC1-45EE-BE8D-BAD905FA395B}" type="presOf" srcId="{F0ABA8F5-069A-4EA6-9DFC-E75197D02C70}" destId="{C44E10BD-E3FF-47EC-AF7E-10D511076864}" srcOrd="0" destOrd="0" presId="urn:microsoft.com/office/officeart/2005/8/layout/lProcess3"/>
    <dgm:cxn modelId="{81F1A24A-3D83-4B1C-A4CC-C943CC36CC4E}" srcId="{EB5E3BA9-D5DC-4D28-84FA-DD632EBCEAA6}" destId="{98D8D613-80E1-40AA-9BDB-65F062357A13}" srcOrd="3" destOrd="0" parTransId="{D7C8EC02-0B55-429B-9153-00BCB88B1D0F}" sibTransId="{F78CBABA-393E-4232-A4D6-CD3C1B449AE8}"/>
    <dgm:cxn modelId="{D6BDDE4D-FC17-41F2-8A91-380530A0DE27}" type="presOf" srcId="{EB5E3BA9-D5DC-4D28-84FA-DD632EBCEAA6}" destId="{056110E5-1EA6-4A56-A16B-4C9FEBA02748}" srcOrd="0" destOrd="0" presId="urn:microsoft.com/office/officeart/2005/8/layout/lProcess3"/>
    <dgm:cxn modelId="{22C3554E-C791-4ECF-B718-C517C966011D}" type="presOf" srcId="{70EEA578-687F-4227-95C2-89D4E250DFCE}" destId="{B54BD9EA-95AE-4380-AB20-C42A8F3ADF35}" srcOrd="0" destOrd="0" presId="urn:microsoft.com/office/officeart/2005/8/layout/lProcess3"/>
    <dgm:cxn modelId="{03081257-B5AC-45C3-AF40-C7E46BF394EC}" type="presOf" srcId="{98D8D613-80E1-40AA-9BDB-65F062357A13}" destId="{B59D0A0B-4C15-4D05-8511-EA6872061B96}" srcOrd="0" destOrd="0" presId="urn:microsoft.com/office/officeart/2005/8/layout/lProcess3"/>
    <dgm:cxn modelId="{E4681D57-AA82-4F62-90A2-5D5DD126C0F8}" type="presOf" srcId="{64298C0C-B447-4686-94AA-2D6ACF1AC576}" destId="{AD546A2B-9105-4E28-A73D-07CBDF1F266D}" srcOrd="0" destOrd="0" presId="urn:microsoft.com/office/officeart/2005/8/layout/lProcess3"/>
    <dgm:cxn modelId="{5F50BA78-119A-4BE4-9F27-0D15FF2F3871}" srcId="{F4B7326E-580C-403B-B570-8AD7FB600EB3}" destId="{B71F645A-753F-426C-AEF9-F877C81DAFF7}" srcOrd="1" destOrd="0" parTransId="{4728737B-00F5-4FA1-BB98-AE039257F056}" sibTransId="{71C32F8B-E118-468E-B9F8-7467455AE563}"/>
    <dgm:cxn modelId="{8354A77D-ED71-4756-857F-5DE8E16C9999}" srcId="{838327C9-2C36-4D03-9438-52F6C1DE675A}" destId="{0F5D13A2-A1AF-4560-836E-5845D46D6BA3}" srcOrd="2" destOrd="0" parTransId="{4CA2A623-8B83-44A5-9DBE-6D750966FA18}" sibTransId="{8BF62E6E-284F-49A4-8AD8-D5713A1A4B5E}"/>
    <dgm:cxn modelId="{EB5B1F7F-0E69-4019-8433-62D32E700B8B}" type="presOf" srcId="{37642644-F425-4A9C-A098-A1A55443156D}" destId="{F98DD3C8-9D6D-49FD-816E-6A8BA9AE3D6C}" srcOrd="0" destOrd="0" presId="urn:microsoft.com/office/officeart/2005/8/layout/lProcess3"/>
    <dgm:cxn modelId="{20782A7F-9C8B-4A88-840B-5DFDB28F650C}" type="presOf" srcId="{607762D9-4275-463D-B097-8CAF01E9FF1B}" destId="{08484C31-A9CC-43E6-92B8-3A8D7BC29E18}" srcOrd="0" destOrd="0" presId="urn:microsoft.com/office/officeart/2005/8/layout/lProcess3"/>
    <dgm:cxn modelId="{5462D183-D7BD-47AE-A696-903DE4263515}" srcId="{EB5E3BA9-D5DC-4D28-84FA-DD632EBCEAA6}" destId="{AD848859-A0EB-4927-8E27-F7858BA4183A}" srcOrd="2" destOrd="0" parTransId="{6BE05725-452B-40B8-9BE5-F3ED2BFF86D7}" sibTransId="{7F8B6E3E-A472-4193-B03F-AAA129E632CE}"/>
    <dgm:cxn modelId="{3A137688-6D9D-470A-9DDB-6D4CBA0D9C0D}" srcId="{0B79E48C-6218-49AA-BC6D-02879E7A5C5D}" destId="{DFD7E39A-4EFC-4478-B1BC-F486C5F884DC}" srcOrd="3" destOrd="0" parTransId="{F4F59FD8-99C3-4DC5-A40B-79FA3E30D0E5}" sibTransId="{A111C402-6304-479C-9747-D16C564645A2}"/>
    <dgm:cxn modelId="{E81ADE88-944D-4103-9EAA-E7E6AC99649F}" srcId="{0F5D13A2-A1AF-4560-836E-5845D46D6BA3}" destId="{F0ABA8F5-069A-4EA6-9DFC-E75197D02C70}" srcOrd="3" destOrd="0" parTransId="{82CDAA63-9171-4D74-8553-8C372E4958E4}" sibTransId="{8E2479EB-ED83-4D49-8733-6068D18D74B0}"/>
    <dgm:cxn modelId="{8F750C89-D7B0-4057-A41F-1A0346B4DC8E}" type="presOf" srcId="{42A30F63-5EEA-4A20-BD46-63F0937FF51B}" destId="{54A80127-4B49-4294-BE7B-023E2E4CF171}" srcOrd="0" destOrd="0" presId="urn:microsoft.com/office/officeart/2005/8/layout/lProcess3"/>
    <dgm:cxn modelId="{0BA46B8C-CEC2-4954-A5AF-27A0F1DE0AF3}" type="presOf" srcId="{710EC925-E54F-4E28-8B53-93AC5C1BF1F8}" destId="{F5FAD344-9648-484C-9FA6-B4E53763BED0}" srcOrd="0" destOrd="0" presId="urn:microsoft.com/office/officeart/2005/8/layout/lProcess3"/>
    <dgm:cxn modelId="{B5E5A297-6E82-499B-B30B-AC26BE8BEA18}" type="presOf" srcId="{12CDDB29-7048-49FF-A244-6EF8189F3F06}" destId="{5B3158CB-09F9-4073-B421-FDFBE1E99FF8}" srcOrd="0" destOrd="0" presId="urn:microsoft.com/office/officeart/2005/8/layout/lProcess3"/>
    <dgm:cxn modelId="{B7C48199-22B4-4DC1-8DC1-D441E0818452}" type="presOf" srcId="{0DA2F7BF-9957-4943-A753-0B7DCF6701D6}" destId="{C4B04CDA-214B-4D25-A72C-9B156616A055}" srcOrd="0" destOrd="0" presId="urn:microsoft.com/office/officeart/2005/8/layout/lProcess3"/>
    <dgm:cxn modelId="{287DE6AE-8B67-4A2D-8124-788FC7D94EFD}" srcId="{EB5E3BA9-D5DC-4D28-84FA-DD632EBCEAA6}" destId="{12CDDB29-7048-49FF-A244-6EF8189F3F06}" srcOrd="0" destOrd="0" parTransId="{10B3919E-F08A-4B6C-A893-3685D942C932}" sibTransId="{CF82F3CA-C060-4A25-99B4-41E2CCBF3F1C}"/>
    <dgm:cxn modelId="{A7541FB1-76E9-44ED-AA1B-243F19475B12}" type="presOf" srcId="{7CA8E792-6331-4D48-AB6A-242F28256D32}" destId="{5C0A782A-70AB-4BF6-AC0D-15A1EFC272E6}" srcOrd="0" destOrd="0" presId="urn:microsoft.com/office/officeart/2005/8/layout/lProcess3"/>
    <dgm:cxn modelId="{35AFEEB9-1D32-4CF4-AB8E-3A8B2D3EC249}" type="presOf" srcId="{B71F645A-753F-426C-AEF9-F877C81DAFF7}" destId="{E0ACF27E-2510-4955-AE21-06C99AC07F78}" srcOrd="0" destOrd="0" presId="urn:microsoft.com/office/officeart/2005/8/layout/lProcess3"/>
    <dgm:cxn modelId="{4EDC17BA-7C60-4A3A-A3F0-0DC14528852D}" srcId="{EB5E3BA9-D5DC-4D28-84FA-DD632EBCEAA6}" destId="{7CA8E792-6331-4D48-AB6A-242F28256D32}" srcOrd="1" destOrd="0" parTransId="{F6490519-6187-4C36-AB4C-9BAD86C4FA17}" sibTransId="{0C0C4B80-EFA7-4BF3-91DF-276AB1A9157D}"/>
    <dgm:cxn modelId="{1C3760C2-9607-4AE0-B795-040E963FBE98}" srcId="{0B79E48C-6218-49AA-BC6D-02879E7A5C5D}" destId="{0DA2F7BF-9957-4943-A753-0B7DCF6701D6}" srcOrd="2" destOrd="0" parTransId="{8D2C659E-BC25-4731-98D2-F7193A272D98}" sibTransId="{E9B215AC-9719-46B4-92CB-4608ABD9E12A}"/>
    <dgm:cxn modelId="{64C568C8-DA8C-4E58-BD88-BFDDC03A2EF1}" srcId="{838327C9-2C36-4D03-9438-52F6C1DE675A}" destId="{EB5E3BA9-D5DC-4D28-84FA-DD632EBCEAA6}" srcOrd="1" destOrd="0" parTransId="{3706755C-5698-4B35-9B89-60D5FC872BC9}" sibTransId="{87653362-AEAD-4ACF-840A-4C72716597A0}"/>
    <dgm:cxn modelId="{10E462D3-55F2-4326-A9F0-F092D0C1CA76}" type="presOf" srcId="{0F5D13A2-A1AF-4560-836E-5845D46D6BA3}" destId="{F9455D2F-A27E-4E1C-90A8-6EFFB8896EEA}" srcOrd="0" destOrd="0" presId="urn:microsoft.com/office/officeart/2005/8/layout/lProcess3"/>
    <dgm:cxn modelId="{B06E37D7-89AA-484D-BF74-4625FE9B39A2}" type="presOf" srcId="{57001A32-25A6-4E6F-BEBD-24C6FD950272}" destId="{00747490-EDD1-44CB-AF42-C0E03421E22E}" srcOrd="0" destOrd="0" presId="urn:microsoft.com/office/officeart/2005/8/layout/lProcess3"/>
    <dgm:cxn modelId="{9FA41BDC-E214-4D40-97F3-E0C2520B6892}" type="presOf" srcId="{0B79E48C-6218-49AA-BC6D-02879E7A5C5D}" destId="{EC0DE7B7-4002-4493-9700-2924589502C6}" srcOrd="0" destOrd="0" presId="urn:microsoft.com/office/officeart/2005/8/layout/lProcess3"/>
    <dgm:cxn modelId="{8D73C9EF-DDA0-470F-A2B1-0F7D655D69F7}" srcId="{0F5D13A2-A1AF-4560-836E-5845D46D6BA3}" destId="{70EEA578-687F-4227-95C2-89D4E250DFCE}" srcOrd="0" destOrd="0" parTransId="{67CD28B8-FFAA-4661-93E4-31C08B6CC236}" sibTransId="{717F199C-65D3-4751-9C0B-7EAA88635FE7}"/>
    <dgm:cxn modelId="{A90CA2F8-C921-4FC7-A91F-8DD35AD968EB}" srcId="{0B79E48C-6218-49AA-BC6D-02879E7A5C5D}" destId="{57001A32-25A6-4E6F-BEBD-24C6FD950272}" srcOrd="0" destOrd="0" parTransId="{2D930ED7-CFCE-406A-A81F-261DBEEF719F}" sibTransId="{644E20B2-0820-4240-A58A-F16030D7B583}"/>
    <dgm:cxn modelId="{884EA9FA-AAA7-4829-BB57-7774CFB7BCA4}" srcId="{0F5D13A2-A1AF-4560-836E-5845D46D6BA3}" destId="{64298C0C-B447-4686-94AA-2D6ACF1AC576}" srcOrd="1" destOrd="0" parTransId="{70D13F6F-E59B-48D4-BF52-E5A3111E23DC}" sibTransId="{7D349C71-D537-46E3-ACFC-5D97257393EB}"/>
    <dgm:cxn modelId="{54C18DB3-D2C6-4139-AA4C-B7E5D1A09FF0}" type="presParOf" srcId="{EA73E693-0B61-44E6-9602-16EF0CDCE21B}" destId="{65607F5E-CF3E-46D2-8FDE-BBCAD6B9F62B}" srcOrd="0" destOrd="0" presId="urn:microsoft.com/office/officeart/2005/8/layout/lProcess3"/>
    <dgm:cxn modelId="{B06A1BF6-4244-4BEA-B99E-EBD92B81176A}" type="presParOf" srcId="{65607F5E-CF3E-46D2-8FDE-BBCAD6B9F62B}" destId="{EC0DE7B7-4002-4493-9700-2924589502C6}" srcOrd="0" destOrd="0" presId="urn:microsoft.com/office/officeart/2005/8/layout/lProcess3"/>
    <dgm:cxn modelId="{676349E6-D735-4BE6-AEBD-86D27A10BE60}" type="presParOf" srcId="{65607F5E-CF3E-46D2-8FDE-BBCAD6B9F62B}" destId="{F976A851-360B-4463-BB17-E6C1FA61E1B3}" srcOrd="1" destOrd="0" presId="urn:microsoft.com/office/officeart/2005/8/layout/lProcess3"/>
    <dgm:cxn modelId="{36A34AFB-BF9D-490F-B6FD-DE1059EDB3FA}" type="presParOf" srcId="{65607F5E-CF3E-46D2-8FDE-BBCAD6B9F62B}" destId="{00747490-EDD1-44CB-AF42-C0E03421E22E}" srcOrd="2" destOrd="0" presId="urn:microsoft.com/office/officeart/2005/8/layout/lProcess3"/>
    <dgm:cxn modelId="{578C55C8-8710-4622-A334-2E0D46F2D44C}" type="presParOf" srcId="{65607F5E-CF3E-46D2-8FDE-BBCAD6B9F62B}" destId="{BD01C5C7-6F87-44BA-A1E4-BC969D809E64}" srcOrd="3" destOrd="0" presId="urn:microsoft.com/office/officeart/2005/8/layout/lProcess3"/>
    <dgm:cxn modelId="{07C74CE2-B09C-4CC2-A2F2-4DED14C8F621}" type="presParOf" srcId="{65607F5E-CF3E-46D2-8FDE-BBCAD6B9F62B}" destId="{F98DD3C8-9D6D-49FD-816E-6A8BA9AE3D6C}" srcOrd="4" destOrd="0" presId="urn:microsoft.com/office/officeart/2005/8/layout/lProcess3"/>
    <dgm:cxn modelId="{65239772-0F50-4722-894E-D01A717D648B}" type="presParOf" srcId="{65607F5E-CF3E-46D2-8FDE-BBCAD6B9F62B}" destId="{6AC4CF62-9909-4C46-BFBD-74271E97469F}" srcOrd="5" destOrd="0" presId="urn:microsoft.com/office/officeart/2005/8/layout/lProcess3"/>
    <dgm:cxn modelId="{D622CCE4-F722-43D1-AE26-D5C3DFD83197}" type="presParOf" srcId="{65607F5E-CF3E-46D2-8FDE-BBCAD6B9F62B}" destId="{C4B04CDA-214B-4D25-A72C-9B156616A055}" srcOrd="6" destOrd="0" presId="urn:microsoft.com/office/officeart/2005/8/layout/lProcess3"/>
    <dgm:cxn modelId="{9CF1BDCC-9390-4AAC-B213-4A0920AC2F4D}" type="presParOf" srcId="{65607F5E-CF3E-46D2-8FDE-BBCAD6B9F62B}" destId="{C2487125-8CA7-45A6-BD75-532331E295B0}" srcOrd="7" destOrd="0" presId="urn:microsoft.com/office/officeart/2005/8/layout/lProcess3"/>
    <dgm:cxn modelId="{4BB4F3E6-1100-4572-A825-403D7EC498BF}" type="presParOf" srcId="{65607F5E-CF3E-46D2-8FDE-BBCAD6B9F62B}" destId="{3D0480EB-6FDC-43C8-B679-6CD174A458C0}" srcOrd="8" destOrd="0" presId="urn:microsoft.com/office/officeart/2005/8/layout/lProcess3"/>
    <dgm:cxn modelId="{69C8B855-39FD-4BEF-A979-75A077761946}" type="presParOf" srcId="{EA73E693-0B61-44E6-9602-16EF0CDCE21B}" destId="{EF2F8298-BC97-4CBF-AB56-ADE42E6BECD5}" srcOrd="1" destOrd="0" presId="urn:microsoft.com/office/officeart/2005/8/layout/lProcess3"/>
    <dgm:cxn modelId="{E96A71F0-0C6C-49E0-A96E-EEFE8AF64992}" type="presParOf" srcId="{EA73E693-0B61-44E6-9602-16EF0CDCE21B}" destId="{E20F5B88-5620-49C1-B59F-3123FD9FA6D2}" srcOrd="2" destOrd="0" presId="urn:microsoft.com/office/officeart/2005/8/layout/lProcess3"/>
    <dgm:cxn modelId="{F147B5CA-FABC-4E2B-8A72-5450833037F4}" type="presParOf" srcId="{E20F5B88-5620-49C1-B59F-3123FD9FA6D2}" destId="{056110E5-1EA6-4A56-A16B-4C9FEBA02748}" srcOrd="0" destOrd="0" presId="urn:microsoft.com/office/officeart/2005/8/layout/lProcess3"/>
    <dgm:cxn modelId="{9A090B99-8AE3-44CE-A514-A7CC6998BDAA}" type="presParOf" srcId="{E20F5B88-5620-49C1-B59F-3123FD9FA6D2}" destId="{528059F9-C18B-4136-8E6B-9D35D4B02E52}" srcOrd="1" destOrd="0" presId="urn:microsoft.com/office/officeart/2005/8/layout/lProcess3"/>
    <dgm:cxn modelId="{6E5268E6-58CC-40AC-8A76-07BBC5AE63FB}" type="presParOf" srcId="{E20F5B88-5620-49C1-B59F-3123FD9FA6D2}" destId="{5B3158CB-09F9-4073-B421-FDFBE1E99FF8}" srcOrd="2" destOrd="0" presId="urn:microsoft.com/office/officeart/2005/8/layout/lProcess3"/>
    <dgm:cxn modelId="{A13E73E5-C972-4BE3-9856-3586CEA8713C}" type="presParOf" srcId="{E20F5B88-5620-49C1-B59F-3123FD9FA6D2}" destId="{D06295F2-C1AC-4EAF-BD04-7ECA45EE0AAD}" srcOrd="3" destOrd="0" presId="urn:microsoft.com/office/officeart/2005/8/layout/lProcess3"/>
    <dgm:cxn modelId="{995CEC8F-894B-4B8D-B673-1105B784F3F1}" type="presParOf" srcId="{E20F5B88-5620-49C1-B59F-3123FD9FA6D2}" destId="{5C0A782A-70AB-4BF6-AC0D-15A1EFC272E6}" srcOrd="4" destOrd="0" presId="urn:microsoft.com/office/officeart/2005/8/layout/lProcess3"/>
    <dgm:cxn modelId="{AEC909E7-A1FD-4608-B3E7-7D483633CADD}" type="presParOf" srcId="{E20F5B88-5620-49C1-B59F-3123FD9FA6D2}" destId="{F3E7F933-E0AD-4022-9445-317D0C5A58C7}" srcOrd="5" destOrd="0" presId="urn:microsoft.com/office/officeart/2005/8/layout/lProcess3"/>
    <dgm:cxn modelId="{82A3392A-8F3E-4F9B-ADA1-91428A31D2ED}" type="presParOf" srcId="{E20F5B88-5620-49C1-B59F-3123FD9FA6D2}" destId="{58DC2A30-9A2A-42AF-B32C-636FF5A5C553}" srcOrd="6" destOrd="0" presId="urn:microsoft.com/office/officeart/2005/8/layout/lProcess3"/>
    <dgm:cxn modelId="{942D4BEF-005A-4FB6-AC5B-E1B35624E59F}" type="presParOf" srcId="{E20F5B88-5620-49C1-B59F-3123FD9FA6D2}" destId="{8F2CC65F-991E-4F38-8DBE-70382ECAF7CD}" srcOrd="7" destOrd="0" presId="urn:microsoft.com/office/officeart/2005/8/layout/lProcess3"/>
    <dgm:cxn modelId="{BEAFE701-0DB7-4668-9815-9661A27F6AE2}" type="presParOf" srcId="{E20F5B88-5620-49C1-B59F-3123FD9FA6D2}" destId="{B59D0A0B-4C15-4D05-8511-EA6872061B96}" srcOrd="8" destOrd="0" presId="urn:microsoft.com/office/officeart/2005/8/layout/lProcess3"/>
    <dgm:cxn modelId="{AFC46E36-D522-47E7-A4E3-A1801FD6F530}" type="presParOf" srcId="{EA73E693-0B61-44E6-9602-16EF0CDCE21B}" destId="{9E1FEA84-7F80-45A1-AFA5-A4D101D02E6A}" srcOrd="3" destOrd="0" presId="urn:microsoft.com/office/officeart/2005/8/layout/lProcess3"/>
    <dgm:cxn modelId="{225CEB28-2B0B-4AD3-963C-6A76ECC260F5}" type="presParOf" srcId="{EA73E693-0B61-44E6-9602-16EF0CDCE21B}" destId="{2E14D378-8355-4B95-8F59-36F250646AEC}" srcOrd="4" destOrd="0" presId="urn:microsoft.com/office/officeart/2005/8/layout/lProcess3"/>
    <dgm:cxn modelId="{7909D3CD-AA5E-428E-92FC-2088EE3FFEAA}" type="presParOf" srcId="{2E14D378-8355-4B95-8F59-36F250646AEC}" destId="{F9455D2F-A27E-4E1C-90A8-6EFFB8896EEA}" srcOrd="0" destOrd="0" presId="urn:microsoft.com/office/officeart/2005/8/layout/lProcess3"/>
    <dgm:cxn modelId="{F3FBBE95-80F4-4B21-8084-4A6802E4FCA8}" type="presParOf" srcId="{2E14D378-8355-4B95-8F59-36F250646AEC}" destId="{82C92EE3-DA24-428E-8C99-004F568A7C8A}" srcOrd="1" destOrd="0" presId="urn:microsoft.com/office/officeart/2005/8/layout/lProcess3"/>
    <dgm:cxn modelId="{3E0BB7F7-D97D-42C1-99E0-AA4466EE5AA6}" type="presParOf" srcId="{2E14D378-8355-4B95-8F59-36F250646AEC}" destId="{B54BD9EA-95AE-4380-AB20-C42A8F3ADF35}" srcOrd="2" destOrd="0" presId="urn:microsoft.com/office/officeart/2005/8/layout/lProcess3"/>
    <dgm:cxn modelId="{155B7D27-9913-4F26-8217-8D2AE458DCBE}" type="presParOf" srcId="{2E14D378-8355-4B95-8F59-36F250646AEC}" destId="{D8AB8869-07B8-464C-A7EF-624E6589B83C}" srcOrd="3" destOrd="0" presId="urn:microsoft.com/office/officeart/2005/8/layout/lProcess3"/>
    <dgm:cxn modelId="{5140D444-3083-4A0C-B571-8DEB78A707D7}" type="presParOf" srcId="{2E14D378-8355-4B95-8F59-36F250646AEC}" destId="{AD546A2B-9105-4E28-A73D-07CBDF1F266D}" srcOrd="4" destOrd="0" presId="urn:microsoft.com/office/officeart/2005/8/layout/lProcess3"/>
    <dgm:cxn modelId="{46B85DEF-5A38-4685-B724-55FFDA514B7E}" type="presParOf" srcId="{2E14D378-8355-4B95-8F59-36F250646AEC}" destId="{A2CE4C7D-5373-42F3-A1E4-65DE655335EF}" srcOrd="5" destOrd="0" presId="urn:microsoft.com/office/officeart/2005/8/layout/lProcess3"/>
    <dgm:cxn modelId="{82AA9295-F379-42E9-AB50-30237171C707}" type="presParOf" srcId="{2E14D378-8355-4B95-8F59-36F250646AEC}" destId="{08484C31-A9CC-43E6-92B8-3A8D7BC29E18}" srcOrd="6" destOrd="0" presId="urn:microsoft.com/office/officeart/2005/8/layout/lProcess3"/>
    <dgm:cxn modelId="{E2AEDC43-66E0-4281-9A4E-C8CAED96D144}" type="presParOf" srcId="{2E14D378-8355-4B95-8F59-36F250646AEC}" destId="{F2F2F18F-D8D0-410A-ABBC-E7F955E9F387}" srcOrd="7" destOrd="0" presId="urn:microsoft.com/office/officeart/2005/8/layout/lProcess3"/>
    <dgm:cxn modelId="{E56798D8-9828-4F72-A016-11BD62403348}" type="presParOf" srcId="{2E14D378-8355-4B95-8F59-36F250646AEC}" destId="{C44E10BD-E3FF-47EC-AF7E-10D511076864}" srcOrd="8" destOrd="0" presId="urn:microsoft.com/office/officeart/2005/8/layout/lProcess3"/>
    <dgm:cxn modelId="{CEAA0C62-50E1-4BA5-925E-21356738EB5E}" type="presParOf" srcId="{EA73E693-0B61-44E6-9602-16EF0CDCE21B}" destId="{5462700C-680D-4A15-B5B3-4535FEFD2B97}" srcOrd="5" destOrd="0" presId="urn:microsoft.com/office/officeart/2005/8/layout/lProcess3"/>
    <dgm:cxn modelId="{E68DBB40-0F68-40E6-A4DE-B3DBD5E3E441}" type="presParOf" srcId="{EA73E693-0B61-44E6-9602-16EF0CDCE21B}" destId="{CB8051B5-2A9F-4386-9397-2A39A5DE8632}" srcOrd="6" destOrd="0" presId="urn:microsoft.com/office/officeart/2005/8/layout/lProcess3"/>
    <dgm:cxn modelId="{3F0A9C0B-80A3-4938-8A9B-A5F301186711}" type="presParOf" srcId="{CB8051B5-2A9F-4386-9397-2A39A5DE8632}" destId="{B3C754C5-0C63-4650-8E2E-05DA3E615C83}" srcOrd="0" destOrd="0" presId="urn:microsoft.com/office/officeart/2005/8/layout/lProcess3"/>
    <dgm:cxn modelId="{C8C9CC74-BCF4-44A9-A9EE-3A8D7D22D349}" type="presParOf" srcId="{CB8051B5-2A9F-4386-9397-2A39A5DE8632}" destId="{78DDD54B-4675-46EE-8030-9E456869CB68}" srcOrd="1" destOrd="0" presId="urn:microsoft.com/office/officeart/2005/8/layout/lProcess3"/>
    <dgm:cxn modelId="{136E95E3-5B08-4772-B37D-7DDFF6AB3F50}" type="presParOf" srcId="{CB8051B5-2A9F-4386-9397-2A39A5DE8632}" destId="{54A80127-4B49-4294-BE7B-023E2E4CF171}" srcOrd="2" destOrd="0" presId="urn:microsoft.com/office/officeart/2005/8/layout/lProcess3"/>
    <dgm:cxn modelId="{2C13F8B2-5224-4C7D-808D-FBC2E961674F}" type="presParOf" srcId="{CB8051B5-2A9F-4386-9397-2A39A5DE8632}" destId="{EF6461E9-278A-46A4-B6C0-3BD0B85154D5}" srcOrd="3" destOrd="0" presId="urn:microsoft.com/office/officeart/2005/8/layout/lProcess3"/>
    <dgm:cxn modelId="{E33470FD-6540-4AF9-BC6C-B49AF3F262E2}" type="presParOf" srcId="{CB8051B5-2A9F-4386-9397-2A39A5DE8632}" destId="{E0ACF27E-2510-4955-AE21-06C99AC07F78}" srcOrd="4" destOrd="0" presId="urn:microsoft.com/office/officeart/2005/8/layout/lProcess3"/>
    <dgm:cxn modelId="{29B1C398-F987-4C49-B2A8-9A0F683767DE}" type="presParOf" srcId="{CB8051B5-2A9F-4386-9397-2A39A5DE8632}" destId="{6B5D4C82-A88B-4FE2-8C77-09A85A6771E8}" srcOrd="5" destOrd="0" presId="urn:microsoft.com/office/officeart/2005/8/layout/lProcess3"/>
    <dgm:cxn modelId="{51ED357E-4453-4B31-8EEA-6C4D0E12C2BA}" type="presParOf" srcId="{CB8051B5-2A9F-4386-9397-2A39A5DE8632}" destId="{F5FAD344-9648-484C-9FA6-B4E53763BED0}" srcOrd="6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0DE7B7-4002-4493-9700-2924589502C6}">
      <dsp:nvSpPr>
        <dsp:cNvPr id="0" name=""/>
        <dsp:cNvSpPr/>
      </dsp:nvSpPr>
      <dsp:spPr>
        <a:xfrm>
          <a:off x="1191" y="574586"/>
          <a:ext cx="2379761" cy="95190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16510" rIns="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Home</a:t>
          </a:r>
          <a:endParaRPr lang="en-GB" sz="2600" kern="1200" dirty="0"/>
        </a:p>
      </dsp:txBody>
      <dsp:txXfrm>
        <a:off x="477143" y="574586"/>
        <a:ext cx="1427857" cy="951904"/>
      </dsp:txXfrm>
    </dsp:sp>
    <dsp:sp modelId="{00747490-EDD1-44CB-AF42-C0E03421E22E}">
      <dsp:nvSpPr>
        <dsp:cNvPr id="0" name=""/>
        <dsp:cNvSpPr/>
      </dsp:nvSpPr>
      <dsp:spPr>
        <a:xfrm>
          <a:off x="2071584" y="655498"/>
          <a:ext cx="1975202" cy="790080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Fajr</a:t>
          </a:r>
          <a:endParaRPr lang="en-GB" sz="1900" kern="1200" dirty="0"/>
        </a:p>
      </dsp:txBody>
      <dsp:txXfrm>
        <a:off x="2466624" y="655498"/>
        <a:ext cx="1185122" cy="790080"/>
      </dsp:txXfrm>
    </dsp:sp>
    <dsp:sp modelId="{F98DD3C8-9D6D-49FD-816E-6A8BA9AE3D6C}">
      <dsp:nvSpPr>
        <dsp:cNvPr id="0" name=""/>
        <dsp:cNvSpPr/>
      </dsp:nvSpPr>
      <dsp:spPr>
        <a:xfrm>
          <a:off x="3770258" y="655498"/>
          <a:ext cx="1975202" cy="790080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Getting up</a:t>
          </a:r>
          <a:endParaRPr lang="en-GB" sz="1900" kern="1200" dirty="0"/>
        </a:p>
      </dsp:txBody>
      <dsp:txXfrm>
        <a:off x="4165298" y="655498"/>
        <a:ext cx="1185122" cy="790080"/>
      </dsp:txXfrm>
    </dsp:sp>
    <dsp:sp modelId="{C4B04CDA-214B-4D25-A72C-9B156616A055}">
      <dsp:nvSpPr>
        <dsp:cNvPr id="0" name=""/>
        <dsp:cNvSpPr/>
      </dsp:nvSpPr>
      <dsp:spPr>
        <a:xfrm>
          <a:off x="5468932" y="655498"/>
          <a:ext cx="1975202" cy="790080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Exercise</a:t>
          </a:r>
          <a:endParaRPr lang="en-GB" sz="1900" kern="1200" dirty="0"/>
        </a:p>
      </dsp:txBody>
      <dsp:txXfrm>
        <a:off x="5863972" y="655498"/>
        <a:ext cx="1185122" cy="790080"/>
      </dsp:txXfrm>
    </dsp:sp>
    <dsp:sp modelId="{3D0480EB-6FDC-43C8-B679-6CD174A458C0}">
      <dsp:nvSpPr>
        <dsp:cNvPr id="0" name=""/>
        <dsp:cNvSpPr/>
      </dsp:nvSpPr>
      <dsp:spPr>
        <a:xfrm>
          <a:off x="7167606" y="655498"/>
          <a:ext cx="1975202" cy="790080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Getting ready</a:t>
          </a:r>
          <a:endParaRPr lang="en-GB" sz="1900" kern="1200" dirty="0"/>
        </a:p>
      </dsp:txBody>
      <dsp:txXfrm>
        <a:off x="7562646" y="655498"/>
        <a:ext cx="1185122" cy="790080"/>
      </dsp:txXfrm>
    </dsp:sp>
    <dsp:sp modelId="{056110E5-1EA6-4A56-A16B-4C9FEBA02748}">
      <dsp:nvSpPr>
        <dsp:cNvPr id="0" name=""/>
        <dsp:cNvSpPr/>
      </dsp:nvSpPr>
      <dsp:spPr>
        <a:xfrm>
          <a:off x="1191" y="1659757"/>
          <a:ext cx="2379761" cy="95190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16510" rIns="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Office</a:t>
          </a:r>
          <a:endParaRPr lang="en-GB" sz="2600" kern="1200" dirty="0"/>
        </a:p>
      </dsp:txBody>
      <dsp:txXfrm>
        <a:off x="477143" y="1659757"/>
        <a:ext cx="1427857" cy="951904"/>
      </dsp:txXfrm>
    </dsp:sp>
    <dsp:sp modelId="{5B3158CB-09F9-4073-B421-FDFBE1E99FF8}">
      <dsp:nvSpPr>
        <dsp:cNvPr id="0" name=""/>
        <dsp:cNvSpPr/>
      </dsp:nvSpPr>
      <dsp:spPr>
        <a:xfrm>
          <a:off x="2071584" y="1740669"/>
          <a:ext cx="1975202" cy="790080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Meetings</a:t>
          </a:r>
          <a:endParaRPr lang="en-GB" sz="1900" kern="1200" dirty="0"/>
        </a:p>
      </dsp:txBody>
      <dsp:txXfrm>
        <a:off x="2466624" y="1740669"/>
        <a:ext cx="1185122" cy="790080"/>
      </dsp:txXfrm>
    </dsp:sp>
    <dsp:sp modelId="{5C0A782A-70AB-4BF6-AC0D-15A1EFC272E6}">
      <dsp:nvSpPr>
        <dsp:cNvPr id="0" name=""/>
        <dsp:cNvSpPr/>
      </dsp:nvSpPr>
      <dsp:spPr>
        <a:xfrm>
          <a:off x="3770258" y="1740669"/>
          <a:ext cx="1975202" cy="790080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Tea break</a:t>
          </a:r>
          <a:endParaRPr lang="en-GB" sz="1900" kern="1200" dirty="0"/>
        </a:p>
      </dsp:txBody>
      <dsp:txXfrm>
        <a:off x="4165298" y="1740669"/>
        <a:ext cx="1185122" cy="790080"/>
      </dsp:txXfrm>
    </dsp:sp>
    <dsp:sp modelId="{58DC2A30-9A2A-42AF-B32C-636FF5A5C553}">
      <dsp:nvSpPr>
        <dsp:cNvPr id="0" name=""/>
        <dsp:cNvSpPr/>
      </dsp:nvSpPr>
      <dsp:spPr>
        <a:xfrm>
          <a:off x="5468932" y="1740669"/>
          <a:ext cx="1975202" cy="790080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Zohr</a:t>
          </a:r>
          <a:r>
            <a:rPr lang="en-US" sz="1900" kern="1200" dirty="0"/>
            <a:t>/Lunch</a:t>
          </a:r>
          <a:endParaRPr lang="en-GB" sz="1900" kern="1200" dirty="0"/>
        </a:p>
      </dsp:txBody>
      <dsp:txXfrm>
        <a:off x="5863972" y="1740669"/>
        <a:ext cx="1185122" cy="790080"/>
      </dsp:txXfrm>
    </dsp:sp>
    <dsp:sp modelId="{B59D0A0B-4C15-4D05-8511-EA6872061B96}">
      <dsp:nvSpPr>
        <dsp:cNvPr id="0" name=""/>
        <dsp:cNvSpPr/>
      </dsp:nvSpPr>
      <dsp:spPr>
        <a:xfrm>
          <a:off x="7167606" y="1740669"/>
          <a:ext cx="1975202" cy="790080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Packing up</a:t>
          </a:r>
          <a:endParaRPr lang="en-GB" sz="1900" kern="1200" dirty="0"/>
        </a:p>
      </dsp:txBody>
      <dsp:txXfrm>
        <a:off x="7562646" y="1740669"/>
        <a:ext cx="1185122" cy="790080"/>
      </dsp:txXfrm>
    </dsp:sp>
    <dsp:sp modelId="{F9455D2F-A27E-4E1C-90A8-6EFFB8896EEA}">
      <dsp:nvSpPr>
        <dsp:cNvPr id="0" name=""/>
        <dsp:cNvSpPr/>
      </dsp:nvSpPr>
      <dsp:spPr>
        <a:xfrm>
          <a:off x="1191" y="2744929"/>
          <a:ext cx="2379761" cy="95190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16510" rIns="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University</a:t>
          </a:r>
          <a:endParaRPr lang="en-GB" sz="2600" kern="1200" dirty="0"/>
        </a:p>
      </dsp:txBody>
      <dsp:txXfrm>
        <a:off x="477143" y="2744929"/>
        <a:ext cx="1427857" cy="951904"/>
      </dsp:txXfrm>
    </dsp:sp>
    <dsp:sp modelId="{B54BD9EA-95AE-4380-AB20-C42A8F3ADF35}">
      <dsp:nvSpPr>
        <dsp:cNvPr id="0" name=""/>
        <dsp:cNvSpPr/>
      </dsp:nvSpPr>
      <dsp:spPr>
        <a:xfrm>
          <a:off x="2071584" y="2825841"/>
          <a:ext cx="1975202" cy="790080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Class</a:t>
          </a:r>
          <a:endParaRPr lang="en-GB" sz="1900" kern="1200" dirty="0"/>
        </a:p>
      </dsp:txBody>
      <dsp:txXfrm>
        <a:off x="2466624" y="2825841"/>
        <a:ext cx="1185122" cy="790080"/>
      </dsp:txXfrm>
    </dsp:sp>
    <dsp:sp modelId="{AD546A2B-9105-4E28-A73D-07CBDF1F266D}">
      <dsp:nvSpPr>
        <dsp:cNvPr id="0" name=""/>
        <dsp:cNvSpPr/>
      </dsp:nvSpPr>
      <dsp:spPr>
        <a:xfrm>
          <a:off x="3770258" y="2825841"/>
          <a:ext cx="1975202" cy="790080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Lucky break</a:t>
          </a:r>
          <a:endParaRPr lang="en-GB" sz="1900" kern="1200" dirty="0"/>
        </a:p>
      </dsp:txBody>
      <dsp:txXfrm>
        <a:off x="4165298" y="2825841"/>
        <a:ext cx="1185122" cy="790080"/>
      </dsp:txXfrm>
    </dsp:sp>
    <dsp:sp modelId="{08484C31-A9CC-43E6-92B8-3A8D7BC29E18}">
      <dsp:nvSpPr>
        <dsp:cNvPr id="0" name=""/>
        <dsp:cNvSpPr/>
      </dsp:nvSpPr>
      <dsp:spPr>
        <a:xfrm>
          <a:off x="5468932" y="2825841"/>
          <a:ext cx="1975202" cy="790080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Resume</a:t>
          </a:r>
          <a:endParaRPr lang="en-GB" sz="1900" kern="1200" dirty="0"/>
        </a:p>
      </dsp:txBody>
      <dsp:txXfrm>
        <a:off x="5863972" y="2825841"/>
        <a:ext cx="1185122" cy="790080"/>
      </dsp:txXfrm>
    </dsp:sp>
    <dsp:sp modelId="{C44E10BD-E3FF-47EC-AF7E-10D511076864}">
      <dsp:nvSpPr>
        <dsp:cNvPr id="0" name=""/>
        <dsp:cNvSpPr/>
      </dsp:nvSpPr>
      <dsp:spPr>
        <a:xfrm>
          <a:off x="7167606" y="2825841"/>
          <a:ext cx="1975202" cy="790080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Getting up</a:t>
          </a:r>
          <a:endParaRPr lang="en-GB" sz="1900" kern="1200" dirty="0"/>
        </a:p>
      </dsp:txBody>
      <dsp:txXfrm>
        <a:off x="7562646" y="2825841"/>
        <a:ext cx="1185122" cy="790080"/>
      </dsp:txXfrm>
    </dsp:sp>
    <dsp:sp modelId="{B3C754C5-0C63-4650-8E2E-05DA3E615C83}">
      <dsp:nvSpPr>
        <dsp:cNvPr id="0" name=""/>
        <dsp:cNvSpPr/>
      </dsp:nvSpPr>
      <dsp:spPr>
        <a:xfrm>
          <a:off x="1191" y="3830100"/>
          <a:ext cx="2379761" cy="95190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16510" rIns="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Home</a:t>
          </a:r>
          <a:endParaRPr lang="en-GB" sz="2600" kern="1200" dirty="0"/>
        </a:p>
      </dsp:txBody>
      <dsp:txXfrm>
        <a:off x="477143" y="3830100"/>
        <a:ext cx="1427857" cy="951904"/>
      </dsp:txXfrm>
    </dsp:sp>
    <dsp:sp modelId="{54A80127-4B49-4294-BE7B-023E2E4CF171}">
      <dsp:nvSpPr>
        <dsp:cNvPr id="0" name=""/>
        <dsp:cNvSpPr/>
      </dsp:nvSpPr>
      <dsp:spPr>
        <a:xfrm>
          <a:off x="2071584" y="3911012"/>
          <a:ext cx="1975202" cy="790080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Family time</a:t>
          </a:r>
          <a:endParaRPr lang="en-GB" sz="1900" kern="1200" dirty="0"/>
        </a:p>
      </dsp:txBody>
      <dsp:txXfrm>
        <a:off x="2466624" y="3911012"/>
        <a:ext cx="1185122" cy="790080"/>
      </dsp:txXfrm>
    </dsp:sp>
    <dsp:sp modelId="{E0ACF27E-2510-4955-AE21-06C99AC07F78}">
      <dsp:nvSpPr>
        <dsp:cNvPr id="0" name=""/>
        <dsp:cNvSpPr/>
      </dsp:nvSpPr>
      <dsp:spPr>
        <a:xfrm>
          <a:off x="3770258" y="3911012"/>
          <a:ext cx="1975202" cy="790080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Sweet dreams</a:t>
          </a:r>
          <a:endParaRPr lang="en-GB" sz="1900" kern="1200" dirty="0"/>
        </a:p>
      </dsp:txBody>
      <dsp:txXfrm>
        <a:off x="4165298" y="3911012"/>
        <a:ext cx="1185122" cy="790080"/>
      </dsp:txXfrm>
    </dsp:sp>
    <dsp:sp modelId="{F5FAD344-9648-484C-9FA6-B4E53763BED0}">
      <dsp:nvSpPr>
        <dsp:cNvPr id="0" name=""/>
        <dsp:cNvSpPr/>
      </dsp:nvSpPr>
      <dsp:spPr>
        <a:xfrm>
          <a:off x="5468932" y="3911012"/>
          <a:ext cx="1975202" cy="790080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…</a:t>
          </a:r>
          <a:endParaRPr lang="en-GB" sz="1900" kern="1200" dirty="0"/>
        </a:p>
      </dsp:txBody>
      <dsp:txXfrm>
        <a:off x="5863972" y="3911012"/>
        <a:ext cx="1185122" cy="7900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B667B2-4638-4022-A24C-2AFD57DA0A36}" type="datetimeFigureOut">
              <a:rPr lang="en-US" smtClean="0"/>
              <a:t>1/2/2023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D67F39-7F7F-4E59-A11B-6250176BF4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611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Time for Action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200" b="0" dirty="0">
                <a:effectLst/>
                <a:latin typeface="Segoe UI"/>
                <a:ea typeface="Calibri"/>
                <a:cs typeface="Times New Roman"/>
              </a:rPr>
              <a:t>(Intermediate)</a:t>
            </a:r>
            <a:endParaRPr lang="en-US" sz="1200" b="0" dirty="0">
              <a:effectLst/>
              <a:latin typeface="+mn-lt"/>
              <a:ea typeface="Calibri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 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To reproduce the video effects on this slide, do the following:</a:t>
            </a:r>
          </a:p>
          <a:p>
            <a:pPr marL="0" marR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On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Home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tab, in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Slides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group, click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New Slide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, and then click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Video With Caption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.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On the slide, click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Movie Icon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to launch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Insert Video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dialog box.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  <a:tabLst>
                <a:tab pos="742950" algn="l"/>
              </a:tabLst>
            </a:pP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In the left pane of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Insert Video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dialog box, click the drive or library that contains the video. In the right pane of the dialog box, click the video that you want and then click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Insert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.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  <a:tabLst>
                <a:tab pos="742950" algn="l"/>
              </a:tabLst>
            </a:pP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On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Animations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tab, in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Animation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group, select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Play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.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Also on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Animations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tab, in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Timing 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group, click the arrow to the right of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Start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and select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With Previous.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457200" marR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 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To reproduce the text effects on this slide, do the following:</a:t>
            </a:r>
          </a:p>
          <a:p>
            <a:pPr marL="0" marR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In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Caption Text Box</a:t>
            </a:r>
            <a:r>
              <a:rPr lang="en-US" sz="1200" b="0" dirty="0">
                <a:effectLst/>
                <a:latin typeface="Segoe UI"/>
                <a:ea typeface="Calibri"/>
                <a:cs typeface="Times New Roman"/>
              </a:rPr>
              <a:t>, type,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 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“Time for</a:t>
            </a:r>
            <a:r>
              <a:rPr lang="en-US" sz="1200" baseline="0" dirty="0">
                <a:effectLst/>
                <a:latin typeface="Segoe UI"/>
                <a:ea typeface="Calibri"/>
                <a:cs typeface="Times New Roman"/>
              </a:rPr>
              <a:t> Action.”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457200" marR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 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To reproduce the Master Layout text effects on this slide, do the following:</a:t>
            </a:r>
          </a:p>
          <a:p>
            <a:pPr marL="0" marR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On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View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tab, in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Master Views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group, select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Slide Master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.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On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Slide Master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tab, in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Edit Master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group, select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Insert Layout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.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On inserted slide, select the preset text box at top. Under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Drawing Tools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, on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Format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tab, in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Size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group, click the arrow at the bottom right launching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Format Shape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dialog box.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In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Format Shape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dialog box,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 select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Position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 in the left pane, under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Position on Slide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 in the right pane set the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Horizontal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 to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.5”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 and the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Vertical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 to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5.6”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.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Select the text box, on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Home 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tab in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Font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group, select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Calibri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from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Font 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list, then select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36 </a:t>
            </a:r>
            <a:r>
              <a:rPr lang="en-US" sz="1200" b="1" dirty="0" err="1">
                <a:effectLst/>
                <a:latin typeface="Segoe UI"/>
                <a:ea typeface="Calibri"/>
                <a:cs typeface="Times New Roman"/>
              </a:rPr>
              <a:t>pt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from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Font Size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list, and then click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Bold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icon.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457200" marR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 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To reproduce the Master Layout video effects on this slide, do the following:</a:t>
            </a:r>
          </a:p>
          <a:p>
            <a:pPr marL="0" marR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On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View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tab, in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Master Views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group, select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Slide Master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.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On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Slide Master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tab, in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Master layout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group, click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Insert Placeholder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and select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Media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, then on the side, drag to draw box.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Under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Drawing Tools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, on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Format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tab, in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Size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group, click the arrow to the right of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Size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launching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Format Shape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dialog box.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342900" lvl="0" indent="-342900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kern="1200" dirty="0">
                <a:effectLst/>
                <a:latin typeface="Segoe UI"/>
                <a:ea typeface="Times New Roman"/>
              </a:rPr>
              <a:t>In the </a:t>
            </a:r>
            <a:r>
              <a:rPr lang="en-US" b="1" kern="1200" dirty="0">
                <a:effectLst/>
                <a:latin typeface="Segoe UI"/>
                <a:ea typeface="Times New Roman"/>
              </a:rPr>
              <a:t>Format Shape</a:t>
            </a:r>
            <a:r>
              <a:rPr lang="en-US" kern="1200" dirty="0">
                <a:effectLst/>
                <a:latin typeface="Segoe UI"/>
                <a:ea typeface="Times New Roman"/>
              </a:rPr>
              <a:t> dialog box, select </a:t>
            </a:r>
            <a:r>
              <a:rPr lang="en-US" b="1" kern="1200" dirty="0">
                <a:effectLst/>
                <a:latin typeface="Segoe UI"/>
                <a:ea typeface="Times New Roman"/>
              </a:rPr>
              <a:t>Size</a:t>
            </a:r>
            <a:r>
              <a:rPr lang="en-US" kern="1200" dirty="0">
                <a:effectLst/>
                <a:latin typeface="Segoe UI"/>
                <a:ea typeface="Times New Roman"/>
              </a:rPr>
              <a:t> in the left pane, under </a:t>
            </a:r>
            <a:r>
              <a:rPr lang="en-US" b="1" kern="1200" dirty="0">
                <a:effectLst/>
                <a:latin typeface="Segoe UI"/>
                <a:ea typeface="Times New Roman"/>
              </a:rPr>
              <a:t>Size and Rotate</a:t>
            </a:r>
            <a:r>
              <a:rPr lang="en-US" kern="1200" dirty="0">
                <a:effectLst/>
                <a:latin typeface="Segoe UI"/>
                <a:ea typeface="Times New Roman"/>
              </a:rPr>
              <a:t> in the right pane set the </a:t>
            </a:r>
            <a:r>
              <a:rPr lang="en-US" b="1" kern="1200" dirty="0">
                <a:effectLst/>
                <a:latin typeface="Segoe UI"/>
                <a:ea typeface="Times New Roman"/>
              </a:rPr>
              <a:t>Height</a:t>
            </a:r>
            <a:r>
              <a:rPr lang="en-US" kern="1200" dirty="0">
                <a:effectLst/>
                <a:latin typeface="Segoe UI"/>
                <a:ea typeface="Times New Roman"/>
              </a:rPr>
              <a:t> to </a:t>
            </a:r>
            <a:r>
              <a:rPr lang="en-US" b="1" kern="1200" dirty="0">
                <a:effectLst/>
                <a:latin typeface="Segoe UI"/>
                <a:ea typeface="Times New Roman"/>
              </a:rPr>
              <a:t>5”</a:t>
            </a:r>
            <a:r>
              <a:rPr lang="en-US" kern="1200" dirty="0">
                <a:effectLst/>
                <a:latin typeface="Segoe UI"/>
                <a:ea typeface="Times New Roman"/>
              </a:rPr>
              <a:t> and the </a:t>
            </a:r>
            <a:r>
              <a:rPr lang="en-US" b="1" kern="1200" dirty="0">
                <a:effectLst/>
                <a:latin typeface="Segoe UI"/>
                <a:ea typeface="Times New Roman"/>
              </a:rPr>
              <a:t>Width</a:t>
            </a:r>
            <a:r>
              <a:rPr lang="en-US" kern="1200" dirty="0">
                <a:effectLst/>
                <a:latin typeface="Segoe UI"/>
                <a:ea typeface="Times New Roman"/>
              </a:rPr>
              <a:t> to </a:t>
            </a:r>
            <a:r>
              <a:rPr lang="en-US" b="1" kern="1200" dirty="0">
                <a:effectLst/>
                <a:latin typeface="Segoe UI"/>
                <a:ea typeface="Times New Roman"/>
              </a:rPr>
              <a:t>6.67”</a:t>
            </a:r>
            <a:r>
              <a:rPr lang="en-US" kern="1200" dirty="0">
                <a:effectLst/>
                <a:latin typeface="Segoe UI"/>
                <a:ea typeface="Times New Roman"/>
              </a:rPr>
              <a:t>.</a:t>
            </a:r>
            <a:endParaRPr lang="en-US" dirty="0">
              <a:effectLst/>
            </a:endParaRPr>
          </a:p>
          <a:p>
            <a:pPr marL="342900" lvl="0" indent="-342900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ffectLst/>
                <a:latin typeface="Segoe UI"/>
              </a:rPr>
              <a:t>Also in</a:t>
            </a:r>
            <a:r>
              <a:rPr lang="en-US" kern="1200" dirty="0">
                <a:effectLst/>
                <a:latin typeface="Segoe UI"/>
                <a:ea typeface="Times New Roman"/>
              </a:rPr>
              <a:t> the </a:t>
            </a:r>
            <a:r>
              <a:rPr lang="en-US" b="1" kern="1200" dirty="0">
                <a:effectLst/>
                <a:latin typeface="Segoe UI"/>
                <a:ea typeface="Times New Roman"/>
              </a:rPr>
              <a:t>Format Shape</a:t>
            </a:r>
            <a:r>
              <a:rPr lang="en-US" kern="1200" dirty="0">
                <a:effectLst/>
                <a:latin typeface="Segoe UI"/>
                <a:ea typeface="Times New Roman"/>
              </a:rPr>
              <a:t> dialog box, select </a:t>
            </a:r>
            <a:r>
              <a:rPr lang="en-US" b="1" kern="1200" dirty="0">
                <a:effectLst/>
                <a:latin typeface="Segoe UI"/>
                <a:ea typeface="Times New Roman"/>
              </a:rPr>
              <a:t>Position </a:t>
            </a:r>
            <a:r>
              <a:rPr lang="en-US" kern="1200" dirty="0">
                <a:effectLst/>
                <a:latin typeface="Segoe UI"/>
                <a:ea typeface="Times New Roman"/>
              </a:rPr>
              <a:t>in the left pane, under </a:t>
            </a:r>
            <a:r>
              <a:rPr lang="en-US" b="1" kern="1200" dirty="0">
                <a:effectLst/>
                <a:latin typeface="Segoe UI"/>
                <a:ea typeface="Times New Roman"/>
              </a:rPr>
              <a:t>Position on Slide</a:t>
            </a:r>
            <a:r>
              <a:rPr lang="en-US" kern="1200" dirty="0">
                <a:effectLst/>
                <a:latin typeface="Segoe UI"/>
                <a:ea typeface="Times New Roman"/>
              </a:rPr>
              <a:t> in the right pane set the </a:t>
            </a:r>
            <a:r>
              <a:rPr lang="en-US" b="1" kern="1200" dirty="0">
                <a:effectLst/>
                <a:latin typeface="Segoe UI"/>
                <a:ea typeface="Times New Roman"/>
              </a:rPr>
              <a:t>Vertical</a:t>
            </a:r>
            <a:r>
              <a:rPr lang="en-US" kern="1200" dirty="0">
                <a:effectLst/>
                <a:latin typeface="Segoe UI"/>
                <a:ea typeface="Times New Roman"/>
              </a:rPr>
              <a:t> to </a:t>
            </a:r>
            <a:r>
              <a:rPr lang="en-US" b="1" kern="1200" dirty="0">
                <a:effectLst/>
                <a:latin typeface="Segoe UI"/>
                <a:ea typeface="Times New Roman"/>
              </a:rPr>
              <a:t>0.55”</a:t>
            </a:r>
            <a:r>
              <a:rPr lang="en-US" kern="1200" dirty="0">
                <a:effectLst/>
                <a:latin typeface="Segoe UI"/>
                <a:ea typeface="Times New Roman"/>
              </a:rPr>
              <a:t>.</a:t>
            </a:r>
            <a:endParaRPr lang="en-US" dirty="0">
              <a:effectLst/>
            </a:endParaRPr>
          </a:p>
          <a:p>
            <a:pPr marL="342900" lvl="0" indent="-342900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ffectLst/>
                <a:latin typeface="Segoe UI"/>
              </a:rPr>
              <a:t> Also in</a:t>
            </a:r>
            <a:r>
              <a:rPr lang="en-US" kern="1200" dirty="0">
                <a:effectLst/>
                <a:latin typeface="Segoe UI"/>
                <a:ea typeface="Times New Roman"/>
              </a:rPr>
              <a:t> the </a:t>
            </a:r>
            <a:r>
              <a:rPr lang="en-US" b="1" kern="1200" dirty="0">
                <a:effectLst/>
                <a:latin typeface="Segoe UI"/>
                <a:ea typeface="Times New Roman"/>
              </a:rPr>
              <a:t>Format Shape</a:t>
            </a:r>
            <a:r>
              <a:rPr lang="en-US" kern="1200" dirty="0">
                <a:effectLst/>
                <a:latin typeface="Segoe UI"/>
                <a:ea typeface="Times New Roman"/>
              </a:rPr>
              <a:t> dialog box, select </a:t>
            </a:r>
            <a:r>
              <a:rPr lang="en-US" b="1" kern="1200" dirty="0">
                <a:effectLst/>
                <a:latin typeface="Segoe UI"/>
                <a:ea typeface="Times New Roman"/>
              </a:rPr>
              <a:t>Line Color </a:t>
            </a:r>
            <a:r>
              <a:rPr lang="en-US" kern="1200" dirty="0">
                <a:effectLst/>
                <a:latin typeface="Segoe UI"/>
                <a:ea typeface="Times New Roman"/>
              </a:rPr>
              <a:t>in the left pane, under </a:t>
            </a:r>
            <a:r>
              <a:rPr lang="en-US" b="1" kern="1200" dirty="0">
                <a:effectLst/>
                <a:latin typeface="Segoe UI"/>
                <a:ea typeface="Times New Roman"/>
              </a:rPr>
              <a:t>Line Color</a:t>
            </a:r>
            <a:r>
              <a:rPr lang="en-US" kern="1200" dirty="0">
                <a:effectLst/>
                <a:latin typeface="Segoe UI"/>
                <a:ea typeface="Times New Roman"/>
              </a:rPr>
              <a:t> in the right pane select </a:t>
            </a:r>
            <a:r>
              <a:rPr lang="en-US" b="1" kern="1200" dirty="0">
                <a:effectLst/>
                <a:latin typeface="Segoe UI"/>
                <a:ea typeface="Times New Roman"/>
              </a:rPr>
              <a:t>Solid Line</a:t>
            </a:r>
            <a:r>
              <a:rPr lang="en-US" kern="1200" dirty="0">
                <a:effectLst/>
                <a:latin typeface="Segoe UI"/>
                <a:ea typeface="Times New Roman"/>
              </a:rPr>
              <a:t>, and then click the arrow to the right of </a:t>
            </a:r>
            <a:r>
              <a:rPr lang="en-US" b="1" kern="1200" dirty="0">
                <a:effectLst/>
                <a:latin typeface="Segoe UI"/>
                <a:ea typeface="Times New Roman"/>
              </a:rPr>
              <a:t>Color</a:t>
            </a:r>
            <a:r>
              <a:rPr lang="en-US" kern="1200" dirty="0">
                <a:effectLst/>
                <a:latin typeface="Segoe UI"/>
                <a:ea typeface="Times New Roman"/>
              </a:rPr>
              <a:t> and under </a:t>
            </a:r>
            <a:r>
              <a:rPr lang="en-US" b="1" kern="1200" dirty="0">
                <a:effectLst/>
                <a:latin typeface="Segoe UI"/>
                <a:ea typeface="Times New Roman"/>
              </a:rPr>
              <a:t>Theme Colors</a:t>
            </a:r>
            <a:r>
              <a:rPr lang="en-US" kern="1200" dirty="0">
                <a:effectLst/>
                <a:latin typeface="Segoe UI"/>
                <a:ea typeface="Times New Roman"/>
              </a:rPr>
              <a:t> select, </a:t>
            </a:r>
            <a:r>
              <a:rPr lang="en-US" b="1" kern="1200" dirty="0">
                <a:effectLst/>
                <a:latin typeface="Segoe UI"/>
                <a:ea typeface="Times New Roman"/>
              </a:rPr>
              <a:t>Black, Text 1, Lighter 25%</a:t>
            </a:r>
            <a:r>
              <a:rPr lang="en-US" kern="1200" dirty="0">
                <a:effectLst/>
                <a:latin typeface="Segoe UI"/>
                <a:ea typeface="Times New Roman"/>
              </a:rPr>
              <a:t> (fourth row, second option from left).</a:t>
            </a:r>
            <a:endParaRPr lang="en-US" dirty="0">
              <a:effectLst/>
            </a:endParaRPr>
          </a:p>
          <a:p>
            <a:pPr marL="342900" lvl="0" indent="-342900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ffectLst/>
                <a:latin typeface="Segoe UI"/>
                <a:ea typeface="Times New Roman"/>
              </a:rPr>
              <a:t>Also in the </a:t>
            </a:r>
            <a:r>
              <a:rPr lang="en-US" b="1" dirty="0">
                <a:effectLst/>
                <a:latin typeface="Segoe UI"/>
                <a:ea typeface="Times New Roman"/>
              </a:rPr>
              <a:t>Format Shape</a:t>
            </a:r>
            <a:r>
              <a:rPr lang="en-US" dirty="0">
                <a:effectLst/>
                <a:latin typeface="Segoe UI"/>
                <a:ea typeface="Times New Roman"/>
              </a:rPr>
              <a:t> dialog box, select </a:t>
            </a:r>
            <a:r>
              <a:rPr lang="en-US" b="1" dirty="0">
                <a:effectLst/>
                <a:latin typeface="Segoe UI"/>
                <a:ea typeface="Times New Roman"/>
              </a:rPr>
              <a:t>Line Style </a:t>
            </a:r>
            <a:r>
              <a:rPr lang="en-US" dirty="0">
                <a:effectLst/>
                <a:latin typeface="Segoe UI"/>
                <a:ea typeface="Times New Roman"/>
              </a:rPr>
              <a:t>in the left pane, under </a:t>
            </a:r>
            <a:r>
              <a:rPr lang="en-US" b="1" dirty="0">
                <a:effectLst/>
                <a:latin typeface="Segoe UI"/>
                <a:ea typeface="Times New Roman"/>
              </a:rPr>
              <a:t>Line Style</a:t>
            </a:r>
            <a:r>
              <a:rPr lang="en-US" dirty="0">
                <a:effectLst/>
                <a:latin typeface="Segoe UI"/>
                <a:ea typeface="Times New Roman"/>
              </a:rPr>
              <a:t> in the right pane set the </a:t>
            </a:r>
            <a:r>
              <a:rPr lang="en-US" b="1" dirty="0">
                <a:effectLst/>
                <a:latin typeface="Segoe UI"/>
                <a:ea typeface="Times New Roman"/>
              </a:rPr>
              <a:t>Width</a:t>
            </a:r>
            <a:r>
              <a:rPr lang="en-US" dirty="0">
                <a:effectLst/>
                <a:latin typeface="Segoe UI"/>
                <a:ea typeface="Times New Roman"/>
              </a:rPr>
              <a:t> to </a:t>
            </a:r>
            <a:r>
              <a:rPr lang="en-US" b="1" dirty="0">
                <a:effectLst/>
                <a:latin typeface="Segoe UI"/>
                <a:ea typeface="Times New Roman"/>
              </a:rPr>
              <a:t>15 pt</a:t>
            </a:r>
            <a:r>
              <a:rPr lang="en-US" dirty="0">
                <a:effectLst/>
                <a:latin typeface="Segoe UI"/>
                <a:ea typeface="Times New Roman"/>
              </a:rPr>
              <a:t>.</a:t>
            </a:r>
            <a:endParaRPr lang="en-US" dirty="0">
              <a:effectLst/>
            </a:endParaRPr>
          </a:p>
          <a:p>
            <a:pPr marL="342900" lvl="0" indent="-342900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ffectLst/>
                <a:latin typeface="Segoe UI"/>
                <a:ea typeface="Times New Roman"/>
              </a:rPr>
              <a:t>Also in the </a:t>
            </a:r>
            <a:r>
              <a:rPr lang="en-US" b="1" dirty="0">
                <a:effectLst/>
                <a:latin typeface="Segoe UI"/>
                <a:ea typeface="Times New Roman"/>
              </a:rPr>
              <a:t>Format Shape</a:t>
            </a:r>
            <a:r>
              <a:rPr lang="en-US" dirty="0">
                <a:effectLst/>
                <a:latin typeface="Segoe UI"/>
                <a:ea typeface="Times New Roman"/>
              </a:rPr>
              <a:t> dialog box, select </a:t>
            </a:r>
            <a:r>
              <a:rPr lang="en-US" b="1" dirty="0">
                <a:effectLst/>
                <a:latin typeface="Segoe UI"/>
                <a:ea typeface="Times New Roman"/>
              </a:rPr>
              <a:t>Shadow </a:t>
            </a:r>
            <a:r>
              <a:rPr lang="en-US" dirty="0">
                <a:effectLst/>
                <a:latin typeface="Segoe UI"/>
                <a:ea typeface="Times New Roman"/>
              </a:rPr>
              <a:t>in the left pane, under </a:t>
            </a:r>
            <a:r>
              <a:rPr lang="en-US" b="1" dirty="0">
                <a:effectLst/>
                <a:latin typeface="Segoe UI"/>
                <a:ea typeface="Times New Roman"/>
              </a:rPr>
              <a:t>Shadow</a:t>
            </a:r>
            <a:r>
              <a:rPr lang="en-US" dirty="0">
                <a:effectLst/>
                <a:latin typeface="Segoe UI"/>
                <a:ea typeface="Times New Roman"/>
              </a:rPr>
              <a:t> in the right pane </a:t>
            </a:r>
            <a:r>
              <a:rPr lang="en-US" kern="1200" dirty="0">
                <a:effectLst/>
                <a:latin typeface="Segoe UI"/>
                <a:ea typeface="Times New Roman"/>
              </a:rPr>
              <a:t>click the arrow to the right of </a:t>
            </a:r>
            <a:r>
              <a:rPr lang="en-US" b="1" kern="1200" dirty="0">
                <a:effectLst/>
                <a:latin typeface="Segoe UI"/>
                <a:ea typeface="Times New Roman"/>
              </a:rPr>
              <a:t>Color</a:t>
            </a:r>
            <a:r>
              <a:rPr lang="en-US" kern="1200" dirty="0">
                <a:effectLst/>
                <a:latin typeface="Segoe UI"/>
                <a:ea typeface="Times New Roman"/>
              </a:rPr>
              <a:t> and under </a:t>
            </a:r>
            <a:r>
              <a:rPr lang="en-US" b="1" kern="1200" dirty="0">
                <a:effectLst/>
                <a:latin typeface="Segoe UI"/>
                <a:ea typeface="Times New Roman"/>
              </a:rPr>
              <a:t>Theme Colors</a:t>
            </a:r>
            <a:r>
              <a:rPr lang="en-US" kern="1200" dirty="0">
                <a:effectLst/>
                <a:latin typeface="Segoe UI"/>
                <a:ea typeface="Times New Roman"/>
              </a:rPr>
              <a:t> select, </a:t>
            </a:r>
            <a:r>
              <a:rPr lang="en-US" b="1" kern="1200" dirty="0">
                <a:effectLst/>
                <a:latin typeface="Segoe UI"/>
                <a:ea typeface="Times New Roman"/>
              </a:rPr>
              <a:t>Black, Text 1</a:t>
            </a:r>
            <a:r>
              <a:rPr lang="en-US" kern="1200" dirty="0">
                <a:effectLst/>
                <a:latin typeface="Segoe UI"/>
                <a:ea typeface="Times New Roman"/>
              </a:rPr>
              <a:t> (first row, second option from left), and then do the following:</a:t>
            </a:r>
            <a:endParaRPr lang="en-US" dirty="0">
              <a:effectLst/>
            </a:endParaRP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tabLst>
                <a:tab pos="914400" algn="l"/>
              </a:tabLst>
            </a:pP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In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Transparency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box, enter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60%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.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tabLst>
                <a:tab pos="914400" algn="l"/>
              </a:tabLst>
            </a:pP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In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Size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box, enter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100%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.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tabLst>
                <a:tab pos="914400" algn="l"/>
              </a:tabLst>
            </a:pP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In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Blur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box, enter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21 pt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.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tabLst>
                <a:tab pos="914400" algn="l"/>
              </a:tabLst>
            </a:pP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In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Angle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box, enter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40 degrees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.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tabLst>
                <a:tab pos="914400" algn="l"/>
              </a:tabLst>
            </a:pP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In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Distance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box, enter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19 pt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.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Also in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Format Video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dialog box, select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3-D Format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in the left pane, under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Bevel 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in the right pane click the arrow to the right of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Top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and under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Bevel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, select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Relaxed Inset 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(first row, second option from left), and then do the following: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Symbol"/>
              <a:buChar char=""/>
            </a:pP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To the right of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Top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, in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Width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box, enter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6 pt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.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Symbol"/>
              <a:buChar char=""/>
            </a:pP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To the right of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Top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, in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Height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box, enter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16.5 pt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.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Close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Format Video 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dialog box.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Select the video frame, on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Home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tab, in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Drawing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group, click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Arrange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, point to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Align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, and then do the following: 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800100" marR="0" lvl="1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Symbol"/>
              <a:buChar char=""/>
            </a:pP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Click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Align Center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.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914400" marR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 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To reproduce the Master Layout background effects on this slide, do the following:</a:t>
            </a:r>
          </a:p>
          <a:p>
            <a:pPr marL="0" marR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On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View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tab, in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Master Views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group, select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Slide Master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.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Select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Master Slide 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(on top of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Master Layouts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). On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Slide Master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tab, in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Background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group, click the arrow at the bottom right corner launching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Format Background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dialog box.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In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Format Background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dialog box, select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Fill 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in the left pane, under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Fill 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in the right pane select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Gradient fill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, in the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Angle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box, enter </a:t>
            </a:r>
            <a:r>
              <a:rPr lang="en-US" sz="1200" b="1" dirty="0">
                <a:effectLst/>
                <a:latin typeface="Segoe UI"/>
                <a:ea typeface="Calibri"/>
                <a:cs typeface="Times New Roman"/>
              </a:rPr>
              <a:t>90 degrees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, and then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 under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Gradient stops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, click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Add gradient stop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 or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Remove gradient stop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 until eight stops appear on the slider. Customize the gradient stops as follows: 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Select the first stop on the slider, and then do the following: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In the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Position 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box, enter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0%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.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Click the button next to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Color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, and then under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Theme Colors 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select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White, Background 1, Darker 25% 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(Fourth row, first option from left).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Select the second stop on the list, and then do the following: 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In the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Position 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box, enter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11%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.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Click the button next to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Color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, and then under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Theme Colors 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select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Black Text 1, Lighter 35% 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(third row, second option from the left).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Select the third stop on the slider, and then do the following: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In the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Position 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box, enter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22%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.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Click the button next to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Color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, and then under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Theme Colors, 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select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Black Text 1, Lighter 35% 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(third row, second option from the left).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Select the fourth stop on the list, and then do the following: 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In the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Position 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box, enter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63%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.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Click the button next to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Color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, and then under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Theme Colors 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select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White, Background 1 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(first row, first option from the left).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Select the fifth stop on the list, and then do the following: 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In the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Position 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box, enter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81%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.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Click the button next to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Color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, and then under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Theme Colors 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select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White, Background 1 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(first row, first option from the left).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Select the sixth stop on the slider, and then do the following: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In the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Position 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box, enter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89%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.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Click the button next to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Color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, and then under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Theme Colors, 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select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Black Text 1, Lighter 35% 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(third row, second option from the left).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Select the seventh stop on the list, and then do the following: 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In the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Position 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box, enter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92%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.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Click the button next to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Color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, and then under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Theme Colors 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select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Black Text 1, Lighter 15% 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(fifth row, second option from the left).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Select the eighth stop on the list, and then do the following: 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In the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Position 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box, enter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100%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.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Click the button next to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Color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, and then under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Theme Colors 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select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White, Background 1, Darker 5% 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(second row, first option from the left).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On the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Slide Master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 tab, in the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Close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 group, click </a:t>
            </a:r>
            <a:r>
              <a:rPr lang="en-US" sz="1200" b="1" kern="1200" dirty="0">
                <a:effectLst/>
                <a:latin typeface="Segoe UI"/>
                <a:ea typeface="Times New Roman"/>
                <a:cs typeface="Times New Roman"/>
              </a:rPr>
              <a:t>Close Master Views</a:t>
            </a:r>
            <a:r>
              <a:rPr lang="en-US" sz="1200" kern="1200" dirty="0">
                <a:effectLst/>
                <a:latin typeface="Segoe UI"/>
                <a:ea typeface="Times New Roman"/>
                <a:cs typeface="Times New Roman"/>
              </a:rPr>
              <a:t>.</a:t>
            </a:r>
            <a:r>
              <a:rPr lang="en-US" sz="1200" dirty="0">
                <a:effectLst/>
                <a:latin typeface="Segoe UI"/>
                <a:ea typeface="Calibri"/>
                <a:cs typeface="Times New Roman"/>
              </a:rPr>
              <a:t> </a:t>
            </a:r>
            <a:endParaRPr lang="en-US" sz="1200" dirty="0">
              <a:effectLst/>
              <a:latin typeface="+mn-lt"/>
              <a:ea typeface="Calibri"/>
              <a:cs typeface="Times New Roman"/>
            </a:endParaRPr>
          </a:p>
          <a:p>
            <a:pPr marL="685800" lvl="1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D67F39-7F7F-4E59-A11B-6250176BF42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135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7034" y="5119777"/>
            <a:ext cx="8609162" cy="566738"/>
          </a:xfrm>
        </p:spPr>
        <p:txBody>
          <a:bodyPr anchor="ctr">
            <a:noAutofit/>
          </a:bodyPr>
          <a:lstStyle>
            <a:lvl1pPr algn="ctr">
              <a:defRPr sz="3600" b="1"/>
            </a:lvl1pPr>
          </a:lstStyle>
          <a:p>
            <a:r>
              <a:rPr lang="en-US" dirty="0"/>
              <a:t>Add caption here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11A59-24C8-4A28-BDC8-3B4A73A8CD06}" type="datetimeFigureOut">
              <a:rPr lang="en-US" smtClean="0"/>
              <a:t>1/2/2023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6546B-5BC0-47DA-A86A-9326C5B1623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8"/>
          <p:cNvSpPr>
            <a:spLocks noGrp="1"/>
          </p:cNvSpPr>
          <p:nvPr>
            <p:ph type="media" sz="quarter" idx="13" hasCustomPrompt="1"/>
          </p:nvPr>
        </p:nvSpPr>
        <p:spPr>
          <a:xfrm>
            <a:off x="1539875" y="370577"/>
            <a:ext cx="6064250" cy="4416425"/>
          </a:xfrm>
          <a:ln w="190500" cmpd="sng">
            <a:solidFill>
              <a:schemeClr val="tx1">
                <a:lumMod val="75000"/>
                <a:lumOff val="25000"/>
              </a:schemeClr>
            </a:solidFill>
            <a:prstDash val="solid"/>
          </a:ln>
          <a:effectLst>
            <a:outerShdw blurRad="266700" dist="241300" dir="24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 prstMaterial="matte">
            <a:bevelT h="209550" prst="relaxedInset"/>
          </a:sp3d>
        </p:spPr>
        <p:txBody>
          <a:bodyPr/>
          <a:lstStyle>
            <a:lvl1pPr marL="0" indent="0" algn="ctr">
              <a:buNone/>
              <a:defRPr baseline="0">
                <a:solidFill>
                  <a:srgbClr val="FF0000"/>
                </a:solidFill>
              </a:defRPr>
            </a:lvl1pPr>
          </a:lstStyle>
          <a:p>
            <a:r>
              <a:rPr lang="en-US" dirty="0"/>
              <a:t>Click to Insert Movie</a:t>
            </a:r>
          </a:p>
        </p:txBody>
      </p:sp>
    </p:spTree>
    <p:extLst>
      <p:ext uri="{BB962C8B-B14F-4D97-AF65-F5344CB8AC3E}">
        <p14:creationId xmlns:p14="http://schemas.microsoft.com/office/powerpoint/2010/main" val="3592897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11A59-24C8-4A28-BDC8-3B4A73A8CD06}" type="datetimeFigureOut">
              <a:rPr lang="en-US" smtClean="0"/>
              <a:t>1/2/2023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6546B-5BC0-47DA-A86A-9326C5B16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479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11A59-24C8-4A28-BDC8-3B4A73A8CD06}" type="datetimeFigureOut">
              <a:rPr lang="en-US" smtClean="0"/>
              <a:t>1/2/2023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6546B-5BC0-47DA-A86A-9326C5B16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82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11A59-24C8-4A28-BDC8-3B4A73A8CD06}" type="datetimeFigureOut">
              <a:rPr lang="en-US" smtClean="0"/>
              <a:t>1/2/2023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6546B-5BC0-47DA-A86A-9326C5B16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392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11A59-24C8-4A28-BDC8-3B4A73A8CD06}" type="datetimeFigureOut">
              <a:rPr lang="en-US" smtClean="0"/>
              <a:t>1/2/2023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6546B-5BC0-47DA-A86A-9326C5B16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521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11A59-24C8-4A28-BDC8-3B4A73A8CD06}" type="datetimeFigureOut">
              <a:rPr lang="en-US" smtClean="0"/>
              <a:t>1/2/2023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6546B-5BC0-47DA-A86A-9326C5B16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51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11A59-24C8-4A28-BDC8-3B4A73A8CD06}" type="datetimeFigureOut">
              <a:rPr lang="en-US" smtClean="0"/>
              <a:t>1/2/2023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6546B-5BC0-47DA-A86A-9326C5B16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873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11A59-24C8-4A28-BDC8-3B4A73A8CD06}" type="datetimeFigureOut">
              <a:rPr lang="en-US" smtClean="0"/>
              <a:t>1/2/2023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6546B-5BC0-47DA-A86A-9326C5B16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540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11A59-24C8-4A28-BDC8-3B4A73A8CD06}" type="datetimeFigureOut">
              <a:rPr lang="en-US" smtClean="0"/>
              <a:t>1/2/2023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6546B-5BC0-47DA-A86A-9326C5B16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611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11A59-24C8-4A28-BDC8-3B4A73A8CD06}" type="datetimeFigureOut">
              <a:rPr lang="en-US" smtClean="0"/>
              <a:t>1/2/2023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6546B-5BC0-47DA-A86A-9326C5B16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425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11A59-24C8-4A28-BDC8-3B4A73A8CD06}" type="datetimeFigureOut">
              <a:rPr lang="en-US" smtClean="0"/>
              <a:t>1/2/2023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6546B-5BC0-47DA-A86A-9326C5B16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256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11A59-24C8-4A28-BDC8-3B4A73A8CD06}" type="datetimeFigureOut">
              <a:rPr lang="en-US" smtClean="0"/>
              <a:t>1/2/2023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6546B-5BC0-47DA-A86A-9326C5B16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120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13000">
              <a:srgbClr val="5F5F5F"/>
            </a:gs>
            <a:gs pos="21001">
              <a:srgbClr val="5F5F5F"/>
            </a:gs>
            <a:gs pos="81000">
              <a:schemeClr val="bg1"/>
            </a:gs>
            <a:gs pos="63000">
              <a:srgbClr val="FFFFFF"/>
            </a:gs>
            <a:gs pos="89000">
              <a:srgbClr val="B2B2B2"/>
            </a:gs>
            <a:gs pos="92000">
              <a:srgbClr val="292929"/>
            </a:gs>
            <a:gs pos="95000">
              <a:srgbClr val="777777"/>
            </a:gs>
            <a:gs pos="100000">
              <a:srgbClr val="EAEAE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90581"/>
            <a:ext cx="2133600" cy="27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92F11A59-24C8-4A28-BDC8-3B4A73A8CD06}" type="datetimeFigureOut">
              <a:rPr lang="en-US" smtClean="0"/>
              <a:pPr/>
              <a:t>1/2/2023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90581"/>
            <a:ext cx="2895600" cy="27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590581"/>
            <a:ext cx="2133600" cy="27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58E6546B-5BC0-47DA-A86A-9326C5B162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317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mailto:owaishussain@outlook.com" TargetMode="Externa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imelenders.com/workshops/sleep-management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Siesta</a:t>
            </a:r>
          </a:p>
        </p:txBody>
      </p:sp>
      <p:pic>
        <p:nvPicPr>
          <p:cNvPr id="4" name="Clock_1_960x549_1.5MB.wmv">
            <a:hlinkClick r:id="" action="ppaction://media"/>
          </p:cNvPr>
          <p:cNvPicPr>
            <a:picLocks noGrp="1" noChangeAspect="1"/>
          </p:cNvPicPr>
          <p:nvPr>
            <p:ph type="media" sz="quarter" idx="13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39875" y="872530"/>
            <a:ext cx="6064250" cy="3411140"/>
          </a:xfrm>
        </p:spPr>
      </p:pic>
    </p:spTree>
    <p:extLst>
      <p:ext uri="{BB962C8B-B14F-4D97-AF65-F5344CB8AC3E}">
        <p14:creationId xmlns:p14="http://schemas.microsoft.com/office/powerpoint/2010/main" val="1655291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day in your life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57974"/>
          </a:xfrm>
        </p:spPr>
        <p:txBody>
          <a:bodyPr/>
          <a:lstStyle/>
          <a:p>
            <a:r>
              <a:rPr lang="en-US" dirty="0"/>
              <a:t>How many hours </a:t>
            </a:r>
            <a:r>
              <a:rPr lang="en-US"/>
              <a:t>are there </a:t>
            </a:r>
            <a:r>
              <a:rPr lang="en-US" dirty="0"/>
              <a:t>in your day?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8349" y="2601286"/>
            <a:ext cx="4327302" cy="3974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032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day in your life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57974"/>
          </a:xfrm>
        </p:spPr>
        <p:txBody>
          <a:bodyPr/>
          <a:lstStyle/>
          <a:p>
            <a:r>
              <a:rPr lang="en-US" dirty="0"/>
              <a:t>How many hours are their in your day?</a:t>
            </a:r>
          </a:p>
          <a:p>
            <a:r>
              <a:rPr lang="en-US" dirty="0"/>
              <a:t>How do you divide your day?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00" y="3274722"/>
            <a:ext cx="3581400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65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day in your life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57974"/>
          </a:xfrm>
        </p:spPr>
        <p:txBody>
          <a:bodyPr/>
          <a:lstStyle/>
          <a:p>
            <a:r>
              <a:rPr lang="en-US" dirty="0"/>
              <a:t>How many hours are their in your day?</a:t>
            </a:r>
          </a:p>
          <a:p>
            <a:r>
              <a:rPr lang="en-US" dirty="0"/>
              <a:t>How do you divide your day?</a:t>
            </a:r>
          </a:p>
          <a:p>
            <a:r>
              <a:rPr lang="en-US" dirty="0"/>
              <a:t>What is your average sleep in hours?</a:t>
            </a:r>
          </a:p>
        </p:txBody>
      </p:sp>
    </p:spTree>
    <p:extLst>
      <p:ext uri="{BB962C8B-B14F-4D97-AF65-F5344CB8AC3E}">
        <p14:creationId xmlns:p14="http://schemas.microsoft.com/office/powerpoint/2010/main" val="2260227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day in your life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57974"/>
          </a:xfrm>
        </p:spPr>
        <p:txBody>
          <a:bodyPr/>
          <a:lstStyle/>
          <a:p>
            <a:r>
              <a:rPr lang="en-US" dirty="0"/>
              <a:t>How many hours are their in your day?</a:t>
            </a:r>
          </a:p>
          <a:p>
            <a:r>
              <a:rPr lang="en-US" dirty="0"/>
              <a:t>How do you divide your day?</a:t>
            </a:r>
          </a:p>
          <a:p>
            <a:r>
              <a:rPr lang="en-US" dirty="0"/>
              <a:t>What is your average sleep in hours?</a:t>
            </a:r>
          </a:p>
          <a:p>
            <a:r>
              <a:rPr lang="en-US" dirty="0"/>
              <a:t>1/3 of your life to be spent sleeping?!</a:t>
            </a:r>
          </a:p>
        </p:txBody>
      </p:sp>
    </p:spTree>
    <p:extLst>
      <p:ext uri="{BB962C8B-B14F-4D97-AF65-F5344CB8AC3E}">
        <p14:creationId xmlns:p14="http://schemas.microsoft.com/office/powerpoint/2010/main" val="1001443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day in your life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57974"/>
          </a:xfrm>
        </p:spPr>
        <p:txBody>
          <a:bodyPr/>
          <a:lstStyle/>
          <a:p>
            <a:r>
              <a:rPr lang="en-US" dirty="0"/>
              <a:t>How many hours are their in your day?</a:t>
            </a:r>
          </a:p>
          <a:p>
            <a:r>
              <a:rPr lang="en-US" dirty="0"/>
              <a:t>How do you divide your day?</a:t>
            </a:r>
          </a:p>
          <a:p>
            <a:r>
              <a:rPr lang="en-US" dirty="0"/>
              <a:t>What is your average sleep in hours?</a:t>
            </a:r>
          </a:p>
          <a:p>
            <a:r>
              <a:rPr lang="en-US" dirty="0"/>
              <a:t>1/3 of your life to be spent sleeping?!</a:t>
            </a:r>
          </a:p>
          <a:p>
            <a:r>
              <a:rPr lang="en-US" dirty="0"/>
              <a:t>There is a measure of everything about human body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514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day in your life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57974"/>
          </a:xfrm>
        </p:spPr>
        <p:txBody>
          <a:bodyPr/>
          <a:lstStyle/>
          <a:p>
            <a:r>
              <a:rPr lang="en-US" altLang="en-US" dirty="0">
                <a:solidFill>
                  <a:srgbClr val="000000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Lo! We have created every thing by </a:t>
            </a:r>
            <a:r>
              <a:rPr lang="en-US" altLang="en-US" b="1" i="1" dirty="0">
                <a:latin typeface="Georgia" panose="02040502050405020303" pitchFamily="18" charset="0"/>
                <a:cs typeface="Arial" panose="020B0604020202020204" pitchFamily="34" charset="0"/>
              </a:rPr>
              <a:t>measure</a:t>
            </a:r>
            <a:r>
              <a:rPr lang="en-US" altLang="en-US" dirty="0">
                <a:latin typeface="Georgia" panose="02040502050405020303" pitchFamily="18" charset="0"/>
                <a:cs typeface="Arial" panose="020B0604020202020204" pitchFamily="34" charset="0"/>
              </a:rPr>
              <a:t> [Al-</a:t>
            </a:r>
            <a:r>
              <a:rPr lang="en-US" altLang="en-US" dirty="0" err="1">
                <a:latin typeface="Georgia" panose="02040502050405020303" pitchFamily="18" charset="0"/>
                <a:cs typeface="Arial" panose="020B0604020202020204" pitchFamily="34" charset="0"/>
              </a:rPr>
              <a:t>Qamar</a:t>
            </a:r>
            <a:r>
              <a:rPr lang="en-US" altLang="en-US" dirty="0">
                <a:latin typeface="Georgia" panose="02040502050405020303" pitchFamily="18" charset="0"/>
                <a:cs typeface="Arial" panose="020B0604020202020204" pitchFamily="34" charset="0"/>
              </a:rPr>
              <a:t>: 49]</a:t>
            </a:r>
            <a:endParaRPr lang="en-GB" i="1" dirty="0"/>
          </a:p>
        </p:txBody>
      </p:sp>
      <p:pic>
        <p:nvPicPr>
          <p:cNvPr id="5" name="Picture 1" descr="54:49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284" t="1" b="-6593"/>
          <a:stretch/>
        </p:blipFill>
        <p:spPr bwMode="auto">
          <a:xfrm>
            <a:off x="1356126" y="3280573"/>
            <a:ext cx="6431748" cy="1432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4759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day in your life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57974"/>
          </a:xfrm>
        </p:spPr>
        <p:txBody>
          <a:bodyPr/>
          <a:lstStyle/>
          <a:p>
            <a:r>
              <a:rPr lang="en-US" dirty="0"/>
              <a:t>How many hours are their in your day?</a:t>
            </a:r>
          </a:p>
          <a:p>
            <a:r>
              <a:rPr lang="en-US" dirty="0"/>
              <a:t>How do you divide your day?</a:t>
            </a:r>
          </a:p>
          <a:p>
            <a:r>
              <a:rPr lang="en-US" dirty="0"/>
              <a:t>What is your average sleep in hours?</a:t>
            </a:r>
          </a:p>
          <a:p>
            <a:r>
              <a:rPr lang="en-US" dirty="0"/>
              <a:t>1/3 of your life to be spent sleeping?!</a:t>
            </a:r>
          </a:p>
          <a:p>
            <a:r>
              <a:rPr lang="en-US" dirty="0"/>
              <a:t>There is a measure of everything about human body:</a:t>
            </a:r>
          </a:p>
          <a:p>
            <a:pPr lvl="1"/>
            <a:r>
              <a:rPr lang="en-US" dirty="0"/>
              <a:t>Vital signs</a:t>
            </a:r>
          </a:p>
          <a:p>
            <a:pPr lvl="1"/>
            <a:r>
              <a:rPr lang="en-US" dirty="0"/>
              <a:t>Senses</a:t>
            </a:r>
          </a:p>
          <a:p>
            <a:pPr lvl="1"/>
            <a:r>
              <a:rPr lang="en-US" dirty="0"/>
              <a:t>Each within a range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4862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Stretching your day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57974"/>
          </a:xfrm>
        </p:spPr>
        <p:txBody>
          <a:bodyPr/>
          <a:lstStyle/>
          <a:p>
            <a:r>
              <a:rPr lang="en-US" dirty="0"/>
              <a:t>How much do you </a:t>
            </a:r>
            <a:r>
              <a:rPr lang="en-US" i="1" dirty="0"/>
              <a:t>really</a:t>
            </a:r>
            <a:r>
              <a:rPr lang="en-US" dirty="0"/>
              <a:t> work in a day?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704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Stretching your day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57974"/>
          </a:xfrm>
        </p:spPr>
        <p:txBody>
          <a:bodyPr/>
          <a:lstStyle/>
          <a:p>
            <a:r>
              <a:rPr lang="en-US" dirty="0"/>
              <a:t>How much do you </a:t>
            </a:r>
            <a:r>
              <a:rPr lang="en-US" i="1" dirty="0"/>
              <a:t>really</a:t>
            </a:r>
            <a:r>
              <a:rPr lang="en-US" dirty="0"/>
              <a:t> work in a day?</a:t>
            </a:r>
          </a:p>
          <a:p>
            <a:r>
              <a:rPr lang="en-US" dirty="0"/>
              <a:t>A well managed person can work 8 hours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42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Stretching your day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57974"/>
          </a:xfrm>
        </p:spPr>
        <p:txBody>
          <a:bodyPr/>
          <a:lstStyle/>
          <a:p>
            <a:r>
              <a:rPr lang="en-US" dirty="0"/>
              <a:t>How much do you </a:t>
            </a:r>
            <a:r>
              <a:rPr lang="en-US" i="1" dirty="0"/>
              <a:t>really</a:t>
            </a:r>
            <a:r>
              <a:rPr lang="en-US" dirty="0"/>
              <a:t> work in a day?</a:t>
            </a:r>
          </a:p>
          <a:p>
            <a:r>
              <a:rPr lang="en-US" dirty="0"/>
              <a:t>A well managed person can work 8 hours</a:t>
            </a:r>
          </a:p>
          <a:p>
            <a:r>
              <a:rPr lang="en-US" dirty="0"/>
              <a:t>What does it mean to save 2 hours a day?</a:t>
            </a:r>
          </a:p>
        </p:txBody>
      </p:sp>
    </p:spTree>
    <p:extLst>
      <p:ext uri="{BB962C8B-B14F-4D97-AF65-F5344CB8AC3E}">
        <p14:creationId xmlns:p14="http://schemas.microsoft.com/office/powerpoint/2010/main" val="374351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Stretching your day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57974"/>
          </a:xfrm>
        </p:spPr>
        <p:txBody>
          <a:bodyPr/>
          <a:lstStyle/>
          <a:p>
            <a:r>
              <a:rPr lang="en-US" dirty="0"/>
              <a:t>How much do you </a:t>
            </a:r>
            <a:r>
              <a:rPr lang="en-US" i="1" dirty="0"/>
              <a:t>really</a:t>
            </a:r>
            <a:r>
              <a:rPr lang="en-US" dirty="0"/>
              <a:t> work in a day?</a:t>
            </a:r>
          </a:p>
          <a:p>
            <a:r>
              <a:rPr lang="en-US" dirty="0"/>
              <a:t>A well managed person can work 8 hours</a:t>
            </a:r>
          </a:p>
          <a:p>
            <a:r>
              <a:rPr lang="en-US" dirty="0"/>
              <a:t>What does it mean to save 2 hours a day?</a:t>
            </a:r>
          </a:p>
          <a:p>
            <a:r>
              <a:rPr lang="en-US" dirty="0"/>
              <a:t>730 hours a year – 3 months of work hours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842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Stretching your day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57974"/>
          </a:xfrm>
        </p:spPr>
        <p:txBody>
          <a:bodyPr/>
          <a:lstStyle/>
          <a:p>
            <a:r>
              <a:rPr lang="en-US" dirty="0"/>
              <a:t>How much do you </a:t>
            </a:r>
            <a:r>
              <a:rPr lang="en-US" i="1" dirty="0"/>
              <a:t>really</a:t>
            </a:r>
            <a:r>
              <a:rPr lang="en-US" dirty="0"/>
              <a:t> work in a day?</a:t>
            </a:r>
          </a:p>
          <a:p>
            <a:r>
              <a:rPr lang="en-US" dirty="0"/>
              <a:t>A well managed person can work 8 hours</a:t>
            </a:r>
          </a:p>
          <a:p>
            <a:r>
              <a:rPr lang="en-US" dirty="0"/>
              <a:t>What does it mean to save 2 hours a day?</a:t>
            </a:r>
          </a:p>
          <a:p>
            <a:r>
              <a:rPr lang="en-US" dirty="0"/>
              <a:t>730 hours a year – 3 months of work hours</a:t>
            </a:r>
          </a:p>
          <a:p>
            <a:r>
              <a:rPr lang="en-US" dirty="0"/>
              <a:t>Successful people that didn’t have a sleeping pattern! There aren’t any.</a:t>
            </a:r>
          </a:p>
          <a:p>
            <a:r>
              <a:rPr lang="en-US" dirty="0"/>
              <a:t>Mufti M. </a:t>
            </a:r>
            <a:r>
              <a:rPr lang="en-US" dirty="0" err="1"/>
              <a:t>Shafee</a:t>
            </a:r>
            <a:r>
              <a:rPr lang="en-US" dirty="0"/>
              <a:t> about Hakim Mohammad Saeed (Allah bless them)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2840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Sleep</a:t>
            </a:r>
            <a:endParaRPr lang="en-GB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6391052"/>
              </p:ext>
            </p:extLst>
          </p:nvPr>
        </p:nvGraphicFramePr>
        <p:xfrm>
          <a:off x="0" y="1184886"/>
          <a:ext cx="9144000" cy="5356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523567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Sleep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Have you tried to measure your energy?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28000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Sleep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Have you tried to measure your energy? </a:t>
            </a:r>
          </a:p>
          <a:p>
            <a:r>
              <a:rPr lang="en-US" dirty="0"/>
              <a:t>Energy levels throughout a day</a:t>
            </a:r>
          </a:p>
          <a:p>
            <a:endParaRPr lang="en-GB" dirty="0"/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506117"/>
              </p:ext>
            </p:extLst>
          </p:nvPr>
        </p:nvGraphicFramePr>
        <p:xfrm>
          <a:off x="0" y="2912012"/>
          <a:ext cx="9144000" cy="39459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36671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Sleep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Have you tried to measure your energy? </a:t>
            </a:r>
          </a:p>
          <a:p>
            <a:r>
              <a:rPr lang="en-US" dirty="0"/>
              <a:t>Energy levels throughout a day</a:t>
            </a:r>
          </a:p>
          <a:p>
            <a:r>
              <a:rPr lang="en-US" dirty="0"/>
              <a:t>Your solution…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64456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Solution</a:t>
            </a:r>
            <a:endParaRPr lang="en-GB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91400" y="3429000"/>
            <a:ext cx="1952625" cy="3531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5" descr="http://blog.deeperquestions.com/blog/wp-content/uploads/2009/03/Coke-Pepsi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8650" y="4191000"/>
            <a:ext cx="3409950" cy="2590800"/>
          </a:xfrm>
          <a:prstGeom prst="rect">
            <a:avLst/>
          </a:prstGeom>
          <a:noFill/>
        </p:spPr>
      </p:pic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8150" y="914400"/>
            <a:ext cx="3219450" cy="346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02317" y="4267200"/>
            <a:ext cx="3193883" cy="2628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 descr="http://www.jennstaz.com/wp-content/uploads/2011/12/coffee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733800" y="1524000"/>
            <a:ext cx="3314700" cy="24860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8331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Sleep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Have you tried to measure your energy? </a:t>
            </a:r>
          </a:p>
          <a:p>
            <a:r>
              <a:rPr lang="en-US" dirty="0"/>
              <a:t>Energy levels throughout your day</a:t>
            </a:r>
          </a:p>
          <a:p>
            <a:r>
              <a:rPr lang="en-US" dirty="0"/>
              <a:t>Your solution – Tea/Coffee/Drink/Chocolate</a:t>
            </a:r>
          </a:p>
          <a:p>
            <a:r>
              <a:rPr lang="en-US" dirty="0"/>
              <a:t>The problem with your solution – Caffeine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59462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Caffeine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Bind with brain receptors</a:t>
            </a:r>
          </a:p>
          <a:p>
            <a:r>
              <a:rPr lang="en-US" dirty="0"/>
              <a:t>Improves athletic performance</a:t>
            </a:r>
          </a:p>
          <a:p>
            <a:r>
              <a:rPr lang="en-US" dirty="0"/>
              <a:t>Acts as a stimulant</a:t>
            </a:r>
          </a:p>
          <a:p>
            <a:r>
              <a:rPr lang="en-US" dirty="0"/>
              <a:t>Triggers the ‘the fight or flight’ instinct of the human body providing extra energy so-called ‘coffee kick’</a:t>
            </a:r>
          </a:p>
          <a:p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88928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Caffeine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060435"/>
          </a:xfrm>
        </p:spPr>
        <p:txBody>
          <a:bodyPr>
            <a:normAutofit/>
          </a:bodyPr>
          <a:lstStyle/>
          <a:p>
            <a:r>
              <a:rPr lang="en-US" dirty="0"/>
              <a:t>Boost of energy is followed by Depression</a:t>
            </a:r>
          </a:p>
          <a:p>
            <a:r>
              <a:rPr lang="en-US" dirty="0"/>
              <a:t>Causes High-blood pressure due to increase in blood flow</a:t>
            </a:r>
          </a:p>
          <a:p>
            <a:r>
              <a:rPr lang="en-US" dirty="0"/>
              <a:t>Cholesterol imbalance</a:t>
            </a:r>
          </a:p>
          <a:p>
            <a:r>
              <a:rPr lang="en-US" dirty="0"/>
              <a:t>Half life of 7 hours</a:t>
            </a:r>
          </a:p>
          <a:p>
            <a:r>
              <a:rPr lang="en-US" dirty="0"/>
              <a:t>5gm of Caffeine is lethal, i.e.:</a:t>
            </a:r>
          </a:p>
          <a:p>
            <a:pPr lvl="1"/>
            <a:r>
              <a:rPr lang="en-US" dirty="0"/>
              <a:t>40 cups of Coffee</a:t>
            </a:r>
          </a:p>
          <a:p>
            <a:pPr lvl="1"/>
            <a:r>
              <a:rPr lang="en-US" dirty="0"/>
              <a:t>131 cans of Pepsi/Coke</a:t>
            </a:r>
          </a:p>
          <a:p>
            <a:pPr lvl="1"/>
            <a:r>
              <a:rPr lang="en-US" dirty="0"/>
              <a:t>63 cans of Energy drink</a:t>
            </a:r>
          </a:p>
          <a:p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65704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Caffeine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060435"/>
          </a:xfrm>
        </p:spPr>
        <p:txBody>
          <a:bodyPr>
            <a:normAutofit lnSpcReduction="10000"/>
          </a:bodyPr>
          <a:lstStyle/>
          <a:p>
            <a:r>
              <a:rPr lang="en-US" dirty="0" err="1">
                <a:solidFill>
                  <a:srgbClr val="000000"/>
                </a:solidFill>
              </a:rPr>
              <a:t>Iftar</a:t>
            </a:r>
            <a:r>
              <a:rPr lang="en-US" dirty="0">
                <a:solidFill>
                  <a:srgbClr val="000000"/>
                </a:solidFill>
              </a:rPr>
              <a:t> Mein Cold Drinks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Pepsi, Coca Cola, 7up, Dew </a:t>
            </a:r>
            <a:r>
              <a:rPr lang="en-US" dirty="0" err="1">
                <a:solidFill>
                  <a:srgbClr val="000000"/>
                </a:solidFill>
              </a:rPr>
              <a:t>etc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na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Piyain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Kyun</a:t>
            </a:r>
            <a:r>
              <a:rPr lang="en-US" dirty="0">
                <a:solidFill>
                  <a:srgbClr val="000000"/>
                </a:solidFill>
              </a:rPr>
              <a:t> K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Is K </a:t>
            </a:r>
            <a:r>
              <a:rPr lang="en-US" dirty="0" err="1">
                <a:solidFill>
                  <a:srgbClr val="000000"/>
                </a:solidFill>
              </a:rPr>
              <a:t>Istemal</a:t>
            </a:r>
            <a:r>
              <a:rPr lang="en-US" dirty="0">
                <a:solidFill>
                  <a:srgbClr val="000000"/>
                </a:solidFill>
              </a:rPr>
              <a:t> Se Kidney (</a:t>
            </a:r>
            <a:r>
              <a:rPr lang="en-US" dirty="0" err="1">
                <a:solidFill>
                  <a:srgbClr val="000000"/>
                </a:solidFill>
              </a:rPr>
              <a:t>Gurday</a:t>
            </a:r>
            <a:r>
              <a:rPr lang="en-US" dirty="0">
                <a:solidFill>
                  <a:srgbClr val="000000"/>
                </a:solidFill>
              </a:rPr>
              <a:t>) Expire Ho </a:t>
            </a:r>
            <a:r>
              <a:rPr lang="en-US" dirty="0" err="1">
                <a:solidFill>
                  <a:srgbClr val="000000"/>
                </a:solidFill>
              </a:rPr>
              <a:t>Jate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Hain</a:t>
            </a:r>
            <a:r>
              <a:rPr lang="en-US" dirty="0">
                <a:solidFill>
                  <a:srgbClr val="000000"/>
                </a:solidFill>
              </a:rPr>
              <a:t>..</a:t>
            </a:r>
            <a:br>
              <a:rPr lang="en-US" dirty="0">
                <a:solidFill>
                  <a:srgbClr val="000000"/>
                </a:solidFill>
              </a:rPr>
            </a:br>
            <a:br>
              <a:rPr lang="en-US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So Don't Drink Any Cold Drink </a:t>
            </a:r>
            <a:r>
              <a:rPr lang="en-US" dirty="0" err="1">
                <a:solidFill>
                  <a:srgbClr val="000000"/>
                </a:solidFill>
              </a:rPr>
              <a:t>Plz</a:t>
            </a:r>
            <a:r>
              <a:rPr lang="en-US" dirty="0">
                <a:solidFill>
                  <a:srgbClr val="000000"/>
                </a:solidFill>
              </a:rPr>
              <a:t>..</a:t>
            </a:r>
            <a:br>
              <a:rPr lang="en-US" dirty="0">
                <a:solidFill>
                  <a:srgbClr val="000000"/>
                </a:solidFill>
              </a:rPr>
            </a:br>
            <a:br>
              <a:rPr lang="en-US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Specially At </a:t>
            </a:r>
            <a:r>
              <a:rPr lang="en-US" dirty="0" err="1">
                <a:solidFill>
                  <a:srgbClr val="000000"/>
                </a:solidFill>
              </a:rPr>
              <a:t>Iftar</a:t>
            </a:r>
            <a:r>
              <a:rPr lang="en-US" dirty="0">
                <a:solidFill>
                  <a:srgbClr val="000000"/>
                </a:solidFill>
              </a:rPr>
              <a:t>. Use Fresh Juices etc.</a:t>
            </a:r>
          </a:p>
          <a:p>
            <a:r>
              <a:rPr lang="en-US" dirty="0"/>
              <a:t>Says: Dr. </a:t>
            </a:r>
            <a:r>
              <a:rPr lang="en-US" dirty="0" err="1"/>
              <a:t>Adeeb</a:t>
            </a:r>
            <a:r>
              <a:rPr lang="en-US" dirty="0"/>
              <a:t> Rizvi – Civil Hospital Karachi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61766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Science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7886"/>
          </a:xfrm>
        </p:spPr>
        <p:txBody>
          <a:bodyPr>
            <a:normAutofit/>
          </a:bodyPr>
          <a:lstStyle/>
          <a:p>
            <a:r>
              <a:rPr lang="en-US" dirty="0"/>
              <a:t>What’s the thing we understand the least?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38203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Science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7886"/>
          </a:xfrm>
        </p:spPr>
        <p:txBody>
          <a:bodyPr>
            <a:normAutofit/>
          </a:bodyPr>
          <a:lstStyle/>
          <a:p>
            <a:r>
              <a:rPr lang="en-US" dirty="0"/>
              <a:t>What’s the thing we understand the least?</a:t>
            </a:r>
          </a:p>
          <a:p>
            <a:r>
              <a:rPr lang="en-US" dirty="0"/>
              <a:t>What do not even know what we do not know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87503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Science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7886"/>
          </a:xfrm>
        </p:spPr>
        <p:txBody>
          <a:bodyPr>
            <a:normAutofit/>
          </a:bodyPr>
          <a:lstStyle/>
          <a:p>
            <a:r>
              <a:rPr lang="en-US" dirty="0"/>
              <a:t>What’s the thing we understand the least?</a:t>
            </a:r>
          </a:p>
          <a:p>
            <a:r>
              <a:rPr lang="en-US" dirty="0"/>
              <a:t>What do not even know what we do not know</a:t>
            </a:r>
          </a:p>
          <a:p>
            <a:r>
              <a:rPr lang="en-US" dirty="0"/>
              <a:t>Why do we sleep? Theories</a:t>
            </a:r>
          </a:p>
          <a:p>
            <a:pPr lvl="1"/>
            <a:r>
              <a:rPr lang="en-US" dirty="0"/>
              <a:t>Brain: 20% mass consuming 70% energy</a:t>
            </a:r>
          </a:p>
          <a:p>
            <a:pPr lvl="1"/>
            <a:r>
              <a:rPr lang="en-US" dirty="0"/>
              <a:t>The purpose of sleep is to sequence the information the brain learns</a:t>
            </a:r>
          </a:p>
          <a:p>
            <a:pPr lvl="1"/>
            <a:r>
              <a:rPr lang="en-US" dirty="0"/>
              <a:t>If brain does not optimize itself, it will consume more energy</a:t>
            </a:r>
          </a:p>
          <a:p>
            <a:pPr lvl="1"/>
            <a:r>
              <a:rPr lang="en-US" dirty="0"/>
              <a:t>Sleep refines skills learnt, like riding, playing piano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363940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Science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788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What’s the thing we understand the least?</a:t>
            </a:r>
          </a:p>
          <a:p>
            <a:r>
              <a:rPr lang="en-US" dirty="0"/>
              <a:t>What do not even know what we do not know</a:t>
            </a:r>
          </a:p>
          <a:p>
            <a:r>
              <a:rPr lang="en-US" dirty="0"/>
              <a:t>Why do we sleep? Theories</a:t>
            </a:r>
          </a:p>
          <a:p>
            <a:pPr lvl="1"/>
            <a:r>
              <a:rPr lang="en-US" dirty="0"/>
              <a:t>Brain: 20% mass consuming 70% energy</a:t>
            </a:r>
          </a:p>
          <a:p>
            <a:pPr lvl="1"/>
            <a:r>
              <a:rPr lang="en-US" dirty="0"/>
              <a:t>The purpose of sleep is to sequence the information the brain learns</a:t>
            </a:r>
          </a:p>
          <a:p>
            <a:pPr lvl="1"/>
            <a:r>
              <a:rPr lang="en-US" dirty="0"/>
              <a:t>If brain does not optimize itself, it will consume more energy</a:t>
            </a:r>
          </a:p>
          <a:p>
            <a:pPr lvl="1"/>
            <a:r>
              <a:rPr lang="en-US" dirty="0"/>
              <a:t>Sleep refines skills learnt, like riding, playing piano</a:t>
            </a:r>
          </a:p>
          <a:p>
            <a:r>
              <a:rPr lang="en-US" dirty="0"/>
              <a:t>There is one commonality. Brain, not the rest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28508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Sleep Cycle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264516"/>
          </a:xfrm>
        </p:spPr>
        <p:txBody>
          <a:bodyPr>
            <a:normAutofit/>
          </a:bodyPr>
          <a:lstStyle/>
          <a:p>
            <a:r>
              <a:rPr lang="en-US" dirty="0"/>
              <a:t>The primary purpose of Sleep is not rest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171117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Sleep Cycle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264516"/>
          </a:xfrm>
        </p:spPr>
        <p:txBody>
          <a:bodyPr>
            <a:normAutofit/>
          </a:bodyPr>
          <a:lstStyle/>
          <a:p>
            <a:r>
              <a:rPr lang="en-US" dirty="0"/>
              <a:t>The primary purpose of Sleep is not rest</a:t>
            </a:r>
          </a:p>
          <a:p>
            <a:r>
              <a:rPr lang="en-US" dirty="0"/>
              <a:t>Brain’s function is transmission of electrical impulse – generating magnetic waves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52577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Sleep Cycle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26451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primary purpose of Sleep is not rest</a:t>
            </a:r>
          </a:p>
          <a:p>
            <a:r>
              <a:rPr lang="en-US" dirty="0"/>
              <a:t>Brain’s function is transmission of electrical impulse – generating magnetic waves</a:t>
            </a:r>
          </a:p>
          <a:p>
            <a:r>
              <a:rPr lang="en-US" dirty="0"/>
              <a:t>Sleeping activity has 5 stages</a:t>
            </a:r>
          </a:p>
          <a:p>
            <a:pPr lvl="1"/>
            <a:r>
              <a:rPr lang="en-US" dirty="0"/>
              <a:t>Stage 1: Drowsiness/Sub-consciousness</a:t>
            </a:r>
          </a:p>
          <a:p>
            <a:pPr lvl="1"/>
            <a:r>
              <a:rPr lang="en-US" dirty="0"/>
              <a:t>Stage 2: Heart-rate slows down, brain performs light activities. </a:t>
            </a:r>
            <a:r>
              <a:rPr lang="en-US" dirty="0" err="1"/>
              <a:t>Recurses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Stage 3: Internal body repairs (happens even when laying down)</a:t>
            </a:r>
          </a:p>
          <a:p>
            <a:pPr lvl="1"/>
            <a:r>
              <a:rPr lang="en-US" dirty="0"/>
              <a:t>Stage 4: very deep sleep, low breathing/movement</a:t>
            </a:r>
          </a:p>
          <a:p>
            <a:pPr lvl="1"/>
            <a:r>
              <a:rPr lang="en-US" dirty="0"/>
              <a:t>Stage 5: Rapid eye movement, a recurring stage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10856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264516"/>
          </a:xfrm>
        </p:spPr>
        <p:txBody>
          <a:bodyPr>
            <a:normAutofit/>
          </a:bodyPr>
          <a:lstStyle/>
          <a:p>
            <a:r>
              <a:rPr lang="en-US" dirty="0"/>
              <a:t>REM occurs in all stages after stage 1</a:t>
            </a:r>
          </a:p>
          <a:p>
            <a:r>
              <a:rPr lang="en-US" dirty="0"/>
              <a:t>All functions of Sleep complete in REM</a:t>
            </a:r>
          </a:p>
          <a:p>
            <a:r>
              <a:rPr lang="en-US" dirty="0"/>
              <a:t>No REM, no sleep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60446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264516"/>
          </a:xfrm>
        </p:spPr>
        <p:txBody>
          <a:bodyPr>
            <a:normAutofit/>
          </a:bodyPr>
          <a:lstStyle/>
          <a:p>
            <a:r>
              <a:rPr lang="en-US" dirty="0"/>
              <a:t>REM occurs in all stages after stage 1</a:t>
            </a:r>
          </a:p>
          <a:p>
            <a:r>
              <a:rPr lang="en-US" dirty="0"/>
              <a:t>All functions of Sleep complete in REM</a:t>
            </a:r>
          </a:p>
          <a:p>
            <a:r>
              <a:rPr lang="en-US" dirty="0"/>
              <a:t>No REM, no sleep</a:t>
            </a:r>
          </a:p>
          <a:p>
            <a:r>
              <a:rPr lang="en-US" dirty="0"/>
              <a:t>Person A: Sleep = 8h &amp; REM = 2.5h</a:t>
            </a:r>
          </a:p>
          <a:p>
            <a:r>
              <a:rPr lang="en-US" dirty="0" err="1"/>
              <a:t>Preson</a:t>
            </a:r>
            <a:r>
              <a:rPr lang="en-US" dirty="0"/>
              <a:t> B: Sleep = 5h &amp; REM = 3.0h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15126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264516"/>
          </a:xfrm>
        </p:spPr>
        <p:txBody>
          <a:bodyPr>
            <a:normAutofit/>
          </a:bodyPr>
          <a:lstStyle/>
          <a:p>
            <a:r>
              <a:rPr lang="en-US" dirty="0"/>
              <a:t>REM occurs in all stages after stage 1</a:t>
            </a:r>
          </a:p>
          <a:p>
            <a:r>
              <a:rPr lang="en-US" dirty="0"/>
              <a:t>All functions of Sleep complete in REM</a:t>
            </a:r>
          </a:p>
          <a:p>
            <a:r>
              <a:rPr lang="en-US" dirty="0"/>
              <a:t>No REM, no sleep</a:t>
            </a:r>
          </a:p>
          <a:p>
            <a:r>
              <a:rPr lang="en-US" dirty="0"/>
              <a:t>Person A: Sleep = 8h &amp; REM = 2.5h</a:t>
            </a:r>
          </a:p>
          <a:p>
            <a:r>
              <a:rPr lang="en-US" dirty="0" err="1"/>
              <a:t>Preson</a:t>
            </a:r>
            <a:r>
              <a:rPr lang="en-US" dirty="0"/>
              <a:t> B: Sleep = 5h &amp; REM = 3.0h</a:t>
            </a:r>
          </a:p>
          <a:p>
            <a:r>
              <a:rPr lang="en-US" dirty="0"/>
              <a:t>Dreams occur in REM, but not other way round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58603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26451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REM occurs in all stages after stage 1</a:t>
            </a:r>
          </a:p>
          <a:p>
            <a:r>
              <a:rPr lang="en-US" dirty="0"/>
              <a:t>All functions of Sleep complete in REM</a:t>
            </a:r>
          </a:p>
          <a:p>
            <a:r>
              <a:rPr lang="en-US" dirty="0"/>
              <a:t>No REM, no sleep</a:t>
            </a:r>
          </a:p>
          <a:p>
            <a:r>
              <a:rPr lang="en-US" dirty="0"/>
              <a:t>Person A: Sleep = 8h &amp; REM = 2.5h</a:t>
            </a:r>
          </a:p>
          <a:p>
            <a:r>
              <a:rPr lang="en-US" dirty="0" err="1"/>
              <a:t>Preson</a:t>
            </a:r>
            <a:r>
              <a:rPr lang="en-US" dirty="0"/>
              <a:t> B: Sleep = 5h &amp; REM = 3.0h</a:t>
            </a:r>
          </a:p>
          <a:p>
            <a:r>
              <a:rPr lang="en-US" dirty="0"/>
              <a:t>Dreams occur in REM, but not other way round</a:t>
            </a:r>
          </a:p>
          <a:p>
            <a:r>
              <a:rPr lang="en-US" dirty="0"/>
              <a:t>Human body has a biological Clock. </a:t>
            </a:r>
            <a:r>
              <a:rPr lang="en-US" i="1" dirty="0" err="1"/>
              <a:t>Suprachiasmatic</a:t>
            </a:r>
            <a:r>
              <a:rPr lang="en-US" i="1" dirty="0"/>
              <a:t> Nucleus</a:t>
            </a:r>
            <a:r>
              <a:rPr lang="en-US" dirty="0"/>
              <a:t> is a part of brain that tracks time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64563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Brain’s Clock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264516"/>
          </a:xfrm>
        </p:spPr>
        <p:txBody>
          <a:bodyPr>
            <a:normAutofit/>
          </a:bodyPr>
          <a:lstStyle/>
          <a:p>
            <a:r>
              <a:rPr lang="en-US" dirty="0"/>
              <a:t>Human body has a biological Clock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755603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Brain’s Clock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264516"/>
          </a:xfrm>
        </p:spPr>
        <p:txBody>
          <a:bodyPr>
            <a:normAutofit/>
          </a:bodyPr>
          <a:lstStyle/>
          <a:p>
            <a:r>
              <a:rPr lang="en-US" dirty="0"/>
              <a:t>Human body has a biological Clock</a:t>
            </a:r>
          </a:p>
          <a:p>
            <a:r>
              <a:rPr lang="en-US" i="1" dirty="0" err="1"/>
              <a:t>Suprachiasmatic</a:t>
            </a:r>
            <a:r>
              <a:rPr lang="en-US" i="1" dirty="0"/>
              <a:t> Nucleus</a:t>
            </a:r>
            <a:r>
              <a:rPr lang="en-US" dirty="0"/>
              <a:t> is a part of brain that tracks time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93592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Brain’s Clock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264516"/>
          </a:xfrm>
        </p:spPr>
        <p:txBody>
          <a:bodyPr>
            <a:normAutofit/>
          </a:bodyPr>
          <a:lstStyle/>
          <a:p>
            <a:r>
              <a:rPr lang="en-US" dirty="0"/>
              <a:t>Human body has a biological Clock</a:t>
            </a:r>
          </a:p>
          <a:p>
            <a:r>
              <a:rPr lang="en-US" i="1" dirty="0" err="1"/>
              <a:t>Suprachiasmatic</a:t>
            </a:r>
            <a:r>
              <a:rPr lang="en-US" i="1" dirty="0"/>
              <a:t> Nucleus</a:t>
            </a:r>
            <a:r>
              <a:rPr lang="en-US" dirty="0"/>
              <a:t> is a part of brain that tracks time</a:t>
            </a:r>
          </a:p>
          <a:p>
            <a:r>
              <a:rPr lang="en-US" dirty="0"/>
              <a:t>Brain gives a signal when SCN asks for REM</a:t>
            </a:r>
          </a:p>
          <a:p>
            <a:r>
              <a:rPr lang="en-US" dirty="0"/>
              <a:t>Same goes for meals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89724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Siesta (</a:t>
            </a:r>
            <a:r>
              <a:rPr lang="ur-PK" dirty="0"/>
              <a:t>قیلولہ</a:t>
            </a:r>
            <a:r>
              <a:rPr lang="en-US" dirty="0"/>
              <a:t>)</a:t>
            </a:r>
            <a:endParaRPr lang="en-GB" dirty="0"/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308224"/>
            <a:ext cx="8524875" cy="225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25" y="5069357"/>
            <a:ext cx="6207616" cy="1473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175000"/>
            <a:ext cx="923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69852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Siesta (</a:t>
            </a:r>
            <a:r>
              <a:rPr lang="ur-PK" dirty="0"/>
              <a:t>قیلولہ</a:t>
            </a:r>
            <a:r>
              <a:rPr lang="en-US" dirty="0"/>
              <a:t>)</a:t>
            </a:r>
            <a:endParaRPr lang="en-GB" dirty="0"/>
          </a:p>
        </p:txBody>
      </p:sp>
      <p:pic>
        <p:nvPicPr>
          <p:cNvPr id="7" name="Picture 3" descr="o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5928" y="3332163"/>
            <a:ext cx="3819525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Placeholder 4"/>
          <p:cNvSpPr txBox="1">
            <a:spLocks/>
          </p:cNvSpPr>
          <p:nvPr/>
        </p:nvSpPr>
        <p:spPr bwMode="auto">
          <a:xfrm>
            <a:off x="1532586" y="2272507"/>
            <a:ext cx="5586211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ur-PK" altLang="en-US" dirty="0">
                <a:solidFill>
                  <a:srgbClr val="000000"/>
                </a:solidFill>
              </a:rPr>
              <a:t> </a:t>
            </a:r>
            <a:r>
              <a:rPr lang="ur-PK" altLang="en-US" dirty="0" err="1">
                <a:solidFill>
                  <a:srgbClr val="000000"/>
                </a:solidFill>
              </a:rPr>
              <a:t>قِيلُواَفَإن</a:t>
            </a:r>
            <a:r>
              <a:rPr lang="ur-PK" altLang="en-US" dirty="0">
                <a:solidFill>
                  <a:srgbClr val="000000"/>
                </a:solidFill>
              </a:rPr>
              <a:t> </a:t>
            </a:r>
            <a:r>
              <a:rPr lang="ur-PK" altLang="en-US" dirty="0" err="1">
                <a:solidFill>
                  <a:srgbClr val="000000"/>
                </a:solidFill>
              </a:rPr>
              <a:t>الشَّيۡطانُ</a:t>
            </a:r>
            <a:r>
              <a:rPr lang="ur-PK" altLang="en-US" dirty="0">
                <a:solidFill>
                  <a:srgbClr val="000000"/>
                </a:solidFill>
              </a:rPr>
              <a:t> </a:t>
            </a:r>
            <a:r>
              <a:rPr lang="ur-PK" altLang="en-US" dirty="0" err="1">
                <a:solidFill>
                  <a:srgbClr val="000000"/>
                </a:solidFill>
              </a:rPr>
              <a:t>لايَقٰي</a:t>
            </a:r>
            <a:r>
              <a:rPr lang="ur-PK" altLang="en-US" dirty="0">
                <a:solidFill>
                  <a:srgbClr val="000000"/>
                </a:solidFill>
              </a:rPr>
              <a:t>۔ </a:t>
            </a:r>
            <a:r>
              <a:rPr lang="ur-PK" altLang="en-US" dirty="0" err="1">
                <a:solidFill>
                  <a:srgbClr val="000000"/>
                </a:solidFill>
              </a:rPr>
              <a:t>الطبرانی</a:t>
            </a:r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6437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Energy Levels after Siesta</a:t>
            </a:r>
            <a:endParaRPr lang="en-GB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3707527"/>
              </p:ext>
            </p:extLst>
          </p:nvPr>
        </p:nvGraphicFramePr>
        <p:xfrm>
          <a:off x="0" y="1417638"/>
          <a:ext cx="9144000" cy="54403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612156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Siesta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264516"/>
          </a:xfrm>
        </p:spPr>
        <p:txBody>
          <a:bodyPr>
            <a:normAutofit/>
          </a:bodyPr>
          <a:lstStyle/>
          <a:p>
            <a:r>
              <a:rPr lang="en-US" dirty="0"/>
              <a:t>Stop sleeping after </a:t>
            </a:r>
            <a:r>
              <a:rPr lang="en-US" dirty="0" err="1"/>
              <a:t>Fajr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9786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Siesta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264516"/>
          </a:xfrm>
        </p:spPr>
        <p:txBody>
          <a:bodyPr>
            <a:normAutofit/>
          </a:bodyPr>
          <a:lstStyle/>
          <a:p>
            <a:r>
              <a:rPr lang="en-US" dirty="0"/>
              <a:t>Stop sleeping after </a:t>
            </a:r>
            <a:r>
              <a:rPr lang="en-US" dirty="0" err="1"/>
              <a:t>Fajr</a:t>
            </a:r>
            <a:endParaRPr lang="en-US" dirty="0"/>
          </a:p>
          <a:p>
            <a:r>
              <a:rPr lang="en-US" dirty="0"/>
              <a:t>Start practicing </a:t>
            </a:r>
            <a:r>
              <a:rPr lang="en-US" dirty="0" err="1"/>
              <a:t>Qailoola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3620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Siesta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264516"/>
          </a:xfrm>
        </p:spPr>
        <p:txBody>
          <a:bodyPr>
            <a:normAutofit/>
          </a:bodyPr>
          <a:lstStyle/>
          <a:p>
            <a:r>
              <a:rPr lang="en-US" dirty="0"/>
              <a:t>Stop sleeping after </a:t>
            </a:r>
            <a:r>
              <a:rPr lang="en-US" dirty="0" err="1"/>
              <a:t>Fajr</a:t>
            </a:r>
            <a:endParaRPr lang="en-US" dirty="0"/>
          </a:p>
          <a:p>
            <a:r>
              <a:rPr lang="en-US" dirty="0"/>
              <a:t>Start practicing </a:t>
            </a:r>
            <a:r>
              <a:rPr lang="en-US" dirty="0" err="1"/>
              <a:t>Qailoola</a:t>
            </a:r>
            <a:endParaRPr lang="en-US" dirty="0"/>
          </a:p>
          <a:p>
            <a:r>
              <a:rPr lang="en-US" dirty="0"/>
              <a:t>Regularity will set your Brain’s clock</a:t>
            </a:r>
          </a:p>
        </p:txBody>
      </p:sp>
    </p:spTree>
    <p:extLst>
      <p:ext uri="{BB962C8B-B14F-4D97-AF65-F5344CB8AC3E}">
        <p14:creationId xmlns:p14="http://schemas.microsoft.com/office/powerpoint/2010/main" val="10426215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Siesta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264516"/>
          </a:xfrm>
        </p:spPr>
        <p:txBody>
          <a:bodyPr>
            <a:normAutofit/>
          </a:bodyPr>
          <a:lstStyle/>
          <a:p>
            <a:r>
              <a:rPr lang="en-US" dirty="0"/>
              <a:t>Stop sleeping after </a:t>
            </a:r>
            <a:r>
              <a:rPr lang="en-US" dirty="0" err="1"/>
              <a:t>Fajr</a:t>
            </a:r>
            <a:endParaRPr lang="en-US" dirty="0"/>
          </a:p>
          <a:p>
            <a:r>
              <a:rPr lang="en-US" dirty="0"/>
              <a:t>Start practicing </a:t>
            </a:r>
            <a:r>
              <a:rPr lang="en-US" dirty="0" err="1"/>
              <a:t>Qailoola</a:t>
            </a:r>
            <a:endParaRPr lang="en-US" dirty="0"/>
          </a:p>
          <a:p>
            <a:r>
              <a:rPr lang="en-US" dirty="0"/>
              <a:t>Regularity will set your Brain’s clock</a:t>
            </a:r>
          </a:p>
          <a:p>
            <a:r>
              <a:rPr lang="en-US" dirty="0"/>
              <a:t>Stop all Stimulations. You won’t need them</a:t>
            </a:r>
          </a:p>
        </p:txBody>
      </p:sp>
    </p:spTree>
    <p:extLst>
      <p:ext uri="{BB962C8B-B14F-4D97-AF65-F5344CB8AC3E}">
        <p14:creationId xmlns:p14="http://schemas.microsoft.com/office/powerpoint/2010/main" val="38317073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Siesta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264516"/>
          </a:xfrm>
        </p:spPr>
        <p:txBody>
          <a:bodyPr>
            <a:normAutofit/>
          </a:bodyPr>
          <a:lstStyle/>
          <a:p>
            <a:r>
              <a:rPr lang="en-US" dirty="0"/>
              <a:t>Stop sleeping after </a:t>
            </a:r>
            <a:r>
              <a:rPr lang="en-US" dirty="0" err="1"/>
              <a:t>Fajr</a:t>
            </a:r>
            <a:endParaRPr lang="en-US" dirty="0"/>
          </a:p>
          <a:p>
            <a:r>
              <a:rPr lang="en-US" dirty="0"/>
              <a:t>Start practicing </a:t>
            </a:r>
            <a:r>
              <a:rPr lang="en-US" dirty="0" err="1"/>
              <a:t>Qailoola</a:t>
            </a:r>
            <a:endParaRPr lang="en-US" dirty="0"/>
          </a:p>
          <a:p>
            <a:r>
              <a:rPr lang="en-US" dirty="0"/>
              <a:t>Regularity will set your Brain’s clock</a:t>
            </a:r>
          </a:p>
          <a:p>
            <a:r>
              <a:rPr lang="en-US" dirty="0"/>
              <a:t>Stop all Stimulations. You won’t need them</a:t>
            </a:r>
          </a:p>
          <a:p>
            <a:r>
              <a:rPr lang="en-US" dirty="0"/>
              <a:t>Reach optimal sleep pattern</a:t>
            </a:r>
          </a:p>
        </p:txBody>
      </p:sp>
    </p:spTree>
    <p:extLst>
      <p:ext uri="{BB962C8B-B14F-4D97-AF65-F5344CB8AC3E}">
        <p14:creationId xmlns:p14="http://schemas.microsoft.com/office/powerpoint/2010/main" val="23866531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Siesta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264516"/>
          </a:xfrm>
        </p:spPr>
        <p:txBody>
          <a:bodyPr>
            <a:normAutofit/>
          </a:bodyPr>
          <a:lstStyle/>
          <a:p>
            <a:r>
              <a:rPr lang="en-US" dirty="0"/>
              <a:t>Stop sleeping after </a:t>
            </a:r>
            <a:r>
              <a:rPr lang="en-US" dirty="0" err="1"/>
              <a:t>Fajr</a:t>
            </a:r>
            <a:endParaRPr lang="en-US" dirty="0"/>
          </a:p>
          <a:p>
            <a:r>
              <a:rPr lang="en-US" dirty="0"/>
              <a:t>Start practicing </a:t>
            </a:r>
            <a:r>
              <a:rPr lang="en-US" dirty="0" err="1"/>
              <a:t>Qailoola</a:t>
            </a:r>
            <a:endParaRPr lang="en-US" dirty="0"/>
          </a:p>
          <a:p>
            <a:r>
              <a:rPr lang="en-US" dirty="0"/>
              <a:t>Regularity will set your Brain’s clock</a:t>
            </a:r>
          </a:p>
          <a:p>
            <a:r>
              <a:rPr lang="en-US" dirty="0"/>
              <a:t>Stop all Stimulations. You won’t need them</a:t>
            </a:r>
          </a:p>
          <a:p>
            <a:r>
              <a:rPr lang="en-US" dirty="0"/>
              <a:t>Reach optimal sleep pattern</a:t>
            </a:r>
          </a:p>
          <a:p>
            <a:r>
              <a:rPr lang="en-US" dirty="0"/>
              <a:t>Weekends will try to deceive you</a:t>
            </a:r>
          </a:p>
        </p:txBody>
      </p:sp>
    </p:spTree>
    <p:extLst>
      <p:ext uri="{BB962C8B-B14F-4D97-AF65-F5344CB8AC3E}">
        <p14:creationId xmlns:p14="http://schemas.microsoft.com/office/powerpoint/2010/main" val="32457093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Siesta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26451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YOU ARE AMONG LESS THAN 2% OF THE POPULATION</a:t>
            </a:r>
          </a:p>
          <a:p>
            <a:pPr marL="0" indent="0" algn="ctr">
              <a:buNone/>
            </a:pPr>
            <a:r>
              <a:rPr lang="en-US" dirty="0"/>
              <a:t>“SHAITAN WILL TRY HIS LEVEL BEST”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4664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Ask away: </a:t>
            </a:r>
            <a:r>
              <a:rPr lang="en-US" dirty="0">
                <a:hlinkClick r:id="rId2"/>
              </a:rPr>
              <a:t>owaishussain@outlook.com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26451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800" dirty="0"/>
              <a:t>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3578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Inspired by…</a:t>
            </a:r>
            <a:endParaRPr lang="en-GB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1" r="2381"/>
          <a:stretch>
            <a:fillRect/>
          </a:stretch>
        </p:blipFill>
        <p:spPr/>
      </p:pic>
      <p:sp>
        <p:nvSpPr>
          <p:cNvPr id="3" name="Content Placeholder 2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Timelenders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http://www.timelenders.com/workshops/sleep-management</a:t>
            </a:r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33887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36 - Master Layout - Video with Cap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EDC6562A-F677-469A-B98C-AF8185EA5B6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Time for action (with video)</Template>
  <TotalTime>321</TotalTime>
  <Words>2693</Words>
  <Application>Microsoft Office PowerPoint</Application>
  <PresentationFormat>On-screen Show (4:3)</PresentationFormat>
  <Paragraphs>290</Paragraphs>
  <Slides>48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Arial</vt:lpstr>
      <vt:lpstr>Calibri</vt:lpstr>
      <vt:lpstr>Georgia</vt:lpstr>
      <vt:lpstr>Segoe UI</vt:lpstr>
      <vt:lpstr>Symbol</vt:lpstr>
      <vt:lpstr>36 - Master Layout - Video with Caption</vt:lpstr>
      <vt:lpstr>Siesta</vt:lpstr>
      <vt:lpstr>A day in your life</vt:lpstr>
      <vt:lpstr>A day in your life</vt:lpstr>
      <vt:lpstr>A day in your life</vt:lpstr>
      <vt:lpstr>A day in your life</vt:lpstr>
      <vt:lpstr>A day in your life</vt:lpstr>
      <vt:lpstr>A day in your life</vt:lpstr>
      <vt:lpstr>A day in your life</vt:lpstr>
      <vt:lpstr>Stretching your day</vt:lpstr>
      <vt:lpstr>Stretching your day</vt:lpstr>
      <vt:lpstr>Stretching your day</vt:lpstr>
      <vt:lpstr>Stretching your day</vt:lpstr>
      <vt:lpstr>Stretching your day</vt:lpstr>
      <vt:lpstr>Managing Sleep</vt:lpstr>
      <vt:lpstr>Managing Sleep</vt:lpstr>
      <vt:lpstr>Managing Sleep</vt:lpstr>
      <vt:lpstr>Managing Sleep</vt:lpstr>
      <vt:lpstr>Your Solution</vt:lpstr>
      <vt:lpstr>Managing Sleep</vt:lpstr>
      <vt:lpstr>Caffeine</vt:lpstr>
      <vt:lpstr>Caffeine</vt:lpstr>
      <vt:lpstr>Caffeine</vt:lpstr>
      <vt:lpstr>Human Science</vt:lpstr>
      <vt:lpstr>Human Science</vt:lpstr>
      <vt:lpstr>Human Science</vt:lpstr>
      <vt:lpstr>Human Science</vt:lpstr>
      <vt:lpstr>Sleep Cycle</vt:lpstr>
      <vt:lpstr>Sleep Cycle</vt:lpstr>
      <vt:lpstr>Sleep Cycle</vt:lpstr>
      <vt:lpstr>REM</vt:lpstr>
      <vt:lpstr>REM</vt:lpstr>
      <vt:lpstr>REM</vt:lpstr>
      <vt:lpstr>REM</vt:lpstr>
      <vt:lpstr>Brain’s Clock</vt:lpstr>
      <vt:lpstr>Brain’s Clock</vt:lpstr>
      <vt:lpstr>Brain’s Clock</vt:lpstr>
      <vt:lpstr>Siesta (قیلولہ)</vt:lpstr>
      <vt:lpstr>Siesta (قیلولہ)</vt:lpstr>
      <vt:lpstr>Energy Levels after Siesta</vt:lpstr>
      <vt:lpstr>Siesta</vt:lpstr>
      <vt:lpstr>Siesta</vt:lpstr>
      <vt:lpstr>Siesta</vt:lpstr>
      <vt:lpstr>Siesta</vt:lpstr>
      <vt:lpstr>Siesta</vt:lpstr>
      <vt:lpstr>Siesta</vt:lpstr>
      <vt:lpstr>Siesta</vt:lpstr>
      <vt:lpstr>Ask away: owaishussain@outlook.com</vt:lpstr>
      <vt:lpstr>Inspired by…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Siesta</dc:title>
  <dc:creator>Owais Ahmed</dc:creator>
  <cp:keywords/>
  <cp:lastModifiedBy>Owais Ahmed</cp:lastModifiedBy>
  <cp:revision>100</cp:revision>
  <dcterms:created xsi:type="dcterms:W3CDTF">2014-11-01T07:12:58Z</dcterms:created>
  <dcterms:modified xsi:type="dcterms:W3CDTF">2023-01-02T09:02:41Z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TC027416599991</vt:lpwstr>
  </property>
</Properties>
</file>