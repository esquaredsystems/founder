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0" r:id="rId1"/>
  </p:sldMasterIdLst>
  <p:sldIdLst>
    <p:sldId id="256" r:id="rId2"/>
    <p:sldId id="291" r:id="rId3"/>
    <p:sldId id="293" r:id="rId4"/>
    <p:sldId id="295" r:id="rId5"/>
    <p:sldId id="29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1207C-01E2-E84B-B949-0959350DC277}" v="1528" dt="2024-05-17T06:56:01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64" autoAdjust="0"/>
    <p:restoredTop sz="94379" autoAdjust="0"/>
  </p:normalViewPr>
  <p:slideViewPr>
    <p:cSldViewPr snapToGrid="0">
      <p:cViewPr varScale="1">
        <p:scale>
          <a:sx n="106" d="100"/>
          <a:sy n="106" d="100"/>
        </p:scale>
        <p:origin x="184" y="944"/>
      </p:cViewPr>
      <p:guideLst/>
    </p:cSldViewPr>
  </p:slideViewPr>
  <p:outlineViewPr>
    <p:cViewPr>
      <p:scale>
        <a:sx n="33" d="100"/>
        <a:sy n="33" d="100"/>
      </p:scale>
      <p:origin x="0" y="-1246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0281207C-01E2-E84B-B949-0959350DC277}"/>
    <pc:docChg chg="undo custSel addSld delSld modSld sldOrd">
      <pc:chgData name="Owais Ahmed" userId="6abc7d4556b3b071" providerId="LiveId" clId="{0281207C-01E2-E84B-B949-0959350DC277}" dt="2024-05-17T06:56:56.541" v="1659" actId="27349"/>
      <pc:docMkLst>
        <pc:docMk/>
      </pc:docMkLst>
      <pc:sldChg chg="addSp delSp modSp add del mod setBg addAnim setClrOvrMap delDesignElem">
        <pc:chgData name="Owais Ahmed" userId="6abc7d4556b3b071" providerId="LiveId" clId="{0281207C-01E2-E84B-B949-0959350DC277}" dt="2024-05-17T06:56:56.541" v="1659" actId="27349"/>
        <pc:sldMkLst>
          <pc:docMk/>
          <pc:sldMk cId="1035841031" sldId="256"/>
        </pc:sldMkLst>
        <pc:spChg chg="mod">
          <ac:chgData name="Owais Ahmed" userId="6abc7d4556b3b071" providerId="LiveId" clId="{0281207C-01E2-E84B-B949-0959350DC277}" dt="2024-05-17T06:53:27.576" v="1523" actId="26606"/>
          <ac:spMkLst>
            <pc:docMk/>
            <pc:sldMk cId="1035841031" sldId="256"/>
            <ac:spMk id="2" creationId="{00000000-0000-0000-0000-000000000000}"/>
          </ac:spMkLst>
        </pc:spChg>
        <pc:spChg chg="mod">
          <ac:chgData name="Owais Ahmed" userId="6abc7d4556b3b071" providerId="LiveId" clId="{0281207C-01E2-E84B-B949-0959350DC277}" dt="2024-05-17T06:53:27.576" v="1523" actId="26606"/>
          <ac:spMkLst>
            <pc:docMk/>
            <pc:sldMk cId="1035841031" sldId="256"/>
            <ac:spMk id="3" creationId="{00000000-0000-0000-0000-000000000000}"/>
          </ac:spMkLst>
        </pc:spChg>
        <pc:spChg chg="add del">
          <ac:chgData name="Owais Ahmed" userId="6abc7d4556b3b071" providerId="LiveId" clId="{0281207C-01E2-E84B-B949-0959350DC277}" dt="2024-05-17T06:53:22.230" v="1521"/>
          <ac:spMkLst>
            <pc:docMk/>
            <pc:sldMk cId="1035841031" sldId="256"/>
            <ac:spMk id="5" creationId="{941596B8-D720-4D6E-B7AD-8F5998211E87}"/>
          </ac:spMkLst>
        </pc:spChg>
        <pc:spChg chg="add del">
          <ac:chgData name="Owais Ahmed" userId="6abc7d4556b3b071" providerId="LiveId" clId="{0281207C-01E2-E84B-B949-0959350DC277}" dt="2024-05-17T06:53:22.230" v="1521"/>
          <ac:spMkLst>
            <pc:docMk/>
            <pc:sldMk cId="1035841031" sldId="256"/>
            <ac:spMk id="6" creationId="{B978501D-E01E-4859-ABAA-F7109C797DE3}"/>
          </ac:spMkLst>
        </pc:spChg>
        <pc:spChg chg="add del">
          <ac:chgData name="Owais Ahmed" userId="6abc7d4556b3b071" providerId="LiveId" clId="{0281207C-01E2-E84B-B949-0959350DC277}" dt="2024-05-17T06:51:12.425" v="1494" actId="26606"/>
          <ac:spMkLst>
            <pc:docMk/>
            <pc:sldMk cId="1035841031" sldId="256"/>
            <ac:spMk id="8" creationId="{8D62164E-4528-40DB-BC26-D6DDE216A059}"/>
          </ac:spMkLst>
        </pc:spChg>
        <pc:spChg chg="add del">
          <ac:chgData name="Owais Ahmed" userId="6abc7d4556b3b071" providerId="LiveId" clId="{0281207C-01E2-E84B-B949-0959350DC277}" dt="2024-05-17T06:51:17.283" v="1498" actId="26606"/>
          <ac:spMkLst>
            <pc:docMk/>
            <pc:sldMk cId="1035841031" sldId="256"/>
            <ac:spMk id="9" creationId="{8D62164E-4528-40DB-BC26-D6DDE216A059}"/>
          </ac:spMkLst>
        </pc:spChg>
        <pc:spChg chg="add del">
          <ac:chgData name="Owais Ahmed" userId="6abc7d4556b3b071" providerId="LiveId" clId="{0281207C-01E2-E84B-B949-0959350DC277}" dt="2024-05-17T06:51:12.425" v="1494" actId="26606"/>
          <ac:spMkLst>
            <pc:docMk/>
            <pc:sldMk cId="1035841031" sldId="256"/>
            <ac:spMk id="10" creationId="{F30007FA-C6A2-43A0-8045-7016AEF81713}"/>
          </ac:spMkLst>
        </pc:spChg>
        <pc:spChg chg="add del">
          <ac:chgData name="Owais Ahmed" userId="6abc7d4556b3b071" providerId="LiveId" clId="{0281207C-01E2-E84B-B949-0959350DC277}" dt="2024-05-17T06:51:17.283" v="1498" actId="26606"/>
          <ac:spMkLst>
            <pc:docMk/>
            <pc:sldMk cId="1035841031" sldId="256"/>
            <ac:spMk id="11" creationId="{F30007FA-C6A2-43A0-8045-7016AEF81713}"/>
          </ac:spMkLst>
        </pc:spChg>
        <pc:spChg chg="add">
          <ac:chgData name="Owais Ahmed" userId="6abc7d4556b3b071" providerId="LiveId" clId="{0281207C-01E2-E84B-B949-0959350DC277}" dt="2024-05-17T06:53:27.576" v="1523" actId="26606"/>
          <ac:spMkLst>
            <pc:docMk/>
            <pc:sldMk cId="1035841031" sldId="256"/>
            <ac:spMk id="14" creationId="{4E212B76-74CB-461F-90A3-EF4F2397A883}"/>
          </ac:spMkLst>
        </pc:spChg>
        <pc:spChg chg="add del">
          <ac:chgData name="Owais Ahmed" userId="6abc7d4556b3b071" providerId="LiveId" clId="{0281207C-01E2-E84B-B949-0959350DC277}" dt="2024-05-17T06:51:19.624" v="1502" actId="26606"/>
          <ac:spMkLst>
            <pc:docMk/>
            <pc:sldMk cId="1035841031" sldId="256"/>
            <ac:spMk id="15" creationId="{8D62164E-4528-40DB-BC26-D6DDE216A059}"/>
          </ac:spMkLst>
        </pc:spChg>
        <pc:spChg chg="add del">
          <ac:chgData name="Owais Ahmed" userId="6abc7d4556b3b071" providerId="LiveId" clId="{0281207C-01E2-E84B-B949-0959350DC277}" dt="2024-05-17T06:51:19.624" v="1502" actId="26606"/>
          <ac:spMkLst>
            <pc:docMk/>
            <pc:sldMk cId="1035841031" sldId="256"/>
            <ac:spMk id="16" creationId="{F30007FA-C6A2-43A0-8045-7016AEF81713}"/>
          </ac:spMkLst>
        </pc:spChg>
        <pc:spChg chg="add">
          <ac:chgData name="Owais Ahmed" userId="6abc7d4556b3b071" providerId="LiveId" clId="{0281207C-01E2-E84B-B949-0959350DC277}" dt="2024-05-17T06:53:27.576" v="1523" actId="26606"/>
          <ac:spMkLst>
            <pc:docMk/>
            <pc:sldMk cId="1035841031" sldId="256"/>
            <ac:spMk id="17" creationId="{81E746D0-4B37-4869-B2EF-79D5F0FFFBC9}"/>
          </ac:spMkLst>
        </pc:spChg>
        <pc:spChg chg="add del">
          <ac:chgData name="Owais Ahmed" userId="6abc7d4556b3b071" providerId="LiveId" clId="{0281207C-01E2-E84B-B949-0959350DC277}" dt="2024-05-17T06:52:43.006" v="1517"/>
          <ac:spMkLst>
            <pc:docMk/>
            <pc:sldMk cId="1035841031" sldId="256"/>
            <ac:spMk id="20" creationId="{8D62164E-4528-40DB-BC26-D6DDE216A059}"/>
          </ac:spMkLst>
        </pc:spChg>
        <pc:spChg chg="add del">
          <ac:chgData name="Owais Ahmed" userId="6abc7d4556b3b071" providerId="LiveId" clId="{0281207C-01E2-E84B-B949-0959350DC277}" dt="2024-05-17T06:52:43.006" v="1517"/>
          <ac:spMkLst>
            <pc:docMk/>
            <pc:sldMk cId="1035841031" sldId="256"/>
            <ac:spMk id="21" creationId="{F30007FA-C6A2-43A0-8045-7016AEF81713}"/>
          </ac:spMkLst>
        </pc:spChg>
        <pc:picChg chg="add del">
          <ac:chgData name="Owais Ahmed" userId="6abc7d4556b3b071" providerId="LiveId" clId="{0281207C-01E2-E84B-B949-0959350DC277}" dt="2024-05-17T06:51:15.129" v="1496" actId="26606"/>
          <ac:picMkLst>
            <pc:docMk/>
            <pc:sldMk cId="1035841031" sldId="256"/>
            <ac:picMk id="7" creationId="{EEC34BAC-A878-B49C-0E8C-7760C54FC116}"/>
          </ac:picMkLst>
        </pc:picChg>
        <pc:picChg chg="add del">
          <ac:chgData name="Owais Ahmed" userId="6abc7d4556b3b071" providerId="LiveId" clId="{0281207C-01E2-E84B-B949-0959350DC277}" dt="2024-05-17T06:53:22.230" v="1521"/>
          <ac:picMkLst>
            <pc:docMk/>
            <pc:sldMk cId="1035841031" sldId="256"/>
            <ac:picMk id="12" creationId="{D66B130B-5814-48DD-9CA6-2E189DE2096E}"/>
          </ac:picMkLst>
        </pc:picChg>
        <pc:picChg chg="add del">
          <ac:chgData name="Owais Ahmed" userId="6abc7d4556b3b071" providerId="LiveId" clId="{0281207C-01E2-E84B-B949-0959350DC277}" dt="2024-05-17T06:51:18.903" v="1500" actId="26606"/>
          <ac:picMkLst>
            <pc:docMk/>
            <pc:sldMk cId="1035841031" sldId="256"/>
            <ac:picMk id="13" creationId="{79641377-B606-4B20-CFED-5799964CA818}"/>
          </ac:picMkLst>
        </pc:picChg>
        <pc:picChg chg="add del">
          <ac:chgData name="Owais Ahmed" userId="6abc7d4556b3b071" providerId="LiveId" clId="{0281207C-01E2-E84B-B949-0959350DC277}" dt="2024-05-17T06:51:22.945" v="1504" actId="26606"/>
          <ac:picMkLst>
            <pc:docMk/>
            <pc:sldMk cId="1035841031" sldId="256"/>
            <ac:picMk id="18" creationId="{EEC34BAC-A878-B49C-0E8C-7760C54FC116}"/>
          </ac:picMkLst>
        </pc:picChg>
        <pc:picChg chg="add mod">
          <ac:chgData name="Owais Ahmed" userId="6abc7d4556b3b071" providerId="LiveId" clId="{0281207C-01E2-E84B-B949-0959350DC277}" dt="2024-05-17T06:56:56.541" v="1659" actId="27349"/>
          <ac:picMkLst>
            <pc:docMk/>
            <pc:sldMk cId="1035841031" sldId="256"/>
            <ac:picMk id="19" creationId="{C04FC91A-273B-AB7E-2CFC-95A74C753401}"/>
          </ac:picMkLst>
        </pc:picChg>
      </pc:sldChg>
      <pc:sldChg chg="new del">
        <pc:chgData name="Owais Ahmed" userId="6abc7d4556b3b071" providerId="LiveId" clId="{0281207C-01E2-E84B-B949-0959350DC277}" dt="2024-05-17T06:23:25.747" v="32" actId="680"/>
        <pc:sldMkLst>
          <pc:docMk/>
          <pc:sldMk cId="1119546701" sldId="256"/>
        </pc:sldMkLst>
      </pc:sldChg>
      <pc:sldChg chg="del">
        <pc:chgData name="Owais Ahmed" userId="6abc7d4556b3b071" providerId="LiveId" clId="{0281207C-01E2-E84B-B949-0959350DC277}" dt="2024-05-17T06:21:51.611" v="0" actId="2696"/>
        <pc:sldMkLst>
          <pc:docMk/>
          <pc:sldMk cId="1935332829" sldId="257"/>
        </pc:sldMkLst>
      </pc:sldChg>
      <pc:sldChg chg="del">
        <pc:chgData name="Owais Ahmed" userId="6abc7d4556b3b071" providerId="LiveId" clId="{0281207C-01E2-E84B-B949-0959350DC277}" dt="2024-05-17T06:22:04.347" v="14" actId="2696"/>
        <pc:sldMkLst>
          <pc:docMk/>
          <pc:sldMk cId="1281583843" sldId="266"/>
        </pc:sldMkLst>
      </pc:sldChg>
      <pc:sldChg chg="del">
        <pc:chgData name="Owais Ahmed" userId="6abc7d4556b3b071" providerId="LiveId" clId="{0281207C-01E2-E84B-B949-0959350DC277}" dt="2024-05-17T06:22:06.514" v="18" actId="2696"/>
        <pc:sldMkLst>
          <pc:docMk/>
          <pc:sldMk cId="2435485063" sldId="274"/>
        </pc:sldMkLst>
      </pc:sldChg>
      <pc:sldChg chg="del">
        <pc:chgData name="Owais Ahmed" userId="6abc7d4556b3b071" providerId="LiveId" clId="{0281207C-01E2-E84B-B949-0959350DC277}" dt="2024-05-17T06:21:52.216" v="1" actId="2696"/>
        <pc:sldMkLst>
          <pc:docMk/>
          <pc:sldMk cId="2879301702" sldId="280"/>
        </pc:sldMkLst>
      </pc:sldChg>
      <pc:sldChg chg="del">
        <pc:chgData name="Owais Ahmed" userId="6abc7d4556b3b071" providerId="LiveId" clId="{0281207C-01E2-E84B-B949-0959350DC277}" dt="2024-05-17T06:21:52.636" v="2" actId="2696"/>
        <pc:sldMkLst>
          <pc:docMk/>
          <pc:sldMk cId="4235352402" sldId="282"/>
        </pc:sldMkLst>
      </pc:sldChg>
      <pc:sldChg chg="del">
        <pc:chgData name="Owais Ahmed" userId="6abc7d4556b3b071" providerId="LiveId" clId="{0281207C-01E2-E84B-B949-0959350DC277}" dt="2024-05-17T06:21:53.027" v="3" actId="2696"/>
        <pc:sldMkLst>
          <pc:docMk/>
          <pc:sldMk cId="2805163691" sldId="283"/>
        </pc:sldMkLst>
      </pc:sldChg>
      <pc:sldChg chg="del">
        <pc:chgData name="Owais Ahmed" userId="6abc7d4556b3b071" providerId="LiveId" clId="{0281207C-01E2-E84B-B949-0959350DC277}" dt="2024-05-17T06:21:53.465" v="4" actId="2696"/>
        <pc:sldMkLst>
          <pc:docMk/>
          <pc:sldMk cId="3482486086" sldId="284"/>
        </pc:sldMkLst>
      </pc:sldChg>
      <pc:sldChg chg="del">
        <pc:chgData name="Owais Ahmed" userId="6abc7d4556b3b071" providerId="LiveId" clId="{0281207C-01E2-E84B-B949-0959350DC277}" dt="2024-05-17T06:21:53.966" v="5" actId="2696"/>
        <pc:sldMkLst>
          <pc:docMk/>
          <pc:sldMk cId="1933964151" sldId="285"/>
        </pc:sldMkLst>
      </pc:sldChg>
      <pc:sldChg chg="del">
        <pc:chgData name="Owais Ahmed" userId="6abc7d4556b3b071" providerId="LiveId" clId="{0281207C-01E2-E84B-B949-0959350DC277}" dt="2024-05-17T06:21:54.517" v="6" actId="2696"/>
        <pc:sldMkLst>
          <pc:docMk/>
          <pc:sldMk cId="708565912" sldId="286"/>
        </pc:sldMkLst>
      </pc:sldChg>
      <pc:sldChg chg="del">
        <pc:chgData name="Owais Ahmed" userId="6abc7d4556b3b071" providerId="LiveId" clId="{0281207C-01E2-E84B-B949-0959350DC277}" dt="2024-05-17T06:21:55.016" v="7" actId="2696"/>
        <pc:sldMkLst>
          <pc:docMk/>
          <pc:sldMk cId="3734251568" sldId="287"/>
        </pc:sldMkLst>
      </pc:sldChg>
      <pc:sldChg chg="del">
        <pc:chgData name="Owais Ahmed" userId="6abc7d4556b3b071" providerId="LiveId" clId="{0281207C-01E2-E84B-B949-0959350DC277}" dt="2024-05-17T06:21:58.790" v="8" actId="2696"/>
        <pc:sldMkLst>
          <pc:docMk/>
          <pc:sldMk cId="3928364358" sldId="288"/>
        </pc:sldMkLst>
      </pc:sldChg>
      <pc:sldChg chg="del">
        <pc:chgData name="Owais Ahmed" userId="6abc7d4556b3b071" providerId="LiveId" clId="{0281207C-01E2-E84B-B949-0959350DC277}" dt="2024-05-17T06:21:59.459" v="9" actId="2696"/>
        <pc:sldMkLst>
          <pc:docMk/>
          <pc:sldMk cId="2807795259" sldId="289"/>
        </pc:sldMkLst>
      </pc:sldChg>
      <pc:sldChg chg="del">
        <pc:chgData name="Owais Ahmed" userId="6abc7d4556b3b071" providerId="LiveId" clId="{0281207C-01E2-E84B-B949-0959350DC277}" dt="2024-05-17T06:23:20.371" v="28" actId="2696"/>
        <pc:sldMkLst>
          <pc:docMk/>
          <pc:sldMk cId="171071968" sldId="290"/>
        </pc:sldMkLst>
      </pc:sldChg>
      <pc:sldChg chg="addSp delSp modSp add del mod setBg modAnim setClrOvrMap">
        <pc:chgData name="Owais Ahmed" userId="6abc7d4556b3b071" providerId="LiveId" clId="{0281207C-01E2-E84B-B949-0959350DC277}" dt="2024-05-17T06:53:44.203" v="1527" actId="26606"/>
        <pc:sldMkLst>
          <pc:docMk/>
          <pc:sldMk cId="1929517405" sldId="291"/>
        </pc:sldMkLst>
        <pc:spChg chg="mod">
          <ac:chgData name="Owais Ahmed" userId="6abc7d4556b3b071" providerId="LiveId" clId="{0281207C-01E2-E84B-B949-0959350DC277}" dt="2024-05-17T06:53:44.203" v="1527" actId="26606"/>
          <ac:spMkLst>
            <pc:docMk/>
            <pc:sldMk cId="1929517405" sldId="291"/>
            <ac:spMk id="2" creationId="{00000000-0000-0000-0000-000000000000}"/>
          </ac:spMkLst>
        </pc:spChg>
        <pc:spChg chg="mod">
          <ac:chgData name="Owais Ahmed" userId="6abc7d4556b3b071" providerId="LiveId" clId="{0281207C-01E2-E84B-B949-0959350DC277}" dt="2024-05-17T06:53:44.203" v="1527" actId="26606"/>
          <ac:spMkLst>
            <pc:docMk/>
            <pc:sldMk cId="1929517405" sldId="291"/>
            <ac:spMk id="5" creationId="{00000000-0000-0000-0000-000000000000}"/>
          </ac:spMkLst>
        </pc:spChg>
        <pc:spChg chg="add">
          <ac:chgData name="Owais Ahmed" userId="6abc7d4556b3b071" providerId="LiveId" clId="{0281207C-01E2-E84B-B949-0959350DC277}" dt="2024-05-17T06:53:44.203" v="1527" actId="26606"/>
          <ac:spMkLst>
            <pc:docMk/>
            <pc:sldMk cId="1929517405" sldId="291"/>
            <ac:spMk id="8" creationId="{324E43EB-867C-4B35-9A5C-E435157C7297}"/>
          </ac:spMkLst>
        </pc:spChg>
        <pc:spChg chg="add">
          <ac:chgData name="Owais Ahmed" userId="6abc7d4556b3b071" providerId="LiveId" clId="{0281207C-01E2-E84B-B949-0959350DC277}" dt="2024-05-17T06:53:44.203" v="1527" actId="26606"/>
          <ac:spMkLst>
            <pc:docMk/>
            <pc:sldMk cId="1929517405" sldId="291"/>
            <ac:spMk id="9" creationId="{A7C0F5DA-B59F-4F13-8BB8-FFD8F2C572BC}"/>
          </ac:spMkLst>
        </pc:spChg>
        <pc:spChg chg="add del">
          <ac:chgData name="Owais Ahmed" userId="6abc7d4556b3b071" providerId="LiveId" clId="{0281207C-01E2-E84B-B949-0959350DC277}" dt="2024-05-17T06:52:24.231" v="1515" actId="26606"/>
          <ac:spMkLst>
            <pc:docMk/>
            <pc:sldMk cId="1929517405" sldId="291"/>
            <ac:spMk id="10" creationId="{5690F3EE-0CD1-4520-B020-4E1DF3141C74}"/>
          </ac:spMkLst>
        </pc:spChg>
        <pc:spChg chg="add del">
          <ac:chgData name="Owais Ahmed" userId="6abc7d4556b3b071" providerId="LiveId" clId="{0281207C-01E2-E84B-B949-0959350DC277}" dt="2024-05-17T06:52:24.231" v="1515" actId="26606"/>
          <ac:spMkLst>
            <pc:docMk/>
            <pc:sldMk cId="1929517405" sldId="291"/>
            <ac:spMk id="12" creationId="{9EFDE1E9-7FE0-45CA-9DE2-237F77319A9F}"/>
          </ac:spMkLst>
        </pc:spChg>
        <pc:spChg chg="add">
          <ac:chgData name="Owais Ahmed" userId="6abc7d4556b3b071" providerId="LiveId" clId="{0281207C-01E2-E84B-B949-0959350DC277}" dt="2024-05-17T06:53:44.203" v="1527" actId="26606"/>
          <ac:spMkLst>
            <pc:docMk/>
            <pc:sldMk cId="1929517405" sldId="291"/>
            <ac:spMk id="14" creationId="{9CEA1DEC-CC9E-4776-9E08-048A15BFA6CA}"/>
          </ac:spMkLst>
        </pc:spChg>
        <pc:spChg chg="add">
          <ac:chgData name="Owais Ahmed" userId="6abc7d4556b3b071" providerId="LiveId" clId="{0281207C-01E2-E84B-B949-0959350DC277}" dt="2024-05-17T06:53:44.203" v="1527" actId="26606"/>
          <ac:spMkLst>
            <pc:docMk/>
            <pc:sldMk cId="1929517405" sldId="291"/>
            <ac:spMk id="16" creationId="{9CE399CF-F4B8-4832-A8CB-B93F6B1EF44B}"/>
          </ac:spMkLst>
        </pc:spChg>
        <pc:spChg chg="add">
          <ac:chgData name="Owais Ahmed" userId="6abc7d4556b3b071" providerId="LiveId" clId="{0281207C-01E2-E84B-B949-0959350DC277}" dt="2024-05-17T06:53:44.203" v="1527" actId="26606"/>
          <ac:spMkLst>
            <pc:docMk/>
            <pc:sldMk cId="1929517405" sldId="291"/>
            <ac:spMk id="18" creationId="{1F23E73A-FDC8-462C-83C1-3AA8961449CF}"/>
          </ac:spMkLst>
        </pc:spChg>
        <pc:picChg chg="add del">
          <ac:chgData name="Owais Ahmed" userId="6abc7d4556b3b071" providerId="LiveId" clId="{0281207C-01E2-E84B-B949-0959350DC277}" dt="2024-05-17T06:51:53.878" v="1507" actId="26606"/>
          <ac:picMkLst>
            <pc:docMk/>
            <pc:sldMk cId="1929517405" sldId="291"/>
            <ac:picMk id="7" creationId="{2A276988-6F53-DF33-1713-C74F2BAFC369}"/>
          </ac:picMkLst>
        </pc:picChg>
      </pc:sldChg>
      <pc:sldChg chg="del">
        <pc:chgData name="Owais Ahmed" userId="6abc7d4556b3b071" providerId="LiveId" clId="{0281207C-01E2-E84B-B949-0959350DC277}" dt="2024-05-17T06:22:01.561" v="10" actId="2696"/>
        <pc:sldMkLst>
          <pc:docMk/>
          <pc:sldMk cId="2649183975" sldId="291"/>
        </pc:sldMkLst>
      </pc:sldChg>
      <pc:sldChg chg="del">
        <pc:chgData name="Owais Ahmed" userId="6abc7d4556b3b071" providerId="LiveId" clId="{0281207C-01E2-E84B-B949-0959350DC277}" dt="2024-05-17T06:22:01.937" v="11" actId="2696"/>
        <pc:sldMkLst>
          <pc:docMk/>
          <pc:sldMk cId="728907097" sldId="292"/>
        </pc:sldMkLst>
      </pc:sldChg>
      <pc:sldChg chg="addSp modSp add mod setBg modAnim">
        <pc:chgData name="Owais Ahmed" userId="6abc7d4556b3b071" providerId="LiveId" clId="{0281207C-01E2-E84B-B949-0959350DC277}" dt="2024-05-17T06:56:01.274" v="1648" actId="20577"/>
        <pc:sldMkLst>
          <pc:docMk/>
          <pc:sldMk cId="1792044433" sldId="292"/>
        </pc:sldMkLst>
        <pc:spChg chg="mod">
          <ac:chgData name="Owais Ahmed" userId="6abc7d4556b3b071" providerId="LiveId" clId="{0281207C-01E2-E84B-B949-0959350DC277}" dt="2024-05-17T06:54:46.563" v="1545" actId="26606"/>
          <ac:spMkLst>
            <pc:docMk/>
            <pc:sldMk cId="1792044433" sldId="292"/>
            <ac:spMk id="2" creationId="{00000000-0000-0000-0000-000000000000}"/>
          </ac:spMkLst>
        </pc:spChg>
        <pc:spChg chg="mod">
          <ac:chgData name="Owais Ahmed" userId="6abc7d4556b3b071" providerId="LiveId" clId="{0281207C-01E2-E84B-B949-0959350DC277}" dt="2024-05-17T06:56:01.274" v="1648" actId="20577"/>
          <ac:spMkLst>
            <pc:docMk/>
            <pc:sldMk cId="1792044433" sldId="292"/>
            <ac:spMk id="5" creationId="{00000000-0000-0000-0000-000000000000}"/>
          </ac:spMkLst>
        </pc:spChg>
        <pc:spChg chg="add">
          <ac:chgData name="Owais Ahmed" userId="6abc7d4556b3b071" providerId="LiveId" clId="{0281207C-01E2-E84B-B949-0959350DC277}" dt="2024-05-17T06:54:46.563" v="1545" actId="26606"/>
          <ac:spMkLst>
            <pc:docMk/>
            <pc:sldMk cId="1792044433" sldId="292"/>
            <ac:spMk id="10" creationId="{324E43EB-867C-4B35-9A5C-E435157C7297}"/>
          </ac:spMkLst>
        </pc:spChg>
        <pc:spChg chg="add">
          <ac:chgData name="Owais Ahmed" userId="6abc7d4556b3b071" providerId="LiveId" clId="{0281207C-01E2-E84B-B949-0959350DC277}" dt="2024-05-17T06:54:46.563" v="1545" actId="26606"/>
          <ac:spMkLst>
            <pc:docMk/>
            <pc:sldMk cId="1792044433" sldId="292"/>
            <ac:spMk id="12" creationId="{A7C0F5DA-B59F-4F13-8BB8-FFD8F2C572BC}"/>
          </ac:spMkLst>
        </pc:spChg>
        <pc:spChg chg="add">
          <ac:chgData name="Owais Ahmed" userId="6abc7d4556b3b071" providerId="LiveId" clId="{0281207C-01E2-E84B-B949-0959350DC277}" dt="2024-05-17T06:54:46.563" v="1545" actId="26606"/>
          <ac:spMkLst>
            <pc:docMk/>
            <pc:sldMk cId="1792044433" sldId="292"/>
            <ac:spMk id="14" creationId="{9CEA1DEC-CC9E-4776-9E08-048A15BFA6CA}"/>
          </ac:spMkLst>
        </pc:spChg>
        <pc:spChg chg="add">
          <ac:chgData name="Owais Ahmed" userId="6abc7d4556b3b071" providerId="LiveId" clId="{0281207C-01E2-E84B-B949-0959350DC277}" dt="2024-05-17T06:54:46.563" v="1545" actId="26606"/>
          <ac:spMkLst>
            <pc:docMk/>
            <pc:sldMk cId="1792044433" sldId="292"/>
            <ac:spMk id="16" creationId="{9CE399CF-F4B8-4832-A8CB-B93F6B1EF44B}"/>
          </ac:spMkLst>
        </pc:spChg>
        <pc:spChg chg="add">
          <ac:chgData name="Owais Ahmed" userId="6abc7d4556b3b071" providerId="LiveId" clId="{0281207C-01E2-E84B-B949-0959350DC277}" dt="2024-05-17T06:54:46.563" v="1545" actId="26606"/>
          <ac:spMkLst>
            <pc:docMk/>
            <pc:sldMk cId="1792044433" sldId="292"/>
            <ac:spMk id="18" creationId="{1F23E73A-FDC8-462C-83C1-3AA8961449CF}"/>
          </ac:spMkLst>
        </pc:spChg>
      </pc:sldChg>
      <pc:sldChg chg="addSp delSp modSp add mod ord setBg modAnim setClrOvrMap">
        <pc:chgData name="Owais Ahmed" userId="6abc7d4556b3b071" providerId="LiveId" clId="{0281207C-01E2-E84B-B949-0959350DC277}" dt="2024-05-17T06:53:53.756" v="1528" actId="26606"/>
        <pc:sldMkLst>
          <pc:docMk/>
          <pc:sldMk cId="1404823737" sldId="293"/>
        </pc:sldMkLst>
        <pc:spChg chg="mod">
          <ac:chgData name="Owais Ahmed" userId="6abc7d4556b3b071" providerId="LiveId" clId="{0281207C-01E2-E84B-B949-0959350DC277}" dt="2024-05-17T06:53:53.756" v="1528" actId="26606"/>
          <ac:spMkLst>
            <pc:docMk/>
            <pc:sldMk cId="1404823737" sldId="293"/>
            <ac:spMk id="2" creationId="{00000000-0000-0000-0000-000000000000}"/>
          </ac:spMkLst>
        </pc:spChg>
        <pc:spChg chg="mod">
          <ac:chgData name="Owais Ahmed" userId="6abc7d4556b3b071" providerId="LiveId" clId="{0281207C-01E2-E84B-B949-0959350DC277}" dt="2024-05-17T06:53:53.756" v="1528" actId="26606"/>
          <ac:spMkLst>
            <pc:docMk/>
            <pc:sldMk cId="1404823737" sldId="293"/>
            <ac:spMk id="5" creationId="{00000000-0000-0000-0000-000000000000}"/>
          </ac:spMkLst>
        </pc:spChg>
        <pc:spChg chg="add">
          <ac:chgData name="Owais Ahmed" userId="6abc7d4556b3b071" providerId="LiveId" clId="{0281207C-01E2-E84B-B949-0959350DC277}" dt="2024-05-17T06:53:53.756" v="1528" actId="26606"/>
          <ac:spMkLst>
            <pc:docMk/>
            <pc:sldMk cId="1404823737" sldId="293"/>
            <ac:spMk id="7" creationId="{324E43EB-867C-4B35-9A5C-E435157C7297}"/>
          </ac:spMkLst>
        </pc:spChg>
        <pc:spChg chg="add">
          <ac:chgData name="Owais Ahmed" userId="6abc7d4556b3b071" providerId="LiveId" clId="{0281207C-01E2-E84B-B949-0959350DC277}" dt="2024-05-17T06:53:53.756" v="1528" actId="26606"/>
          <ac:spMkLst>
            <pc:docMk/>
            <pc:sldMk cId="1404823737" sldId="293"/>
            <ac:spMk id="8" creationId="{A7C0F5DA-B59F-4F13-8BB8-FFD8F2C572BC}"/>
          </ac:spMkLst>
        </pc:spChg>
        <pc:spChg chg="add del">
          <ac:chgData name="Owais Ahmed" userId="6abc7d4556b3b071" providerId="LiveId" clId="{0281207C-01E2-E84B-B949-0959350DC277}" dt="2024-05-17T06:52:22.962" v="1514" actId="26606"/>
          <ac:spMkLst>
            <pc:docMk/>
            <pc:sldMk cId="1404823737" sldId="293"/>
            <ac:spMk id="10" creationId="{5690F3EE-0CD1-4520-B020-4E1DF3141C74}"/>
          </ac:spMkLst>
        </pc:spChg>
        <pc:spChg chg="add del">
          <ac:chgData name="Owais Ahmed" userId="6abc7d4556b3b071" providerId="LiveId" clId="{0281207C-01E2-E84B-B949-0959350DC277}" dt="2024-05-17T06:52:22.962" v="1514" actId="26606"/>
          <ac:spMkLst>
            <pc:docMk/>
            <pc:sldMk cId="1404823737" sldId="293"/>
            <ac:spMk id="12" creationId="{9EFDE1E9-7FE0-45CA-9DE2-237F77319A9F}"/>
          </ac:spMkLst>
        </pc:spChg>
        <pc:spChg chg="add">
          <ac:chgData name="Owais Ahmed" userId="6abc7d4556b3b071" providerId="LiveId" clId="{0281207C-01E2-E84B-B949-0959350DC277}" dt="2024-05-17T06:53:53.756" v="1528" actId="26606"/>
          <ac:spMkLst>
            <pc:docMk/>
            <pc:sldMk cId="1404823737" sldId="293"/>
            <ac:spMk id="14" creationId="{9CEA1DEC-CC9E-4776-9E08-048A15BFA6CA}"/>
          </ac:spMkLst>
        </pc:spChg>
        <pc:spChg chg="add">
          <ac:chgData name="Owais Ahmed" userId="6abc7d4556b3b071" providerId="LiveId" clId="{0281207C-01E2-E84B-B949-0959350DC277}" dt="2024-05-17T06:53:53.756" v="1528" actId="26606"/>
          <ac:spMkLst>
            <pc:docMk/>
            <pc:sldMk cId="1404823737" sldId="293"/>
            <ac:spMk id="16" creationId="{9CE399CF-F4B8-4832-A8CB-B93F6B1EF44B}"/>
          </ac:spMkLst>
        </pc:spChg>
        <pc:spChg chg="add">
          <ac:chgData name="Owais Ahmed" userId="6abc7d4556b3b071" providerId="LiveId" clId="{0281207C-01E2-E84B-B949-0959350DC277}" dt="2024-05-17T06:53:53.756" v="1528" actId="26606"/>
          <ac:spMkLst>
            <pc:docMk/>
            <pc:sldMk cId="1404823737" sldId="293"/>
            <ac:spMk id="18" creationId="{1F23E73A-FDC8-462C-83C1-3AA8961449CF}"/>
          </ac:spMkLst>
        </pc:spChg>
      </pc:sldChg>
      <pc:sldChg chg="del">
        <pc:chgData name="Owais Ahmed" userId="6abc7d4556b3b071" providerId="LiveId" clId="{0281207C-01E2-E84B-B949-0959350DC277}" dt="2024-05-17T06:22:03.404" v="12" actId="2696"/>
        <pc:sldMkLst>
          <pc:docMk/>
          <pc:sldMk cId="3595717265" sldId="293"/>
        </pc:sldMkLst>
      </pc:sldChg>
      <pc:sldChg chg="add del">
        <pc:chgData name="Owais Ahmed" userId="6abc7d4556b3b071" providerId="LiveId" clId="{0281207C-01E2-E84B-B949-0959350DC277}" dt="2024-05-17T06:37:18.721" v="655" actId="2696"/>
        <pc:sldMkLst>
          <pc:docMk/>
          <pc:sldMk cId="2359082147" sldId="294"/>
        </pc:sldMkLst>
      </pc:sldChg>
      <pc:sldChg chg="del">
        <pc:chgData name="Owais Ahmed" userId="6abc7d4556b3b071" providerId="LiveId" clId="{0281207C-01E2-E84B-B949-0959350DC277}" dt="2024-05-17T06:22:03.922" v="13" actId="2696"/>
        <pc:sldMkLst>
          <pc:docMk/>
          <pc:sldMk cId="4238492925" sldId="294"/>
        </pc:sldMkLst>
      </pc:sldChg>
      <pc:sldChg chg="del">
        <pc:chgData name="Owais Ahmed" userId="6abc7d4556b3b071" providerId="LiveId" clId="{0281207C-01E2-E84B-B949-0959350DC277}" dt="2024-05-17T06:22:04.870" v="15" actId="2696"/>
        <pc:sldMkLst>
          <pc:docMk/>
          <pc:sldMk cId="3440239431" sldId="295"/>
        </pc:sldMkLst>
      </pc:sldChg>
      <pc:sldChg chg="addSp delSp modSp add mod setBg modAnim setClrOvrMap">
        <pc:chgData name="Owais Ahmed" userId="6abc7d4556b3b071" providerId="LiveId" clId="{0281207C-01E2-E84B-B949-0959350DC277}" dt="2024-05-17T06:54:38.322" v="1544" actId="20577"/>
        <pc:sldMkLst>
          <pc:docMk/>
          <pc:sldMk cId="4171505665" sldId="295"/>
        </pc:sldMkLst>
        <pc:spChg chg="mod">
          <ac:chgData name="Owais Ahmed" userId="6abc7d4556b3b071" providerId="LiveId" clId="{0281207C-01E2-E84B-B949-0959350DC277}" dt="2024-05-17T06:54:38.322" v="1544" actId="20577"/>
          <ac:spMkLst>
            <pc:docMk/>
            <pc:sldMk cId="4171505665" sldId="295"/>
            <ac:spMk id="2" creationId="{00000000-0000-0000-0000-000000000000}"/>
          </ac:spMkLst>
        </pc:spChg>
        <pc:spChg chg="mod">
          <ac:chgData name="Owais Ahmed" userId="6abc7d4556b3b071" providerId="LiveId" clId="{0281207C-01E2-E84B-B949-0959350DC277}" dt="2024-05-17T06:54:18.989" v="1535" actId="14"/>
          <ac:spMkLst>
            <pc:docMk/>
            <pc:sldMk cId="4171505665" sldId="295"/>
            <ac:spMk id="5" creationId="{00000000-0000-0000-0000-000000000000}"/>
          </ac:spMkLst>
        </pc:spChg>
        <pc:spChg chg="add">
          <ac:chgData name="Owais Ahmed" userId="6abc7d4556b3b071" providerId="LiveId" clId="{0281207C-01E2-E84B-B949-0959350DC277}" dt="2024-05-17T06:53:59.643" v="1529" actId="26606"/>
          <ac:spMkLst>
            <pc:docMk/>
            <pc:sldMk cId="4171505665" sldId="295"/>
            <ac:spMk id="7" creationId="{324E43EB-867C-4B35-9A5C-E435157C7297}"/>
          </ac:spMkLst>
        </pc:spChg>
        <pc:spChg chg="add">
          <ac:chgData name="Owais Ahmed" userId="6abc7d4556b3b071" providerId="LiveId" clId="{0281207C-01E2-E84B-B949-0959350DC277}" dt="2024-05-17T06:53:59.643" v="1529" actId="26606"/>
          <ac:spMkLst>
            <pc:docMk/>
            <pc:sldMk cId="4171505665" sldId="295"/>
            <ac:spMk id="8" creationId="{A7C0F5DA-B59F-4F13-8BB8-FFD8F2C572BC}"/>
          </ac:spMkLst>
        </pc:spChg>
        <pc:spChg chg="add del">
          <ac:chgData name="Owais Ahmed" userId="6abc7d4556b3b071" providerId="LiveId" clId="{0281207C-01E2-E84B-B949-0959350DC277}" dt="2024-05-17T06:52:21.309" v="1513" actId="26606"/>
          <ac:spMkLst>
            <pc:docMk/>
            <pc:sldMk cId="4171505665" sldId="295"/>
            <ac:spMk id="10" creationId="{5690F3EE-0CD1-4520-B020-4E1DF3141C74}"/>
          </ac:spMkLst>
        </pc:spChg>
        <pc:spChg chg="add del">
          <ac:chgData name="Owais Ahmed" userId="6abc7d4556b3b071" providerId="LiveId" clId="{0281207C-01E2-E84B-B949-0959350DC277}" dt="2024-05-17T06:52:21.309" v="1513" actId="26606"/>
          <ac:spMkLst>
            <pc:docMk/>
            <pc:sldMk cId="4171505665" sldId="295"/>
            <ac:spMk id="12" creationId="{9EFDE1E9-7FE0-45CA-9DE2-237F77319A9F}"/>
          </ac:spMkLst>
        </pc:spChg>
        <pc:spChg chg="add">
          <ac:chgData name="Owais Ahmed" userId="6abc7d4556b3b071" providerId="LiveId" clId="{0281207C-01E2-E84B-B949-0959350DC277}" dt="2024-05-17T06:53:59.643" v="1529" actId="26606"/>
          <ac:spMkLst>
            <pc:docMk/>
            <pc:sldMk cId="4171505665" sldId="295"/>
            <ac:spMk id="14" creationId="{9CEA1DEC-CC9E-4776-9E08-048A15BFA6CA}"/>
          </ac:spMkLst>
        </pc:spChg>
        <pc:spChg chg="add">
          <ac:chgData name="Owais Ahmed" userId="6abc7d4556b3b071" providerId="LiveId" clId="{0281207C-01E2-E84B-B949-0959350DC277}" dt="2024-05-17T06:53:59.643" v="1529" actId="26606"/>
          <ac:spMkLst>
            <pc:docMk/>
            <pc:sldMk cId="4171505665" sldId="295"/>
            <ac:spMk id="16" creationId="{9CE399CF-F4B8-4832-A8CB-B93F6B1EF44B}"/>
          </ac:spMkLst>
        </pc:spChg>
        <pc:spChg chg="add">
          <ac:chgData name="Owais Ahmed" userId="6abc7d4556b3b071" providerId="LiveId" clId="{0281207C-01E2-E84B-B949-0959350DC277}" dt="2024-05-17T06:53:59.643" v="1529" actId="26606"/>
          <ac:spMkLst>
            <pc:docMk/>
            <pc:sldMk cId="4171505665" sldId="295"/>
            <ac:spMk id="18" creationId="{1F23E73A-FDC8-462C-83C1-3AA8961449CF}"/>
          </ac:spMkLst>
        </pc:spChg>
      </pc:sldChg>
      <pc:sldChg chg="del">
        <pc:chgData name="Owais Ahmed" userId="6abc7d4556b3b071" providerId="LiveId" clId="{0281207C-01E2-E84B-B949-0959350DC277}" dt="2024-05-17T06:22:05.319" v="16" actId="2696"/>
        <pc:sldMkLst>
          <pc:docMk/>
          <pc:sldMk cId="910877593" sldId="296"/>
        </pc:sldMkLst>
      </pc:sldChg>
      <pc:sldChg chg="del">
        <pc:chgData name="Owais Ahmed" userId="6abc7d4556b3b071" providerId="LiveId" clId="{0281207C-01E2-E84B-B949-0959350DC277}" dt="2024-05-17T06:22:05.782" v="17" actId="2696"/>
        <pc:sldMkLst>
          <pc:docMk/>
          <pc:sldMk cId="1502431408" sldId="2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39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633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35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0935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452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8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254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390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0600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3429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33324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948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87505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02106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9F9C37B-1D36-470B-8223-D6C91242EC14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15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7C6F52A-A82B-47A2-A83A-8C4C91F2D59F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04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5/17/24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848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>
            <a:extLst>
              <a:ext uri="{FF2B5EF4-FFF2-40B4-BE49-F238E27FC236}">
                <a16:creationId xmlns:a16="http://schemas.microsoft.com/office/drawing/2014/main" id="{4E212B76-74CB-461F-90A3-EF4F2397A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4929" y="1241266"/>
            <a:ext cx="4798142" cy="315375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Agile Methodology in Practice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4929" y="4591665"/>
            <a:ext cx="4798142" cy="1622322"/>
          </a:xfrm>
        </p:spPr>
        <p:txBody>
          <a:bodyPr>
            <a:normAutofit/>
          </a:bodyPr>
          <a:lstStyle/>
          <a:p>
            <a:r>
              <a:rPr lang="en-US"/>
              <a:t>How A Traditional Software House Uses Agile Development Methodology to Deliver Software Products efficiently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E746D0-4B37-4869-B2EF-79D5F0FFF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9" name="Graphic 18" descr="Head with Gears">
            <a:extLst>
              <a:ext uri="{FF2B5EF4-FFF2-40B4-BE49-F238E27FC236}">
                <a16:creationId xmlns:a16="http://schemas.microsoft.com/office/drawing/2014/main" id="{C04FC91A-273B-AB7E-2CFC-95A74C753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8503" y="1113063"/>
            <a:ext cx="4628758" cy="4628758"/>
          </a:xfrm>
          <a:prstGeom prst="roundRect">
            <a:avLst>
              <a:gd name="adj" fmla="val 1858"/>
            </a:avLst>
          </a:prstGeom>
        </p:spPr>
      </p:pic>
    </p:spTree>
    <p:extLst>
      <p:ext uri="{BB962C8B-B14F-4D97-AF65-F5344CB8AC3E}">
        <p14:creationId xmlns:p14="http://schemas.microsoft.com/office/powerpoint/2010/main" val="1035841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</a:rPr>
              <a:t>Versioning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Versioning is the process of assigning unique version names version numbers to software builds. There exist many ways to assign versions: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No versioning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Timestamps (usually concatenated date in </a:t>
            </a:r>
            <a:r>
              <a:rPr lang="en-US" sz="2000" i="1"/>
              <a:t>yyMMdd</a:t>
            </a:r>
            <a:r>
              <a:rPr lang="en-US" sz="2000"/>
              <a:t> format)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Build numbers (as in Android SDK releases)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Semantic Versioning</a:t>
            </a:r>
          </a:p>
        </p:txBody>
      </p:sp>
    </p:spTree>
    <p:extLst>
      <p:ext uri="{BB962C8B-B14F-4D97-AF65-F5344CB8AC3E}">
        <p14:creationId xmlns:p14="http://schemas.microsoft.com/office/powerpoint/2010/main" val="192951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</a:rPr>
              <a:t>Semantic Versioning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Semantic versioning is most common versioning method, especially in open-source communities.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Semantic Versioning (a.k.a. SemVer) gives brief semantics about the state of the build and its history.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SemVer consists of 3 parts and an optional extension.</a:t>
            </a:r>
          </a:p>
          <a:p>
            <a:pPr marL="749808" lvl="1" indent="-457200">
              <a:buFont typeface="+mj-lt"/>
              <a:buAutoNum type="alphaLcPeriod"/>
            </a:pPr>
            <a:r>
              <a:rPr lang="en-US" sz="2000"/>
              <a:t>Major</a:t>
            </a:r>
          </a:p>
          <a:p>
            <a:pPr marL="749808" lvl="1" indent="-457200">
              <a:buFont typeface="+mj-lt"/>
              <a:buAutoNum type="alphaLcPeriod"/>
            </a:pPr>
            <a:r>
              <a:rPr lang="en-US" sz="2000"/>
              <a:t>Minor</a:t>
            </a:r>
          </a:p>
          <a:p>
            <a:pPr marL="749808" lvl="1" indent="-457200">
              <a:buFont typeface="+mj-lt"/>
              <a:buAutoNum type="alphaLcPeriod"/>
            </a:pPr>
            <a:r>
              <a:rPr lang="en-US" sz="2000"/>
              <a:t>Micro (maintenance)</a:t>
            </a:r>
          </a:p>
        </p:txBody>
      </p:sp>
    </p:spTree>
    <p:extLst>
      <p:ext uri="{BB962C8B-B14F-4D97-AF65-F5344CB8AC3E}">
        <p14:creationId xmlns:p14="http://schemas.microsoft.com/office/powerpoint/2010/main" val="1404823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Semantic Versioning Examples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90077" y="437513"/>
            <a:ext cx="6670104" cy="5954325"/>
          </a:xfrm>
        </p:spPr>
        <p:txBody>
          <a:bodyPr anchor="ctr">
            <a:normAutofit/>
          </a:bodyPr>
          <a:lstStyle/>
          <a:p>
            <a:pPr marL="349758" indent="-457200">
              <a:lnSpc>
                <a:spcPct val="90000"/>
              </a:lnSpc>
              <a:buFont typeface="+mj-lt"/>
              <a:buAutoNum type="alphaLcPeriod"/>
            </a:pPr>
            <a:r>
              <a:rPr lang="en-US" sz="1900" dirty="0"/>
              <a:t>Shifting from MongoDB to </a:t>
            </a:r>
            <a:r>
              <a:rPr lang="en-US" sz="1900" dirty="0" err="1"/>
              <a:t>Postgresql</a:t>
            </a:r>
            <a:r>
              <a:rPr lang="en-US" sz="1900" dirty="0"/>
              <a:t> is a </a:t>
            </a:r>
            <a:r>
              <a:rPr lang="en-US" sz="1900" u="sng" dirty="0"/>
              <a:t>Major</a:t>
            </a:r>
            <a:r>
              <a:rPr lang="en-US" sz="1900" dirty="0"/>
              <a:t> change.</a:t>
            </a:r>
          </a:p>
          <a:p>
            <a:pPr marL="349758" indent="-457200">
              <a:lnSpc>
                <a:spcPct val="90000"/>
              </a:lnSpc>
              <a:buFont typeface="+mj-lt"/>
              <a:buAutoNum type="alphaLcPeriod"/>
            </a:pPr>
            <a:r>
              <a:rPr lang="en-US" sz="1900" dirty="0"/>
              <a:t>Switching infrastructure from Azure to AWS is a </a:t>
            </a:r>
            <a:r>
              <a:rPr lang="en-US" sz="1900" u="sng" dirty="0"/>
              <a:t>Micro</a:t>
            </a:r>
            <a:r>
              <a:rPr lang="en-US" sz="1900" dirty="0"/>
              <a:t> change.</a:t>
            </a:r>
          </a:p>
          <a:p>
            <a:pPr marL="349758" indent="-457200">
              <a:lnSpc>
                <a:spcPct val="90000"/>
              </a:lnSpc>
              <a:buFont typeface="+mj-lt"/>
              <a:buAutoNum type="alphaLcPeriod"/>
            </a:pPr>
            <a:r>
              <a:rPr lang="en-US" sz="1900" dirty="0"/>
              <a:t>Upgrading from Node v18 to v19 is a </a:t>
            </a:r>
            <a:r>
              <a:rPr lang="en-US" sz="1900" u="sng" dirty="0"/>
              <a:t>Minor</a:t>
            </a:r>
            <a:r>
              <a:rPr lang="en-US" sz="1900" dirty="0"/>
              <a:t> change.</a:t>
            </a:r>
          </a:p>
          <a:p>
            <a:pPr marL="349758" indent="-457200">
              <a:lnSpc>
                <a:spcPct val="90000"/>
              </a:lnSpc>
              <a:buFont typeface="+mj-lt"/>
              <a:buAutoNum type="alphaLcPeriod"/>
            </a:pPr>
            <a:r>
              <a:rPr lang="en-US" sz="1900" dirty="0"/>
              <a:t>Moving from Monolithic to Microservices is a </a:t>
            </a:r>
            <a:r>
              <a:rPr lang="en-US" sz="1900" u="sng" dirty="0"/>
              <a:t>Major</a:t>
            </a:r>
            <a:r>
              <a:rPr lang="en-US" sz="1900" dirty="0"/>
              <a:t> change.</a:t>
            </a:r>
          </a:p>
          <a:p>
            <a:pPr marL="349758" indent="-457200">
              <a:lnSpc>
                <a:spcPct val="90000"/>
              </a:lnSpc>
              <a:buFont typeface="+mj-lt"/>
              <a:buAutoNum type="alphaLcPeriod"/>
            </a:pPr>
            <a:r>
              <a:rPr lang="en-US" sz="1900" dirty="0"/>
              <a:t>Upgrading from </a:t>
            </a:r>
            <a:r>
              <a:rPr lang="en-US" sz="1900" dirty="0" err="1"/>
              <a:t>ChatGPT</a:t>
            </a:r>
            <a:r>
              <a:rPr lang="en-US" sz="1900" dirty="0"/>
              <a:t> v3x to v4x is a </a:t>
            </a:r>
            <a:r>
              <a:rPr lang="en-US" sz="1900" u="sng" dirty="0"/>
              <a:t>Minor</a:t>
            </a:r>
            <a:r>
              <a:rPr lang="en-US" sz="1900" dirty="0"/>
              <a:t> change.</a:t>
            </a:r>
          </a:p>
          <a:p>
            <a:pPr marL="349758" indent="-457200">
              <a:lnSpc>
                <a:spcPct val="90000"/>
              </a:lnSpc>
              <a:buFont typeface="+mj-lt"/>
              <a:buAutoNum type="alphaLcPeriod"/>
            </a:pPr>
            <a:r>
              <a:rPr lang="en-US" sz="1900" dirty="0"/>
              <a:t>Adding 2FA is a </a:t>
            </a:r>
            <a:r>
              <a:rPr lang="en-US" sz="1900" u="sng" dirty="0"/>
              <a:t>Minor</a:t>
            </a:r>
            <a:r>
              <a:rPr lang="en-US" sz="1900" dirty="0"/>
              <a:t> change.</a:t>
            </a:r>
          </a:p>
          <a:p>
            <a:pPr marL="349758" indent="-457200">
              <a:lnSpc>
                <a:spcPct val="90000"/>
              </a:lnSpc>
              <a:buFont typeface="+mj-lt"/>
              <a:buAutoNum type="alphaLcPeriod"/>
            </a:pPr>
            <a:r>
              <a:rPr lang="en-US" sz="1900" dirty="0"/>
              <a:t>Adding light theme to the app is a </a:t>
            </a:r>
            <a:r>
              <a:rPr lang="en-US" sz="1900" u="sng" dirty="0"/>
              <a:t>Micro</a:t>
            </a:r>
            <a:r>
              <a:rPr lang="en-US" sz="1900" dirty="0"/>
              <a:t> change.</a:t>
            </a:r>
          </a:p>
          <a:p>
            <a:pPr marL="349758" indent="-457200">
              <a:lnSpc>
                <a:spcPct val="90000"/>
              </a:lnSpc>
              <a:buFont typeface="+mj-lt"/>
              <a:buAutoNum type="alphaLcPeriod"/>
            </a:pPr>
            <a:r>
              <a:rPr lang="en-US" sz="1900" dirty="0"/>
              <a:t>Fixing a bug that was causing the app to show wrong time is ____.</a:t>
            </a:r>
          </a:p>
          <a:p>
            <a:pPr marL="349758" indent="-457200">
              <a:lnSpc>
                <a:spcPct val="90000"/>
              </a:lnSpc>
              <a:buFont typeface="+mj-lt"/>
              <a:buAutoNum type="alphaLcPeriod"/>
            </a:pPr>
            <a:r>
              <a:rPr lang="en-US" sz="1900" dirty="0"/>
              <a:t>Porting code from React to ReactJS is ____.</a:t>
            </a:r>
          </a:p>
          <a:p>
            <a:pPr marL="349758" indent="-457200">
              <a:lnSpc>
                <a:spcPct val="90000"/>
              </a:lnSpc>
              <a:buFont typeface="+mj-lt"/>
              <a:buAutoNum type="alphaLcPeriod"/>
            </a:pPr>
            <a:r>
              <a:rPr lang="en-US" sz="1900" dirty="0"/>
              <a:t>Adding a summary of daily user activity is ____.</a:t>
            </a:r>
          </a:p>
        </p:txBody>
      </p:sp>
    </p:spTree>
    <p:extLst>
      <p:ext uri="{BB962C8B-B14F-4D97-AF65-F5344CB8AC3E}">
        <p14:creationId xmlns:p14="http://schemas.microsoft.com/office/powerpoint/2010/main" val="417150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</a:rPr>
              <a:t>Release Stages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Pre-Alpha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Alpha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Beta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Separate version for each module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Concept of SNAPSHOTS and Nightly builds (future)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App-API compatibility question and resolution</a:t>
            </a:r>
          </a:p>
        </p:txBody>
      </p:sp>
    </p:spTree>
    <p:extLst>
      <p:ext uri="{BB962C8B-B14F-4D97-AF65-F5344CB8AC3E}">
        <p14:creationId xmlns:p14="http://schemas.microsoft.com/office/powerpoint/2010/main" val="179204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136</TotalTime>
  <Words>249</Words>
  <Application>Microsoft Macintosh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 Boardroom</vt:lpstr>
      <vt:lpstr>Agile Methodology in Practice</vt:lpstr>
      <vt:lpstr>Versioning</vt:lpstr>
      <vt:lpstr>Semantic Versioning</vt:lpstr>
      <vt:lpstr>Semantic Versioning Examples</vt:lpstr>
      <vt:lpstr>Release Stages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Methodology in Practice</dc:title>
  <dc:creator>Owais Ahmed</dc:creator>
  <cp:lastModifiedBy>Owais Ahmed</cp:lastModifiedBy>
  <cp:revision>16</cp:revision>
  <dcterms:created xsi:type="dcterms:W3CDTF">2019-07-27T10:39:52Z</dcterms:created>
  <dcterms:modified xsi:type="dcterms:W3CDTF">2024-05-17T06:56:58Z</dcterms:modified>
</cp:coreProperties>
</file>