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0" r:id="rId1"/>
  </p:sldMasterIdLst>
  <p:sldIdLst>
    <p:sldId id="256" r:id="rId2"/>
    <p:sldId id="257" r:id="rId3"/>
    <p:sldId id="297" r:id="rId4"/>
    <p:sldId id="298" r:id="rId5"/>
    <p:sldId id="29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80" autoAdjust="0"/>
    <p:restoredTop sz="94343" autoAdjust="0"/>
  </p:normalViewPr>
  <p:slideViewPr>
    <p:cSldViewPr snapToGrid="0">
      <p:cViewPr varScale="1">
        <p:scale>
          <a:sx n="76" d="100"/>
          <a:sy n="76" d="100"/>
        </p:scale>
        <p:origin x="77" y="542"/>
      </p:cViewPr>
      <p:guideLst/>
    </p:cSldViewPr>
  </p:slideViewPr>
  <p:outlineViewPr>
    <p:cViewPr>
      <p:scale>
        <a:sx n="33" d="100"/>
        <a:sy n="33" d="100"/>
      </p:scale>
      <p:origin x="0" y="-1246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5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8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5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4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815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1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5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BE4249-C0D0-4B06-8692-E8BB871AF643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5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7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7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85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Building and Publishing Jasper Reports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How to </a:t>
            </a:r>
            <a:r>
              <a:rPr lang="en-US" dirty="0"/>
              <a:t>design reports on Jasper </a:t>
            </a:r>
            <a:r>
              <a:rPr lang="en-US" dirty="0" smtClean="0"/>
              <a:t>Reports and publish on Jasper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84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109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Introduction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Jaspersoft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Jaspersoft </a:t>
            </a:r>
            <a:r>
              <a:rPr lang="en-US" sz="2800" dirty="0" smtClean="0"/>
              <a:t>Studio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Designing reports using KMITS Data warehouse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Publishing Reports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53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1090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Open-Source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Free Community Edition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By TIBCO Software, developing Integration &amp; Analytics tool since 1997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Built on Java, HTML5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Hosted On-premise and Cloud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Supports RDBMS, NoSQL, Big Data, and AWS Sources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An end to end solution: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 smtClean="0"/>
              <a:t>Reporting Engine (Jaspersoft Library)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 smtClean="0"/>
              <a:t>Report Designer (Jaspersoft Studio)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 smtClean="0"/>
              <a:t>Platform (Jaspersoft Server)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 smtClean="0"/>
              <a:t>Cloud-ready RESTful API (Jaspersoft I/O)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 smtClean="0"/>
              <a:t>XML-based</a:t>
            </a:r>
          </a:p>
        </p:txBody>
      </p:sp>
    </p:spTree>
    <p:extLst>
      <p:ext uri="{BB962C8B-B14F-4D97-AF65-F5344CB8AC3E}">
        <p14:creationId xmlns:p14="http://schemas.microsoft.com/office/powerpoint/2010/main" val="352147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Jaspersoft Server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109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Users, Roles and Permissions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Repository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 smtClean="0"/>
              <a:t>Template Reports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 smtClean="0"/>
              <a:t>KMITS Reports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Data Sources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Data Types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Queries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6428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Jaspersoft Server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109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Uploading a Report</a:t>
            </a: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600" dirty="0" smtClean="0"/>
              <a:t>What is JRXML File</a:t>
            </a:r>
            <a:r>
              <a:rPr lang="en-US" sz="2600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 smtClean="0"/>
              <a:t>Version control</a:t>
            </a:r>
          </a:p>
          <a:p>
            <a:pPr marL="457200" indent="-457200">
              <a:buFont typeface="+mj-lt"/>
              <a:buAutoNum type="arabicPeriod"/>
            </a:pPr>
            <a:endParaRPr lang="en-US" sz="2600" dirty="0" smtClean="0"/>
          </a:p>
          <a:p>
            <a:pPr marL="457200" indent="-457200">
              <a:buFont typeface="+mj-lt"/>
              <a:buAutoNum type="arabicPeriod"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28437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128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Building and Publishing Jasper Reports</vt:lpstr>
      <vt:lpstr>Outlines</vt:lpstr>
      <vt:lpstr>Introduction</vt:lpstr>
      <vt:lpstr>Jaspersoft Server</vt:lpstr>
      <vt:lpstr>Jaspersoft Server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in Practice</dc:title>
  <dc:creator>Owais Ahmed</dc:creator>
  <cp:lastModifiedBy>Owais Ahmed</cp:lastModifiedBy>
  <cp:revision>44</cp:revision>
  <dcterms:created xsi:type="dcterms:W3CDTF">2019-07-27T10:39:52Z</dcterms:created>
  <dcterms:modified xsi:type="dcterms:W3CDTF">2022-06-10T07:03:50Z</dcterms:modified>
</cp:coreProperties>
</file>