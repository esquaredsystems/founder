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703" r:id="rId2"/>
  </p:sldMasterIdLst>
  <p:notesMasterIdLst>
    <p:notesMasterId r:id="rId3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312" r:id="rId19"/>
    <p:sldId id="291" r:id="rId20"/>
    <p:sldId id="292" r:id="rId21"/>
    <p:sldId id="293" r:id="rId22"/>
    <p:sldId id="294" r:id="rId23"/>
    <p:sldId id="295" r:id="rId24"/>
    <p:sldId id="296" r:id="rId25"/>
    <p:sldId id="298" r:id="rId26"/>
    <p:sldId id="301" r:id="rId27"/>
    <p:sldId id="302" r:id="rId28"/>
    <p:sldId id="310" r:id="rId29"/>
    <p:sldId id="311" r:id="rId30"/>
    <p:sldId id="307" r:id="rId31"/>
    <p:sldId id="308" r:id="rId32"/>
    <p:sldId id="309" r:id="rId33"/>
    <p:sldId id="313" r:id="rId34"/>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7A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B9C63-B30E-AC4C-956F-218FFB3BFA42}" v="124" dt="2026-07-17T04:14:42.873"/>
    <p1510:client id="{D0FE5086-525E-4691-860E-4F3A6BAE95BA}" v="1775" dt="2026-07-16T16:57:58.8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82" autoAdjust="0"/>
    <p:restoredTop sz="94626"/>
  </p:normalViewPr>
  <p:slideViewPr>
    <p:cSldViewPr snapToGrid="0">
      <p:cViewPr varScale="1">
        <p:scale>
          <a:sx n="142" d="100"/>
          <a:sy n="142" d="100"/>
        </p:scale>
        <p:origin x="34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641304C9-537E-56B8-9D3B-F295291B91EB}"/>
    <pc:docChg chg="undo custSel addSld modSld">
      <pc:chgData name="Owais Ahmed" userId="6abc7d4556b3b071" providerId="LiveId" clId="{641304C9-537E-56B8-9D3B-F295291B91EB}" dt="2026-07-17T04:14:42.873" v="618" actId="20577"/>
      <pc:docMkLst>
        <pc:docMk/>
      </pc:docMkLst>
      <pc:sldChg chg="modSp mod">
        <pc:chgData name="Owais Ahmed" userId="6abc7d4556b3b071" providerId="LiveId" clId="{641304C9-537E-56B8-9D3B-F295291B91EB}" dt="2026-07-17T04:12:32.344" v="557" actId="20577"/>
        <pc:sldMkLst>
          <pc:docMk/>
          <pc:sldMk cId="0" sldId="262"/>
        </pc:sldMkLst>
        <pc:spChg chg="mod">
          <ac:chgData name="Owais Ahmed" userId="6abc7d4556b3b071" providerId="LiveId" clId="{641304C9-537E-56B8-9D3B-F295291B91EB}" dt="2026-07-17T04:12:32.344" v="557" actId="20577"/>
          <ac:spMkLst>
            <pc:docMk/>
            <pc:sldMk cId="0" sldId="262"/>
            <ac:spMk id="4" creationId="{00000000-0000-0000-0000-000000000000}"/>
          </ac:spMkLst>
        </pc:spChg>
      </pc:sldChg>
      <pc:sldChg chg="modSp mod">
        <pc:chgData name="Owais Ahmed" userId="6abc7d4556b3b071" providerId="LiveId" clId="{641304C9-537E-56B8-9D3B-F295291B91EB}" dt="2026-07-17T04:13:48.735" v="600" actId="20577"/>
        <pc:sldMkLst>
          <pc:docMk/>
          <pc:sldMk cId="0" sldId="264"/>
        </pc:sldMkLst>
        <pc:spChg chg="mod">
          <ac:chgData name="Owais Ahmed" userId="6abc7d4556b3b071" providerId="LiveId" clId="{641304C9-537E-56B8-9D3B-F295291B91EB}" dt="2026-07-17T04:13:18.570" v="591" actId="20577"/>
          <ac:spMkLst>
            <pc:docMk/>
            <pc:sldMk cId="0" sldId="264"/>
            <ac:spMk id="12" creationId="{00000000-0000-0000-0000-000000000000}"/>
          </ac:spMkLst>
        </pc:spChg>
        <pc:spChg chg="mod">
          <ac:chgData name="Owais Ahmed" userId="6abc7d4556b3b071" providerId="LiveId" clId="{641304C9-537E-56B8-9D3B-F295291B91EB}" dt="2026-07-17T04:13:48.735" v="600" actId="20577"/>
          <ac:spMkLst>
            <pc:docMk/>
            <pc:sldMk cId="0" sldId="264"/>
            <ac:spMk id="17" creationId="{00000000-0000-0000-0000-000000000000}"/>
          </ac:spMkLst>
        </pc:spChg>
      </pc:sldChg>
      <pc:sldChg chg="modSp mod">
        <pc:chgData name="Owais Ahmed" userId="6abc7d4556b3b071" providerId="LiveId" clId="{641304C9-537E-56B8-9D3B-F295291B91EB}" dt="2026-07-17T04:14:42.873" v="618" actId="20577"/>
        <pc:sldMkLst>
          <pc:docMk/>
          <pc:sldMk cId="0" sldId="265"/>
        </pc:sldMkLst>
        <pc:spChg chg="mod">
          <ac:chgData name="Owais Ahmed" userId="6abc7d4556b3b071" providerId="LiveId" clId="{641304C9-537E-56B8-9D3B-F295291B91EB}" dt="2026-07-17T04:14:39.712" v="611" actId="20577"/>
          <ac:spMkLst>
            <pc:docMk/>
            <pc:sldMk cId="0" sldId="265"/>
            <ac:spMk id="3" creationId="{00000000-0000-0000-0000-000000000000}"/>
          </ac:spMkLst>
        </pc:spChg>
        <pc:spChg chg="mod">
          <ac:chgData name="Owais Ahmed" userId="6abc7d4556b3b071" providerId="LiveId" clId="{641304C9-537E-56B8-9D3B-F295291B91EB}" dt="2026-07-17T04:14:18.883" v="601" actId="1076"/>
          <ac:spMkLst>
            <pc:docMk/>
            <pc:sldMk cId="0" sldId="265"/>
            <ac:spMk id="7" creationId="{00000000-0000-0000-0000-000000000000}"/>
          </ac:spMkLst>
        </pc:spChg>
        <pc:spChg chg="mod">
          <ac:chgData name="Owais Ahmed" userId="6abc7d4556b3b071" providerId="LiveId" clId="{641304C9-537E-56B8-9D3B-F295291B91EB}" dt="2026-07-17T04:14:18.883" v="601" actId="1076"/>
          <ac:spMkLst>
            <pc:docMk/>
            <pc:sldMk cId="0" sldId="265"/>
            <ac:spMk id="8" creationId="{00000000-0000-0000-0000-000000000000}"/>
          </ac:spMkLst>
        </pc:spChg>
        <pc:spChg chg="mod">
          <ac:chgData name="Owais Ahmed" userId="6abc7d4556b3b071" providerId="LiveId" clId="{641304C9-537E-56B8-9D3B-F295291B91EB}" dt="2026-07-17T04:14:18.883" v="601" actId="1076"/>
          <ac:spMkLst>
            <pc:docMk/>
            <pc:sldMk cId="0" sldId="265"/>
            <ac:spMk id="9" creationId="{00000000-0000-0000-0000-000000000000}"/>
          </ac:spMkLst>
        </pc:spChg>
        <pc:spChg chg="mod">
          <ac:chgData name="Owais Ahmed" userId="6abc7d4556b3b071" providerId="LiveId" clId="{641304C9-537E-56B8-9D3B-F295291B91EB}" dt="2026-07-17T04:14:29.771" v="602" actId="1076"/>
          <ac:spMkLst>
            <pc:docMk/>
            <pc:sldMk cId="0" sldId="265"/>
            <ac:spMk id="10" creationId="{00000000-0000-0000-0000-000000000000}"/>
          </ac:spMkLst>
        </pc:spChg>
        <pc:spChg chg="mod">
          <ac:chgData name="Owais Ahmed" userId="6abc7d4556b3b071" providerId="LiveId" clId="{641304C9-537E-56B8-9D3B-F295291B91EB}" dt="2026-07-17T04:14:29.771" v="602" actId="1076"/>
          <ac:spMkLst>
            <pc:docMk/>
            <pc:sldMk cId="0" sldId="265"/>
            <ac:spMk id="11" creationId="{00000000-0000-0000-0000-000000000000}"/>
          </ac:spMkLst>
        </pc:spChg>
        <pc:spChg chg="mod">
          <ac:chgData name="Owais Ahmed" userId="6abc7d4556b3b071" providerId="LiveId" clId="{641304C9-537E-56B8-9D3B-F295291B91EB}" dt="2026-07-17T04:14:29.771" v="602" actId="1076"/>
          <ac:spMkLst>
            <pc:docMk/>
            <pc:sldMk cId="0" sldId="265"/>
            <ac:spMk id="12" creationId="{00000000-0000-0000-0000-000000000000}"/>
          </ac:spMkLst>
        </pc:spChg>
        <pc:spChg chg="mod">
          <ac:chgData name="Owais Ahmed" userId="6abc7d4556b3b071" providerId="LiveId" clId="{641304C9-537E-56B8-9D3B-F295291B91EB}" dt="2026-07-17T04:14:42.873" v="618" actId="20577"/>
          <ac:spMkLst>
            <pc:docMk/>
            <pc:sldMk cId="0" sldId="265"/>
            <ac:spMk id="14" creationId="{00000000-0000-0000-0000-000000000000}"/>
          </ac:spMkLst>
        </pc:spChg>
      </pc:sldChg>
      <pc:sldChg chg="modSp mod">
        <pc:chgData name="Owais Ahmed" userId="6abc7d4556b3b071" providerId="LiveId" clId="{641304C9-537E-56B8-9D3B-F295291B91EB}" dt="2026-07-17T04:11:30.509" v="538" actId="207"/>
        <pc:sldMkLst>
          <pc:docMk/>
          <pc:sldMk cId="4263487502" sldId="310"/>
        </pc:sldMkLst>
        <pc:spChg chg="mod">
          <ac:chgData name="Owais Ahmed" userId="6abc7d4556b3b071" providerId="LiveId" clId="{641304C9-537E-56B8-9D3B-F295291B91EB}" dt="2026-07-17T04:11:30.509" v="538" actId="207"/>
          <ac:spMkLst>
            <pc:docMk/>
            <pc:sldMk cId="4263487502" sldId="310"/>
            <ac:spMk id="18" creationId="{A33F0D93-3292-A34F-B9B7-3126F712F24C}"/>
          </ac:spMkLst>
        </pc:spChg>
      </pc:sldChg>
      <pc:sldChg chg="addSp modSp add mod">
        <pc:chgData name="Owais Ahmed" userId="6abc7d4556b3b071" providerId="LiveId" clId="{641304C9-537E-56B8-9D3B-F295291B91EB}" dt="2026-07-17T04:09:15.576" v="536" actId="20577"/>
        <pc:sldMkLst>
          <pc:docMk/>
          <pc:sldMk cId="968411543" sldId="313"/>
        </pc:sldMkLst>
        <pc:spChg chg="mod">
          <ac:chgData name="Owais Ahmed" userId="6abc7d4556b3b071" providerId="LiveId" clId="{641304C9-537E-56B8-9D3B-F295291B91EB}" dt="2026-07-17T04:02:32.059" v="68" actId="20577"/>
          <ac:spMkLst>
            <pc:docMk/>
            <pc:sldMk cId="968411543" sldId="313"/>
            <ac:spMk id="3" creationId="{485EBC25-B923-72BC-795F-E0ECB47540A9}"/>
          </ac:spMkLst>
        </pc:spChg>
        <pc:spChg chg="add mod">
          <ac:chgData name="Owais Ahmed" userId="6abc7d4556b3b071" providerId="LiveId" clId="{641304C9-537E-56B8-9D3B-F295291B91EB}" dt="2026-07-17T04:09:15.576" v="536" actId="20577"/>
          <ac:spMkLst>
            <pc:docMk/>
            <pc:sldMk cId="968411543" sldId="313"/>
            <ac:spMk id="4" creationId="{803743F2-CB92-79C7-988C-2F11694020EF}"/>
          </ac:spMkLst>
        </pc:spChg>
      </pc:sldChg>
    </pc:docChg>
  </pc:docChgLst>
  <pc:docChgLst>
    <pc:chgData name="Owais Ahmed" userId="6abc7d4556b3b071" providerId="LiveId" clId="{D0A51F83-B713-4A4D-8105-C75936B8E1D2}"/>
    <pc:docChg chg="undo redo custSel addSld delSld modSld addMainMaster delMainMaster modMainMaster">
      <pc:chgData name="Owais Ahmed" userId="6abc7d4556b3b071" providerId="LiveId" clId="{D0A51F83-B713-4A4D-8105-C75936B8E1D2}" dt="2026-07-16T16:57:58.846" v="4494" actId="27636"/>
      <pc:docMkLst>
        <pc:docMk/>
      </pc:docMkLst>
      <pc:sldChg chg="addSp delSp modSp new mod modClrScheme chgLayout">
        <pc:chgData name="Owais Ahmed" userId="6abc7d4556b3b071" providerId="LiveId" clId="{D0A51F83-B713-4A4D-8105-C75936B8E1D2}" dt="2026-07-14T10:54:44.453" v="2681"/>
        <pc:sldMkLst>
          <pc:docMk/>
          <pc:sldMk cId="2229893845" sldId="256"/>
        </pc:sldMkLst>
        <pc:spChg chg="mod">
          <ac:chgData name="Owais Ahmed" userId="6abc7d4556b3b071" providerId="LiveId" clId="{D0A51F83-B713-4A4D-8105-C75936B8E1D2}" dt="2026-07-14T10:54:44.453" v="2681"/>
          <ac:spMkLst>
            <pc:docMk/>
            <pc:sldMk cId="2229893845" sldId="256"/>
            <ac:spMk id="2" creationId="{F9F8164C-4617-2869-475D-FD742B86E084}"/>
          </ac:spMkLst>
        </pc:spChg>
        <pc:spChg chg="mod">
          <ac:chgData name="Owais Ahmed" userId="6abc7d4556b3b071" providerId="LiveId" clId="{D0A51F83-B713-4A4D-8105-C75936B8E1D2}" dt="2026-07-13T09:37:52.348" v="289" actId="1076"/>
          <ac:spMkLst>
            <pc:docMk/>
            <pc:sldMk cId="2229893845" sldId="256"/>
            <ac:spMk id="3" creationId="{953F1C0A-1B2C-50EB-58BC-B0539662C89B}"/>
          </ac:spMkLst>
        </pc:spChg>
        <pc:picChg chg="ord">
          <ac:chgData name="Owais Ahmed" userId="6abc7d4556b3b071" providerId="LiveId" clId="{D0A51F83-B713-4A4D-8105-C75936B8E1D2}" dt="2026-07-13T09:36:23.261" v="146" actId="167"/>
          <ac:picMkLst>
            <pc:docMk/>
            <pc:sldMk cId="2229893845" sldId="256"/>
            <ac:picMk id="6" creationId="{DDA1CFD6-40C0-FFAA-5814-81D599EB6AA7}"/>
          </ac:picMkLst>
        </pc:picChg>
      </pc:sldChg>
      <pc:sldChg chg="addSp delSp modSp add mod setBg modAnim modNotesTx">
        <pc:chgData name="Owais Ahmed" userId="6abc7d4556b3b071" providerId="LiveId" clId="{D0A51F83-B713-4A4D-8105-C75936B8E1D2}" dt="2026-07-16T05:14:47.565" v="4308" actId="20577"/>
        <pc:sldMkLst>
          <pc:docMk/>
          <pc:sldMk cId="0" sldId="257"/>
        </pc:sldMkLst>
        <pc:spChg chg="mod">
          <ac:chgData name="Owais Ahmed" userId="6abc7d4556b3b071" providerId="LiveId" clId="{D0A51F83-B713-4A4D-8105-C75936B8E1D2}" dt="2026-07-13T09:39:14.874" v="338" actId="27636"/>
          <ac:spMkLst>
            <pc:docMk/>
            <pc:sldMk cId="0" sldId="257"/>
            <ac:spMk id="3" creationId="{00000000-0000-0000-0000-000000000000}"/>
          </ac:spMkLst>
        </pc:spChg>
        <pc:spChg chg="mod">
          <ac:chgData name="Owais Ahmed" userId="6abc7d4556b3b071" providerId="LiveId" clId="{D0A51F83-B713-4A4D-8105-C75936B8E1D2}" dt="2026-07-16T05:05:38.474" v="3842" actId="27636"/>
          <ac:spMkLst>
            <pc:docMk/>
            <pc:sldMk cId="0" sldId="257"/>
            <ac:spMk id="4" creationId="{00000000-0000-0000-0000-000000000000}"/>
          </ac:spMkLst>
        </pc:spChg>
        <pc:spChg chg="mod">
          <ac:chgData name="Owais Ahmed" userId="6abc7d4556b3b071" providerId="LiveId" clId="{D0A51F83-B713-4A4D-8105-C75936B8E1D2}" dt="2026-07-13T09:41:11.273" v="440" actId="1076"/>
          <ac:spMkLst>
            <pc:docMk/>
            <pc:sldMk cId="0" sldId="257"/>
            <ac:spMk id="5" creationId="{00000000-0000-0000-0000-000000000000}"/>
          </ac:spMkLst>
        </pc:spChg>
        <pc:picChg chg="add del">
          <ac:chgData name="Owais Ahmed" userId="6abc7d4556b3b071" providerId="LiveId" clId="{D0A51F83-B713-4A4D-8105-C75936B8E1D2}" dt="2026-07-16T05:04:28.160" v="3829" actId="22"/>
          <ac:picMkLst>
            <pc:docMk/>
            <pc:sldMk cId="0" sldId="257"/>
            <ac:picMk id="6" creationId="{4540834F-C1B5-C0F4-3A92-C428D0026EC2}"/>
          </ac:picMkLst>
        </pc:picChg>
        <pc:picChg chg="mod modCrop">
          <ac:chgData name="Owais Ahmed" userId="6abc7d4556b3b071" providerId="LiveId" clId="{D0A51F83-B713-4A4D-8105-C75936B8E1D2}" dt="2026-07-16T05:05:33.587" v="3840" actId="1076"/>
          <ac:picMkLst>
            <pc:docMk/>
            <pc:sldMk cId="0" sldId="257"/>
            <ac:picMk id="7" creationId="{5E1D4FF0-0374-DC5E-5F86-B4DA08745DAC}"/>
          </ac:picMkLst>
        </pc:picChg>
      </pc:sldChg>
      <pc:sldChg chg="addSp modSp add mod setBg modAnim">
        <pc:chgData name="Owais Ahmed" userId="6abc7d4556b3b071" providerId="LiveId" clId="{D0A51F83-B713-4A4D-8105-C75936B8E1D2}" dt="2026-07-13T09:50:59.798" v="651"/>
        <pc:sldMkLst>
          <pc:docMk/>
          <pc:sldMk cId="0" sldId="258"/>
        </pc:sldMkLst>
        <pc:spChg chg="mod">
          <ac:chgData name="Owais Ahmed" userId="6abc7d4556b3b071" providerId="LiveId" clId="{D0A51F83-B713-4A4D-8105-C75936B8E1D2}" dt="2026-07-13T09:40:03.514" v="341" actId="27636"/>
          <ac:spMkLst>
            <pc:docMk/>
            <pc:sldMk cId="0" sldId="258"/>
            <ac:spMk id="3" creationId="{00000000-0000-0000-0000-000000000000}"/>
          </ac:spMkLst>
        </pc:spChg>
        <pc:spChg chg="mod">
          <ac:chgData name="Owais Ahmed" userId="6abc7d4556b3b071" providerId="LiveId" clId="{D0A51F83-B713-4A4D-8105-C75936B8E1D2}" dt="2026-07-13T09:50:23.827" v="641" actId="164"/>
          <ac:spMkLst>
            <pc:docMk/>
            <pc:sldMk cId="0" sldId="258"/>
            <ac:spMk id="4" creationId="{00000000-0000-0000-0000-000000000000}"/>
          </ac:spMkLst>
        </pc:spChg>
        <pc:spChg chg="mod">
          <ac:chgData name="Owais Ahmed" userId="6abc7d4556b3b071" providerId="LiveId" clId="{D0A51F83-B713-4A4D-8105-C75936B8E1D2}" dt="2026-07-13T09:50:23.827" v="641" actId="164"/>
          <ac:spMkLst>
            <pc:docMk/>
            <pc:sldMk cId="0" sldId="258"/>
            <ac:spMk id="5" creationId="{00000000-0000-0000-0000-000000000000}"/>
          </ac:spMkLst>
        </pc:spChg>
        <pc:spChg chg="mod">
          <ac:chgData name="Owais Ahmed" userId="6abc7d4556b3b071" providerId="LiveId" clId="{D0A51F83-B713-4A4D-8105-C75936B8E1D2}" dt="2026-07-13T09:50:23.827" v="641" actId="164"/>
          <ac:spMkLst>
            <pc:docMk/>
            <pc:sldMk cId="0" sldId="258"/>
            <ac:spMk id="6" creationId="{00000000-0000-0000-0000-000000000000}"/>
          </ac:spMkLst>
        </pc:spChg>
        <pc:spChg chg="mod">
          <ac:chgData name="Owais Ahmed" userId="6abc7d4556b3b071" providerId="LiveId" clId="{D0A51F83-B713-4A4D-8105-C75936B8E1D2}" dt="2026-07-13T09:50:23.827" v="641" actId="164"/>
          <ac:spMkLst>
            <pc:docMk/>
            <pc:sldMk cId="0" sldId="258"/>
            <ac:spMk id="7" creationId="{00000000-0000-0000-0000-000000000000}"/>
          </ac:spMkLst>
        </pc:spChg>
        <pc:spChg chg="mod">
          <ac:chgData name="Owais Ahmed" userId="6abc7d4556b3b071" providerId="LiveId" clId="{D0A51F83-B713-4A4D-8105-C75936B8E1D2}" dt="2026-07-13T09:50:29.931" v="642" actId="164"/>
          <ac:spMkLst>
            <pc:docMk/>
            <pc:sldMk cId="0" sldId="258"/>
            <ac:spMk id="8" creationId="{00000000-0000-0000-0000-000000000000}"/>
          </ac:spMkLst>
        </pc:spChg>
        <pc:spChg chg="mod">
          <ac:chgData name="Owais Ahmed" userId="6abc7d4556b3b071" providerId="LiveId" clId="{D0A51F83-B713-4A4D-8105-C75936B8E1D2}" dt="2026-07-13T09:50:29.931" v="642" actId="164"/>
          <ac:spMkLst>
            <pc:docMk/>
            <pc:sldMk cId="0" sldId="258"/>
            <ac:spMk id="9" creationId="{00000000-0000-0000-0000-000000000000}"/>
          </ac:spMkLst>
        </pc:spChg>
        <pc:spChg chg="mod">
          <ac:chgData name="Owais Ahmed" userId="6abc7d4556b3b071" providerId="LiveId" clId="{D0A51F83-B713-4A4D-8105-C75936B8E1D2}" dt="2026-07-13T09:50:29.931" v="642" actId="164"/>
          <ac:spMkLst>
            <pc:docMk/>
            <pc:sldMk cId="0" sldId="258"/>
            <ac:spMk id="10" creationId="{00000000-0000-0000-0000-000000000000}"/>
          </ac:spMkLst>
        </pc:spChg>
        <pc:spChg chg="mod">
          <ac:chgData name="Owais Ahmed" userId="6abc7d4556b3b071" providerId="LiveId" clId="{D0A51F83-B713-4A4D-8105-C75936B8E1D2}" dt="2026-07-13T09:50:29.931" v="642" actId="164"/>
          <ac:spMkLst>
            <pc:docMk/>
            <pc:sldMk cId="0" sldId="258"/>
            <ac:spMk id="11" creationId="{00000000-0000-0000-0000-000000000000}"/>
          </ac:spMkLst>
        </pc:spChg>
        <pc:spChg chg="mod">
          <ac:chgData name="Owais Ahmed" userId="6abc7d4556b3b071" providerId="LiveId" clId="{D0A51F83-B713-4A4D-8105-C75936B8E1D2}" dt="2026-07-13T09:50:34.947" v="643" actId="164"/>
          <ac:spMkLst>
            <pc:docMk/>
            <pc:sldMk cId="0" sldId="258"/>
            <ac:spMk id="12" creationId="{00000000-0000-0000-0000-000000000000}"/>
          </ac:spMkLst>
        </pc:spChg>
        <pc:spChg chg="mod">
          <ac:chgData name="Owais Ahmed" userId="6abc7d4556b3b071" providerId="LiveId" clId="{D0A51F83-B713-4A4D-8105-C75936B8E1D2}" dt="2026-07-13T09:50:34.947" v="643" actId="164"/>
          <ac:spMkLst>
            <pc:docMk/>
            <pc:sldMk cId="0" sldId="258"/>
            <ac:spMk id="13" creationId="{00000000-0000-0000-0000-000000000000}"/>
          </ac:spMkLst>
        </pc:spChg>
        <pc:spChg chg="mod">
          <ac:chgData name="Owais Ahmed" userId="6abc7d4556b3b071" providerId="LiveId" clId="{D0A51F83-B713-4A4D-8105-C75936B8E1D2}" dt="2026-07-13T09:50:34.947" v="643" actId="164"/>
          <ac:spMkLst>
            <pc:docMk/>
            <pc:sldMk cId="0" sldId="258"/>
            <ac:spMk id="14" creationId="{00000000-0000-0000-0000-000000000000}"/>
          </ac:spMkLst>
        </pc:spChg>
        <pc:spChg chg="mod">
          <ac:chgData name="Owais Ahmed" userId="6abc7d4556b3b071" providerId="LiveId" clId="{D0A51F83-B713-4A4D-8105-C75936B8E1D2}" dt="2026-07-13T09:50:34.947" v="643" actId="164"/>
          <ac:spMkLst>
            <pc:docMk/>
            <pc:sldMk cId="0" sldId="258"/>
            <ac:spMk id="15" creationId="{00000000-0000-0000-0000-000000000000}"/>
          </ac:spMkLst>
        </pc:spChg>
        <pc:spChg chg="mod">
          <ac:chgData name="Owais Ahmed" userId="6abc7d4556b3b071" providerId="LiveId" clId="{D0A51F83-B713-4A4D-8105-C75936B8E1D2}" dt="2026-07-13T09:43:05.836" v="469" actId="20577"/>
          <ac:spMkLst>
            <pc:docMk/>
            <pc:sldMk cId="0" sldId="258"/>
            <ac:spMk id="16" creationId="{00000000-0000-0000-0000-000000000000}"/>
          </ac:spMkLst>
        </pc:spChg>
        <pc:grpChg chg="add mod">
          <ac:chgData name="Owais Ahmed" userId="6abc7d4556b3b071" providerId="LiveId" clId="{D0A51F83-B713-4A4D-8105-C75936B8E1D2}" dt="2026-07-13T09:50:23.827" v="641" actId="164"/>
          <ac:grpSpMkLst>
            <pc:docMk/>
            <pc:sldMk cId="0" sldId="258"/>
            <ac:grpSpMk id="17" creationId="{C2FA3725-96A2-72A3-BFC3-B1CBD34E0183}"/>
          </ac:grpSpMkLst>
        </pc:grpChg>
        <pc:grpChg chg="add mod">
          <ac:chgData name="Owais Ahmed" userId="6abc7d4556b3b071" providerId="LiveId" clId="{D0A51F83-B713-4A4D-8105-C75936B8E1D2}" dt="2026-07-13T09:50:29.931" v="642" actId="164"/>
          <ac:grpSpMkLst>
            <pc:docMk/>
            <pc:sldMk cId="0" sldId="258"/>
            <ac:grpSpMk id="18" creationId="{B9365FE0-75A9-58F3-68F4-0C3B6FA40820}"/>
          </ac:grpSpMkLst>
        </pc:grpChg>
        <pc:grpChg chg="add mod">
          <ac:chgData name="Owais Ahmed" userId="6abc7d4556b3b071" providerId="LiveId" clId="{D0A51F83-B713-4A4D-8105-C75936B8E1D2}" dt="2026-07-13T09:50:34.947" v="643" actId="164"/>
          <ac:grpSpMkLst>
            <pc:docMk/>
            <pc:sldMk cId="0" sldId="258"/>
            <ac:grpSpMk id="19" creationId="{637B875D-DE5A-1F2E-C8D6-493F78CB46D2}"/>
          </ac:grpSpMkLst>
        </pc:grpChg>
      </pc:sldChg>
      <pc:sldChg chg="addSp delSp modSp add mod setBg modAnim modNotesTx">
        <pc:chgData name="Owais Ahmed" userId="6abc7d4556b3b071" providerId="LiveId" clId="{D0A51F83-B713-4A4D-8105-C75936B8E1D2}" dt="2026-07-16T05:07:37.132" v="3904"/>
        <pc:sldMkLst>
          <pc:docMk/>
          <pc:sldMk cId="0" sldId="259"/>
        </pc:sldMkLst>
        <pc:spChg chg="mod">
          <ac:chgData name="Owais Ahmed" userId="6abc7d4556b3b071" providerId="LiveId" clId="{D0A51F83-B713-4A4D-8105-C75936B8E1D2}" dt="2026-07-13T09:40:19.772" v="346" actId="27636"/>
          <ac:spMkLst>
            <pc:docMk/>
            <pc:sldMk cId="0" sldId="259"/>
            <ac:spMk id="3" creationId="{00000000-0000-0000-0000-000000000000}"/>
          </ac:spMkLst>
        </pc:spChg>
        <pc:spChg chg="mod">
          <ac:chgData name="Owais Ahmed" userId="6abc7d4556b3b071" providerId="LiveId" clId="{D0A51F83-B713-4A4D-8105-C75936B8E1D2}" dt="2026-07-13T09:42:19.020" v="446" actId="207"/>
          <ac:spMkLst>
            <pc:docMk/>
            <pc:sldMk cId="0" sldId="259"/>
            <ac:spMk id="5" creationId="{00000000-0000-0000-0000-000000000000}"/>
          </ac:spMkLst>
        </pc:spChg>
        <pc:spChg chg="mod">
          <ac:chgData name="Owais Ahmed" userId="6abc7d4556b3b071" providerId="LiveId" clId="{D0A51F83-B713-4A4D-8105-C75936B8E1D2}" dt="2026-07-13T09:45:25.311" v="524" actId="20577"/>
          <ac:spMkLst>
            <pc:docMk/>
            <pc:sldMk cId="0" sldId="259"/>
            <ac:spMk id="7" creationId="{00000000-0000-0000-0000-000000000000}"/>
          </ac:spMkLst>
        </pc:spChg>
        <pc:spChg chg="mod">
          <ac:chgData name="Owais Ahmed" userId="6abc7d4556b3b071" providerId="LiveId" clId="{D0A51F83-B713-4A4D-8105-C75936B8E1D2}" dt="2026-07-13T09:44:59.558" v="505" actId="20577"/>
          <ac:spMkLst>
            <pc:docMk/>
            <pc:sldMk cId="0" sldId="259"/>
            <ac:spMk id="9" creationId="{00000000-0000-0000-0000-000000000000}"/>
          </ac:spMkLst>
        </pc:spChg>
        <pc:spChg chg="mod">
          <ac:chgData name="Owais Ahmed" userId="6abc7d4556b3b071" providerId="LiveId" clId="{D0A51F83-B713-4A4D-8105-C75936B8E1D2}" dt="2026-07-13T09:45:36.408" v="530" actId="20577"/>
          <ac:spMkLst>
            <pc:docMk/>
            <pc:sldMk cId="0" sldId="259"/>
            <ac:spMk id="11" creationId="{00000000-0000-0000-0000-000000000000}"/>
          </ac:spMkLst>
        </pc:spChg>
        <pc:spChg chg="mod">
          <ac:chgData name="Owais Ahmed" userId="6abc7d4556b3b071" providerId="LiveId" clId="{D0A51F83-B713-4A4D-8105-C75936B8E1D2}" dt="2026-07-16T05:07:33.948" v="3903" actId="164"/>
          <ac:spMkLst>
            <pc:docMk/>
            <pc:sldMk cId="0" sldId="259"/>
            <ac:spMk id="13" creationId="{00000000-0000-0000-0000-000000000000}"/>
          </ac:spMkLst>
        </pc:spChg>
        <pc:spChg chg="mod">
          <ac:chgData name="Owais Ahmed" userId="6abc7d4556b3b071" providerId="LiveId" clId="{D0A51F83-B713-4A4D-8105-C75936B8E1D2}" dt="2026-07-16T05:07:33.948" v="3903" actId="164"/>
          <ac:spMkLst>
            <pc:docMk/>
            <pc:sldMk cId="0" sldId="259"/>
            <ac:spMk id="14" creationId="{00000000-0000-0000-0000-000000000000}"/>
          </ac:spMkLst>
        </pc:spChg>
        <pc:grpChg chg="add mod">
          <ac:chgData name="Owais Ahmed" userId="6abc7d4556b3b071" providerId="LiveId" clId="{D0A51F83-B713-4A4D-8105-C75936B8E1D2}" dt="2026-07-16T05:07:33.948" v="3903" actId="164"/>
          <ac:grpSpMkLst>
            <pc:docMk/>
            <pc:sldMk cId="0" sldId="259"/>
            <ac:grpSpMk id="4" creationId="{2F386D63-C854-08EB-A461-3933F1EA1B49}"/>
          </ac:grpSpMkLst>
        </pc:grpChg>
      </pc:sldChg>
      <pc:sldChg chg="addSp modSp add mod setBg addAnim delAnim modAnim modNotesTx">
        <pc:chgData name="Owais Ahmed" userId="6abc7d4556b3b071" providerId="LiveId" clId="{D0A51F83-B713-4A4D-8105-C75936B8E1D2}" dt="2026-07-13T09:49:41.724" v="639" actId="6549"/>
        <pc:sldMkLst>
          <pc:docMk/>
          <pc:sldMk cId="0" sldId="260"/>
        </pc:sldMkLst>
        <pc:spChg chg="mod">
          <ac:chgData name="Owais Ahmed" userId="6abc7d4556b3b071" providerId="LiveId" clId="{D0A51F83-B713-4A4D-8105-C75936B8E1D2}" dt="2026-07-13T09:40:19.800" v="353" actId="27636"/>
          <ac:spMkLst>
            <pc:docMk/>
            <pc:sldMk cId="0" sldId="260"/>
            <ac:spMk id="3" creationId="{00000000-0000-0000-0000-000000000000}"/>
          </ac:spMkLst>
        </pc:spChg>
        <pc:spChg chg="mod">
          <ac:chgData name="Owais Ahmed" userId="6abc7d4556b3b071" providerId="LiveId" clId="{D0A51F83-B713-4A4D-8105-C75936B8E1D2}" dt="2026-07-13T09:46:11.917" v="533" actId="164"/>
          <ac:spMkLst>
            <pc:docMk/>
            <pc:sldMk cId="0" sldId="260"/>
            <ac:spMk id="4" creationId="{00000000-0000-0000-0000-000000000000}"/>
          </ac:spMkLst>
        </pc:spChg>
        <pc:spChg chg="mod">
          <ac:chgData name="Owais Ahmed" userId="6abc7d4556b3b071" providerId="LiveId" clId="{D0A51F83-B713-4A4D-8105-C75936B8E1D2}" dt="2026-07-13T09:46:11.917" v="533" actId="164"/>
          <ac:spMkLst>
            <pc:docMk/>
            <pc:sldMk cId="0" sldId="260"/>
            <ac:spMk id="5" creationId="{00000000-0000-0000-0000-000000000000}"/>
          </ac:spMkLst>
        </pc:spChg>
        <pc:spChg chg="mod">
          <ac:chgData name="Owais Ahmed" userId="6abc7d4556b3b071" providerId="LiveId" clId="{D0A51F83-B713-4A4D-8105-C75936B8E1D2}" dt="2026-07-13T09:46:11.917" v="533" actId="164"/>
          <ac:spMkLst>
            <pc:docMk/>
            <pc:sldMk cId="0" sldId="260"/>
            <ac:spMk id="6" creationId="{00000000-0000-0000-0000-000000000000}"/>
          </ac:spMkLst>
        </pc:spChg>
        <pc:spChg chg="mod">
          <ac:chgData name="Owais Ahmed" userId="6abc7d4556b3b071" providerId="LiveId" clId="{D0A51F83-B713-4A4D-8105-C75936B8E1D2}" dt="2026-07-13T09:46:11.917" v="533" actId="164"/>
          <ac:spMkLst>
            <pc:docMk/>
            <pc:sldMk cId="0" sldId="260"/>
            <ac:spMk id="7" creationId="{00000000-0000-0000-0000-000000000000}"/>
          </ac:spMkLst>
        </pc:spChg>
        <pc:spChg chg="mod">
          <ac:chgData name="Owais Ahmed" userId="6abc7d4556b3b071" providerId="LiveId" clId="{D0A51F83-B713-4A4D-8105-C75936B8E1D2}" dt="2026-07-13T09:46:11.917" v="533" actId="164"/>
          <ac:spMkLst>
            <pc:docMk/>
            <pc:sldMk cId="0" sldId="260"/>
            <ac:spMk id="8" creationId="{00000000-0000-0000-0000-000000000000}"/>
          </ac:spMkLst>
        </pc:spChg>
        <pc:spChg chg="mod">
          <ac:chgData name="Owais Ahmed" userId="6abc7d4556b3b071" providerId="LiveId" clId="{D0A51F83-B713-4A4D-8105-C75936B8E1D2}" dt="2026-07-13T09:46:11.917" v="533" actId="164"/>
          <ac:spMkLst>
            <pc:docMk/>
            <pc:sldMk cId="0" sldId="260"/>
            <ac:spMk id="9" creationId="{00000000-0000-0000-0000-000000000000}"/>
          </ac:spMkLst>
        </pc:spChg>
        <pc:spChg chg="mod">
          <ac:chgData name="Owais Ahmed" userId="6abc7d4556b3b071" providerId="LiveId" clId="{D0A51F83-B713-4A4D-8105-C75936B8E1D2}" dt="2026-07-13T09:46:11.917" v="533" actId="164"/>
          <ac:spMkLst>
            <pc:docMk/>
            <pc:sldMk cId="0" sldId="260"/>
            <ac:spMk id="10" creationId="{00000000-0000-0000-0000-000000000000}"/>
          </ac:spMkLst>
        </pc:spChg>
        <pc:spChg chg="mod">
          <ac:chgData name="Owais Ahmed" userId="6abc7d4556b3b071" providerId="LiveId" clId="{D0A51F83-B713-4A4D-8105-C75936B8E1D2}" dt="2026-07-13T09:47:27.885" v="582" actId="164"/>
          <ac:spMkLst>
            <pc:docMk/>
            <pc:sldMk cId="0" sldId="260"/>
            <ac:spMk id="12" creationId="{00000000-0000-0000-0000-000000000000}"/>
          </ac:spMkLst>
        </pc:spChg>
        <pc:spChg chg="mod">
          <ac:chgData name="Owais Ahmed" userId="6abc7d4556b3b071" providerId="LiveId" clId="{D0A51F83-B713-4A4D-8105-C75936B8E1D2}" dt="2026-07-13T09:47:27.885" v="582" actId="164"/>
          <ac:spMkLst>
            <pc:docMk/>
            <pc:sldMk cId="0" sldId="260"/>
            <ac:spMk id="13" creationId="{00000000-0000-0000-0000-000000000000}"/>
          </ac:spMkLst>
        </pc:spChg>
        <pc:spChg chg="mod">
          <ac:chgData name="Owais Ahmed" userId="6abc7d4556b3b071" providerId="LiveId" clId="{D0A51F83-B713-4A4D-8105-C75936B8E1D2}" dt="2026-07-13T09:47:34.909" v="583" actId="164"/>
          <ac:spMkLst>
            <pc:docMk/>
            <pc:sldMk cId="0" sldId="260"/>
            <ac:spMk id="14" creationId="{00000000-0000-0000-0000-000000000000}"/>
          </ac:spMkLst>
        </pc:spChg>
        <pc:spChg chg="mod">
          <ac:chgData name="Owais Ahmed" userId="6abc7d4556b3b071" providerId="LiveId" clId="{D0A51F83-B713-4A4D-8105-C75936B8E1D2}" dt="2026-07-13T09:47:34.909" v="583" actId="164"/>
          <ac:spMkLst>
            <pc:docMk/>
            <pc:sldMk cId="0" sldId="260"/>
            <ac:spMk id="15" creationId="{00000000-0000-0000-0000-000000000000}"/>
          </ac:spMkLst>
        </pc:spChg>
        <pc:spChg chg="mod">
          <ac:chgData name="Owais Ahmed" userId="6abc7d4556b3b071" providerId="LiveId" clId="{D0A51F83-B713-4A4D-8105-C75936B8E1D2}" dt="2026-07-13T09:47:39.751" v="584" actId="164"/>
          <ac:spMkLst>
            <pc:docMk/>
            <pc:sldMk cId="0" sldId="260"/>
            <ac:spMk id="16" creationId="{00000000-0000-0000-0000-000000000000}"/>
          </ac:spMkLst>
        </pc:spChg>
        <pc:spChg chg="mod">
          <ac:chgData name="Owais Ahmed" userId="6abc7d4556b3b071" providerId="LiveId" clId="{D0A51F83-B713-4A4D-8105-C75936B8E1D2}" dt="2026-07-13T09:47:39.751" v="584" actId="164"/>
          <ac:spMkLst>
            <pc:docMk/>
            <pc:sldMk cId="0" sldId="260"/>
            <ac:spMk id="17" creationId="{00000000-0000-0000-0000-000000000000}"/>
          </ac:spMkLst>
        </pc:spChg>
        <pc:spChg chg="mod">
          <ac:chgData name="Owais Ahmed" userId="6abc7d4556b3b071" providerId="LiveId" clId="{D0A51F83-B713-4A4D-8105-C75936B8E1D2}" dt="2026-07-13T09:47:43.573" v="585" actId="164"/>
          <ac:spMkLst>
            <pc:docMk/>
            <pc:sldMk cId="0" sldId="260"/>
            <ac:spMk id="18" creationId="{00000000-0000-0000-0000-000000000000}"/>
          </ac:spMkLst>
        </pc:spChg>
        <pc:spChg chg="mod">
          <ac:chgData name="Owais Ahmed" userId="6abc7d4556b3b071" providerId="LiveId" clId="{D0A51F83-B713-4A4D-8105-C75936B8E1D2}" dt="2026-07-13T09:47:43.573" v="585" actId="164"/>
          <ac:spMkLst>
            <pc:docMk/>
            <pc:sldMk cId="0" sldId="260"/>
            <ac:spMk id="19" creationId="{00000000-0000-0000-0000-000000000000}"/>
          </ac:spMkLst>
        </pc:spChg>
        <pc:spChg chg="mod">
          <ac:chgData name="Owais Ahmed" userId="6abc7d4556b3b071" providerId="LiveId" clId="{D0A51F83-B713-4A4D-8105-C75936B8E1D2}" dt="2026-07-13T09:47:46.732" v="586" actId="164"/>
          <ac:spMkLst>
            <pc:docMk/>
            <pc:sldMk cId="0" sldId="260"/>
            <ac:spMk id="20" creationId="{00000000-0000-0000-0000-000000000000}"/>
          </ac:spMkLst>
        </pc:spChg>
        <pc:spChg chg="mod">
          <ac:chgData name="Owais Ahmed" userId="6abc7d4556b3b071" providerId="LiveId" clId="{D0A51F83-B713-4A4D-8105-C75936B8E1D2}" dt="2026-07-13T09:47:46.732" v="586" actId="164"/>
          <ac:spMkLst>
            <pc:docMk/>
            <pc:sldMk cId="0" sldId="260"/>
            <ac:spMk id="21" creationId="{00000000-0000-0000-0000-000000000000}"/>
          </ac:spMkLst>
        </pc:spChg>
        <pc:spChg chg="mod">
          <ac:chgData name="Owais Ahmed" userId="6abc7d4556b3b071" providerId="LiveId" clId="{D0A51F83-B713-4A4D-8105-C75936B8E1D2}" dt="2026-07-13T09:47:50.421" v="587" actId="164"/>
          <ac:spMkLst>
            <pc:docMk/>
            <pc:sldMk cId="0" sldId="260"/>
            <ac:spMk id="22" creationId="{00000000-0000-0000-0000-000000000000}"/>
          </ac:spMkLst>
        </pc:spChg>
        <pc:spChg chg="mod">
          <ac:chgData name="Owais Ahmed" userId="6abc7d4556b3b071" providerId="LiveId" clId="{D0A51F83-B713-4A4D-8105-C75936B8E1D2}" dt="2026-07-13T09:47:50.421" v="587" actId="164"/>
          <ac:spMkLst>
            <pc:docMk/>
            <pc:sldMk cId="0" sldId="260"/>
            <ac:spMk id="23" creationId="{00000000-0000-0000-0000-000000000000}"/>
          </ac:spMkLst>
        </pc:spChg>
        <pc:spChg chg="mod">
          <ac:chgData name="Owais Ahmed" userId="6abc7d4556b3b071" providerId="LiveId" clId="{D0A51F83-B713-4A4D-8105-C75936B8E1D2}" dt="2026-07-13T09:47:54.262" v="588" actId="164"/>
          <ac:spMkLst>
            <pc:docMk/>
            <pc:sldMk cId="0" sldId="260"/>
            <ac:spMk id="24" creationId="{00000000-0000-0000-0000-000000000000}"/>
          </ac:spMkLst>
        </pc:spChg>
        <pc:spChg chg="mod">
          <ac:chgData name="Owais Ahmed" userId="6abc7d4556b3b071" providerId="LiveId" clId="{D0A51F83-B713-4A4D-8105-C75936B8E1D2}" dt="2026-07-13T09:47:54.262" v="588" actId="164"/>
          <ac:spMkLst>
            <pc:docMk/>
            <pc:sldMk cId="0" sldId="260"/>
            <ac:spMk id="25" creationId="{00000000-0000-0000-0000-000000000000}"/>
          </ac:spMkLst>
        </pc:spChg>
        <pc:spChg chg="mod">
          <ac:chgData name="Owais Ahmed" userId="6abc7d4556b3b071" providerId="LiveId" clId="{D0A51F83-B713-4A4D-8105-C75936B8E1D2}" dt="2026-07-13T09:47:57.421" v="589" actId="164"/>
          <ac:spMkLst>
            <pc:docMk/>
            <pc:sldMk cId="0" sldId="260"/>
            <ac:spMk id="26" creationId="{00000000-0000-0000-0000-000000000000}"/>
          </ac:spMkLst>
        </pc:spChg>
        <pc:spChg chg="mod">
          <ac:chgData name="Owais Ahmed" userId="6abc7d4556b3b071" providerId="LiveId" clId="{D0A51F83-B713-4A4D-8105-C75936B8E1D2}" dt="2026-07-13T09:47:57.421" v="589" actId="164"/>
          <ac:spMkLst>
            <pc:docMk/>
            <pc:sldMk cId="0" sldId="260"/>
            <ac:spMk id="27" creationId="{00000000-0000-0000-0000-000000000000}"/>
          </ac:spMkLst>
        </pc:spChg>
        <pc:spChg chg="mod">
          <ac:chgData name="Owais Ahmed" userId="6abc7d4556b3b071" providerId="LiveId" clId="{D0A51F83-B713-4A4D-8105-C75936B8E1D2}" dt="2026-07-13T09:48:00.820" v="590" actId="164"/>
          <ac:spMkLst>
            <pc:docMk/>
            <pc:sldMk cId="0" sldId="260"/>
            <ac:spMk id="28" creationId="{00000000-0000-0000-0000-000000000000}"/>
          </ac:spMkLst>
        </pc:spChg>
        <pc:spChg chg="mod">
          <ac:chgData name="Owais Ahmed" userId="6abc7d4556b3b071" providerId="LiveId" clId="{D0A51F83-B713-4A4D-8105-C75936B8E1D2}" dt="2026-07-13T09:48:00.820" v="590" actId="164"/>
          <ac:spMkLst>
            <pc:docMk/>
            <pc:sldMk cId="0" sldId="260"/>
            <ac:spMk id="29" creationId="{00000000-0000-0000-0000-000000000000}"/>
          </ac:spMkLst>
        </pc:spChg>
        <pc:spChg chg="mod">
          <ac:chgData name="Owais Ahmed" userId="6abc7d4556b3b071" providerId="LiveId" clId="{D0A51F83-B713-4A4D-8105-C75936B8E1D2}" dt="2026-07-13T09:49:18.084" v="636" actId="20577"/>
          <ac:spMkLst>
            <pc:docMk/>
            <pc:sldMk cId="0" sldId="260"/>
            <ac:spMk id="30" creationId="{00000000-0000-0000-0000-000000000000}"/>
          </ac:spMkLst>
        </pc:spChg>
        <pc:grpChg chg="add mod">
          <ac:chgData name="Owais Ahmed" userId="6abc7d4556b3b071" providerId="LiveId" clId="{D0A51F83-B713-4A4D-8105-C75936B8E1D2}" dt="2026-07-13T09:46:11.917" v="533" actId="164"/>
          <ac:grpSpMkLst>
            <pc:docMk/>
            <pc:sldMk cId="0" sldId="260"/>
            <ac:grpSpMk id="31" creationId="{74A36ADC-BF86-0993-5F7B-53FCC3C99E13}"/>
          </ac:grpSpMkLst>
        </pc:grpChg>
        <pc:grpChg chg="add mod">
          <ac:chgData name="Owais Ahmed" userId="6abc7d4556b3b071" providerId="LiveId" clId="{D0A51F83-B713-4A4D-8105-C75936B8E1D2}" dt="2026-07-13T09:47:27.885" v="582" actId="164"/>
          <ac:grpSpMkLst>
            <pc:docMk/>
            <pc:sldMk cId="0" sldId="260"/>
            <ac:grpSpMk id="32" creationId="{1DBB0B48-31B1-FFE7-89AE-290CC75AEDF6}"/>
          </ac:grpSpMkLst>
        </pc:grpChg>
        <pc:grpChg chg="add mod">
          <ac:chgData name="Owais Ahmed" userId="6abc7d4556b3b071" providerId="LiveId" clId="{D0A51F83-B713-4A4D-8105-C75936B8E1D2}" dt="2026-07-13T09:47:34.909" v="583" actId="164"/>
          <ac:grpSpMkLst>
            <pc:docMk/>
            <pc:sldMk cId="0" sldId="260"/>
            <ac:grpSpMk id="33" creationId="{5C21F494-3413-77DD-E25F-9218BDD4F78B}"/>
          </ac:grpSpMkLst>
        </pc:grpChg>
        <pc:grpChg chg="add mod">
          <ac:chgData name="Owais Ahmed" userId="6abc7d4556b3b071" providerId="LiveId" clId="{D0A51F83-B713-4A4D-8105-C75936B8E1D2}" dt="2026-07-13T09:47:39.751" v="584" actId="164"/>
          <ac:grpSpMkLst>
            <pc:docMk/>
            <pc:sldMk cId="0" sldId="260"/>
            <ac:grpSpMk id="34" creationId="{8EB3A0A0-A5CA-78B7-58D0-6C01AE013FCB}"/>
          </ac:grpSpMkLst>
        </pc:grpChg>
        <pc:grpChg chg="add mod">
          <ac:chgData name="Owais Ahmed" userId="6abc7d4556b3b071" providerId="LiveId" clId="{D0A51F83-B713-4A4D-8105-C75936B8E1D2}" dt="2026-07-13T09:47:43.573" v="585" actId="164"/>
          <ac:grpSpMkLst>
            <pc:docMk/>
            <pc:sldMk cId="0" sldId="260"/>
            <ac:grpSpMk id="35" creationId="{82102BFC-0AF7-C536-0445-CA26DF33AD6C}"/>
          </ac:grpSpMkLst>
        </pc:grpChg>
        <pc:grpChg chg="add mod">
          <ac:chgData name="Owais Ahmed" userId="6abc7d4556b3b071" providerId="LiveId" clId="{D0A51F83-B713-4A4D-8105-C75936B8E1D2}" dt="2026-07-13T09:47:46.732" v="586" actId="164"/>
          <ac:grpSpMkLst>
            <pc:docMk/>
            <pc:sldMk cId="0" sldId="260"/>
            <ac:grpSpMk id="36" creationId="{14833C69-12E6-14C5-8F9F-1EF820B2C874}"/>
          </ac:grpSpMkLst>
        </pc:grpChg>
        <pc:grpChg chg="add mod">
          <ac:chgData name="Owais Ahmed" userId="6abc7d4556b3b071" providerId="LiveId" clId="{D0A51F83-B713-4A4D-8105-C75936B8E1D2}" dt="2026-07-13T09:47:50.421" v="587" actId="164"/>
          <ac:grpSpMkLst>
            <pc:docMk/>
            <pc:sldMk cId="0" sldId="260"/>
            <ac:grpSpMk id="37" creationId="{59DC6C20-3EA8-FB81-9837-706BCA19997C}"/>
          </ac:grpSpMkLst>
        </pc:grpChg>
        <pc:grpChg chg="add mod">
          <ac:chgData name="Owais Ahmed" userId="6abc7d4556b3b071" providerId="LiveId" clId="{D0A51F83-B713-4A4D-8105-C75936B8E1D2}" dt="2026-07-13T09:47:54.262" v="588" actId="164"/>
          <ac:grpSpMkLst>
            <pc:docMk/>
            <pc:sldMk cId="0" sldId="260"/>
            <ac:grpSpMk id="38" creationId="{CB881F3F-28C5-3966-107E-A861EE89A55E}"/>
          </ac:grpSpMkLst>
        </pc:grpChg>
        <pc:grpChg chg="add mod">
          <ac:chgData name="Owais Ahmed" userId="6abc7d4556b3b071" providerId="LiveId" clId="{D0A51F83-B713-4A4D-8105-C75936B8E1D2}" dt="2026-07-13T09:47:57.421" v="589" actId="164"/>
          <ac:grpSpMkLst>
            <pc:docMk/>
            <pc:sldMk cId="0" sldId="260"/>
            <ac:grpSpMk id="39" creationId="{F349BBC3-83FA-FCE1-49E5-B79EAA90F4AA}"/>
          </ac:grpSpMkLst>
        </pc:grpChg>
        <pc:grpChg chg="add mod">
          <ac:chgData name="Owais Ahmed" userId="6abc7d4556b3b071" providerId="LiveId" clId="{D0A51F83-B713-4A4D-8105-C75936B8E1D2}" dt="2026-07-13T09:48:00.820" v="590" actId="164"/>
          <ac:grpSpMkLst>
            <pc:docMk/>
            <pc:sldMk cId="0" sldId="260"/>
            <ac:grpSpMk id="40" creationId="{755E5509-D23B-05AB-27CD-325E04AE12AA}"/>
          </ac:grpSpMkLst>
        </pc:grpChg>
      </pc:sldChg>
      <pc:sldChg chg="addSp delSp modSp add mod setBg modAnim modNotesTx">
        <pc:chgData name="Owais Ahmed" userId="6abc7d4556b3b071" providerId="LiveId" clId="{D0A51F83-B713-4A4D-8105-C75936B8E1D2}" dt="2026-07-13T09:55:36.681" v="796" actId="6549"/>
        <pc:sldMkLst>
          <pc:docMk/>
          <pc:sldMk cId="0" sldId="261"/>
        </pc:sldMkLst>
        <pc:spChg chg="mod">
          <ac:chgData name="Owais Ahmed" userId="6abc7d4556b3b071" providerId="LiveId" clId="{D0A51F83-B713-4A4D-8105-C75936B8E1D2}" dt="2026-07-13T09:52:43.322" v="672" actId="1076"/>
          <ac:spMkLst>
            <pc:docMk/>
            <pc:sldMk cId="0" sldId="261"/>
            <ac:spMk id="3" creationId="{00000000-0000-0000-0000-000000000000}"/>
          </ac:spMkLst>
        </pc:spChg>
        <pc:spChg chg="mod">
          <ac:chgData name="Owais Ahmed" userId="6abc7d4556b3b071" providerId="LiveId" clId="{D0A51F83-B713-4A4D-8105-C75936B8E1D2}" dt="2026-07-13T09:53:12.787" v="677" actId="207"/>
          <ac:spMkLst>
            <pc:docMk/>
            <pc:sldMk cId="0" sldId="261"/>
            <ac:spMk id="4" creationId="{00000000-0000-0000-0000-000000000000}"/>
          </ac:spMkLst>
        </pc:spChg>
        <pc:spChg chg="mod">
          <ac:chgData name="Owais Ahmed" userId="6abc7d4556b3b071" providerId="LiveId" clId="{D0A51F83-B713-4A4D-8105-C75936B8E1D2}" dt="2026-07-13T09:53:55.017" v="688" actId="6549"/>
          <ac:spMkLst>
            <pc:docMk/>
            <pc:sldMk cId="0" sldId="261"/>
            <ac:spMk id="5" creationId="{00000000-0000-0000-0000-000000000000}"/>
          </ac:spMkLst>
        </pc:spChg>
        <pc:spChg chg="mod">
          <ac:chgData name="Owais Ahmed" userId="6abc7d4556b3b071" providerId="LiveId" clId="{D0A51F83-B713-4A4D-8105-C75936B8E1D2}" dt="2026-07-13T09:53:21.763" v="679" actId="207"/>
          <ac:spMkLst>
            <pc:docMk/>
            <pc:sldMk cId="0" sldId="261"/>
            <ac:spMk id="7" creationId="{00000000-0000-0000-0000-000000000000}"/>
          </ac:spMkLst>
        </pc:spChg>
        <pc:spChg chg="add mod">
          <ac:chgData name="Owais Ahmed" userId="6abc7d4556b3b071" providerId="LiveId" clId="{D0A51F83-B713-4A4D-8105-C75936B8E1D2}" dt="2026-07-13T09:52:48.355" v="674" actId="1076"/>
          <ac:spMkLst>
            <pc:docMk/>
            <pc:sldMk cId="0" sldId="261"/>
            <ac:spMk id="9" creationId="{6E17058C-2E23-5A89-14F9-AAF82760FA17}"/>
          </ac:spMkLst>
        </pc:spChg>
        <pc:spChg chg="add mod">
          <ac:chgData name="Owais Ahmed" userId="6abc7d4556b3b071" providerId="LiveId" clId="{D0A51F83-B713-4A4D-8105-C75936B8E1D2}" dt="2026-07-13T09:54:42.665" v="755" actId="113"/>
          <ac:spMkLst>
            <pc:docMk/>
            <pc:sldMk cId="0" sldId="261"/>
            <ac:spMk id="10" creationId="{0309A857-B866-3E35-7A83-F844B423369A}"/>
          </ac:spMkLst>
        </pc:spChg>
      </pc:sldChg>
      <pc:sldChg chg="addSp delSp modSp add mod setBg modAnim modNotesTx">
        <pc:chgData name="Owais Ahmed" userId="6abc7d4556b3b071" providerId="LiveId" clId="{D0A51F83-B713-4A4D-8105-C75936B8E1D2}" dt="2026-07-14T07:46:57.599" v="2215" actId="207"/>
        <pc:sldMkLst>
          <pc:docMk/>
          <pc:sldMk cId="0" sldId="262"/>
        </pc:sldMkLst>
        <pc:spChg chg="mod">
          <ac:chgData name="Owais Ahmed" userId="6abc7d4556b3b071" providerId="LiveId" clId="{D0A51F83-B713-4A4D-8105-C75936B8E1D2}" dt="2026-07-13T09:40:19.809" v="357" actId="27636"/>
          <ac:spMkLst>
            <pc:docMk/>
            <pc:sldMk cId="0" sldId="262"/>
            <ac:spMk id="2" creationId="{00000000-0000-0000-0000-000000000000}"/>
          </ac:spMkLst>
        </pc:spChg>
        <pc:spChg chg="mod">
          <ac:chgData name="Owais Ahmed" userId="6abc7d4556b3b071" providerId="LiveId" clId="{D0A51F83-B713-4A4D-8105-C75936B8E1D2}" dt="2026-07-14T07:46:57.599" v="2215" actId="207"/>
          <ac:spMkLst>
            <pc:docMk/>
            <pc:sldMk cId="0" sldId="262"/>
            <ac:spMk id="4" creationId="{00000000-0000-0000-0000-000000000000}"/>
          </ac:spMkLst>
        </pc:spChg>
        <pc:spChg chg="add mod">
          <ac:chgData name="Owais Ahmed" userId="6abc7d4556b3b071" providerId="LiveId" clId="{D0A51F83-B713-4A4D-8105-C75936B8E1D2}" dt="2026-07-13T09:56:09.127" v="812" actId="20577"/>
          <ac:spMkLst>
            <pc:docMk/>
            <pc:sldMk cId="0" sldId="262"/>
            <ac:spMk id="7" creationId="{471E9E78-BD8D-94AB-14B0-D4FB6CCAD43A}"/>
          </ac:spMkLst>
        </pc:spChg>
        <pc:spChg chg="add mod">
          <ac:chgData name="Owais Ahmed" userId="6abc7d4556b3b071" providerId="LiveId" clId="{D0A51F83-B713-4A4D-8105-C75936B8E1D2}" dt="2026-07-13T09:56:25.712" v="827" actId="20577"/>
          <ac:spMkLst>
            <pc:docMk/>
            <pc:sldMk cId="0" sldId="262"/>
            <ac:spMk id="9" creationId="{BEC462A2-7E1C-1929-D9B1-6E4F02071458}"/>
          </ac:spMkLst>
        </pc:spChg>
      </pc:sldChg>
      <pc:sldChg chg="modSp add mod setBg modAnim">
        <pc:chgData name="Owais Ahmed" userId="6abc7d4556b3b071" providerId="LiveId" clId="{D0A51F83-B713-4A4D-8105-C75936B8E1D2}" dt="2026-07-14T10:54:44.453" v="2681"/>
        <pc:sldMkLst>
          <pc:docMk/>
          <pc:sldMk cId="0" sldId="263"/>
        </pc:sldMkLst>
        <pc:spChg chg="mod">
          <ac:chgData name="Owais Ahmed" userId="6abc7d4556b3b071" providerId="LiveId" clId="{D0A51F83-B713-4A4D-8105-C75936B8E1D2}" dt="2026-07-13T09:57:23.055" v="836" actId="6549"/>
          <ac:spMkLst>
            <pc:docMk/>
            <pc:sldMk cId="0" sldId="263"/>
            <ac:spMk id="2" creationId="{00000000-0000-0000-0000-000000000000}"/>
          </ac:spMkLst>
        </pc:spChg>
        <pc:spChg chg="mod">
          <ac:chgData name="Owais Ahmed" userId="6abc7d4556b3b071" providerId="LiveId" clId="{D0A51F83-B713-4A4D-8105-C75936B8E1D2}" dt="2026-07-13T09:58:17.863" v="887" actId="14100"/>
          <ac:spMkLst>
            <pc:docMk/>
            <pc:sldMk cId="0" sldId="263"/>
            <ac:spMk id="6" creationId="{00000000-0000-0000-0000-000000000000}"/>
          </ac:spMkLst>
        </pc:spChg>
        <pc:spChg chg="mod">
          <ac:chgData name="Owais Ahmed" userId="6abc7d4556b3b071" providerId="LiveId" clId="{D0A51F83-B713-4A4D-8105-C75936B8E1D2}" dt="2026-07-13T10:00:30.981" v="950" actId="14100"/>
          <ac:spMkLst>
            <pc:docMk/>
            <pc:sldMk cId="0" sldId="263"/>
            <ac:spMk id="7" creationId="{00000000-0000-0000-0000-000000000000}"/>
          </ac:spMkLst>
        </pc:spChg>
        <pc:spChg chg="mod">
          <ac:chgData name="Owais Ahmed" userId="6abc7d4556b3b071" providerId="LiveId" clId="{D0A51F83-B713-4A4D-8105-C75936B8E1D2}" dt="2026-07-13T10:00:30.981" v="950" actId="14100"/>
          <ac:spMkLst>
            <pc:docMk/>
            <pc:sldMk cId="0" sldId="263"/>
            <ac:spMk id="8" creationId="{00000000-0000-0000-0000-000000000000}"/>
          </ac:spMkLst>
        </pc:spChg>
        <pc:spChg chg="mod">
          <ac:chgData name="Owais Ahmed" userId="6abc7d4556b3b071" providerId="LiveId" clId="{D0A51F83-B713-4A4D-8105-C75936B8E1D2}" dt="2026-07-13T10:00:30.981" v="950" actId="14100"/>
          <ac:spMkLst>
            <pc:docMk/>
            <pc:sldMk cId="0" sldId="263"/>
            <ac:spMk id="9" creationId="{00000000-0000-0000-0000-000000000000}"/>
          </ac:spMkLst>
        </pc:spChg>
        <pc:spChg chg="mod">
          <ac:chgData name="Owais Ahmed" userId="6abc7d4556b3b071" providerId="LiveId" clId="{D0A51F83-B713-4A4D-8105-C75936B8E1D2}" dt="2026-07-13T10:00:30.981" v="950" actId="14100"/>
          <ac:spMkLst>
            <pc:docMk/>
            <pc:sldMk cId="0" sldId="263"/>
            <ac:spMk id="10" creationId="{00000000-0000-0000-0000-000000000000}"/>
          </ac:spMkLst>
        </pc:spChg>
        <pc:spChg chg="mod">
          <ac:chgData name="Owais Ahmed" userId="6abc7d4556b3b071" providerId="LiveId" clId="{D0A51F83-B713-4A4D-8105-C75936B8E1D2}" dt="2026-07-13T10:01:54.172" v="979" actId="20577"/>
          <ac:spMkLst>
            <pc:docMk/>
            <pc:sldMk cId="0" sldId="263"/>
            <ac:spMk id="11" creationId="{00000000-0000-0000-0000-000000000000}"/>
          </ac:spMkLst>
        </pc:spChg>
        <pc:spChg chg="mod">
          <ac:chgData name="Owais Ahmed" userId="6abc7d4556b3b071" providerId="LiveId" clId="{D0A51F83-B713-4A4D-8105-C75936B8E1D2}" dt="2026-07-13T09:58:17.863" v="887" actId="14100"/>
          <ac:spMkLst>
            <pc:docMk/>
            <pc:sldMk cId="0" sldId="263"/>
            <ac:spMk id="13" creationId="{00000000-0000-0000-0000-000000000000}"/>
          </ac:spMkLst>
        </pc:spChg>
        <pc:spChg chg="mod">
          <ac:chgData name="Owais Ahmed" userId="6abc7d4556b3b071" providerId="LiveId" clId="{D0A51F83-B713-4A4D-8105-C75936B8E1D2}" dt="2026-07-13T10:00:49.437" v="956" actId="14100"/>
          <ac:spMkLst>
            <pc:docMk/>
            <pc:sldMk cId="0" sldId="263"/>
            <ac:spMk id="14" creationId="{00000000-0000-0000-0000-000000000000}"/>
          </ac:spMkLst>
        </pc:spChg>
        <pc:spChg chg="mod">
          <ac:chgData name="Owais Ahmed" userId="6abc7d4556b3b071" providerId="LiveId" clId="{D0A51F83-B713-4A4D-8105-C75936B8E1D2}" dt="2026-07-13T10:00:56.541" v="957" actId="1076"/>
          <ac:spMkLst>
            <pc:docMk/>
            <pc:sldMk cId="0" sldId="263"/>
            <ac:spMk id="15" creationId="{00000000-0000-0000-0000-000000000000}"/>
          </ac:spMkLst>
        </pc:spChg>
        <pc:spChg chg="mod">
          <ac:chgData name="Owais Ahmed" userId="6abc7d4556b3b071" providerId="LiveId" clId="{D0A51F83-B713-4A4D-8105-C75936B8E1D2}" dt="2026-07-13T10:01:10.437" v="960" actId="20577"/>
          <ac:spMkLst>
            <pc:docMk/>
            <pc:sldMk cId="0" sldId="263"/>
            <ac:spMk id="16" creationId="{00000000-0000-0000-0000-000000000000}"/>
          </ac:spMkLst>
        </pc:spChg>
        <pc:spChg chg="mod">
          <ac:chgData name="Owais Ahmed" userId="6abc7d4556b3b071" providerId="LiveId" clId="{D0A51F83-B713-4A4D-8105-C75936B8E1D2}" dt="2026-07-13T10:00:56.541" v="957" actId="1076"/>
          <ac:spMkLst>
            <pc:docMk/>
            <pc:sldMk cId="0" sldId="263"/>
            <ac:spMk id="17" creationId="{00000000-0000-0000-0000-000000000000}"/>
          </ac:spMkLst>
        </pc:spChg>
        <pc:spChg chg="mod">
          <ac:chgData name="Owais Ahmed" userId="6abc7d4556b3b071" providerId="LiveId" clId="{D0A51F83-B713-4A4D-8105-C75936B8E1D2}" dt="2026-07-14T10:54:44.453" v="2681"/>
          <ac:spMkLst>
            <pc:docMk/>
            <pc:sldMk cId="0" sldId="263"/>
            <ac:spMk id="18" creationId="{00000000-0000-0000-0000-000000000000}"/>
          </ac:spMkLst>
        </pc:spChg>
      </pc:sldChg>
      <pc:sldChg chg="addSp delSp modSp add mod setBg modAnim modNotesTx">
        <pc:chgData name="Owais Ahmed" userId="6abc7d4556b3b071" providerId="LiveId" clId="{D0A51F83-B713-4A4D-8105-C75936B8E1D2}" dt="2026-07-13T10:17:18.719" v="1021" actId="20577"/>
        <pc:sldMkLst>
          <pc:docMk/>
          <pc:sldMk cId="0" sldId="264"/>
        </pc:sldMkLst>
        <pc:spChg chg="mod">
          <ac:chgData name="Owais Ahmed" userId="6abc7d4556b3b071" providerId="LiveId" clId="{D0A51F83-B713-4A4D-8105-C75936B8E1D2}" dt="2026-07-13T09:40:19.821" v="364" actId="27636"/>
          <ac:spMkLst>
            <pc:docMk/>
            <pc:sldMk cId="0" sldId="264"/>
            <ac:spMk id="2" creationId="{00000000-0000-0000-0000-000000000000}"/>
          </ac:spMkLst>
        </pc:spChg>
        <pc:spChg chg="add del mod">
          <ac:chgData name="Owais Ahmed" userId="6abc7d4556b3b071" providerId="LiveId" clId="{D0A51F83-B713-4A4D-8105-C75936B8E1D2}" dt="2026-07-13T10:15:54.962" v="986" actId="164"/>
          <ac:spMkLst>
            <pc:docMk/>
            <pc:sldMk cId="0" sldId="264"/>
            <ac:spMk id="3" creationId="{00000000-0000-0000-0000-000000000000}"/>
          </ac:spMkLst>
        </pc:spChg>
        <pc:spChg chg="mod">
          <ac:chgData name="Owais Ahmed" userId="6abc7d4556b3b071" providerId="LiveId" clId="{D0A51F83-B713-4A4D-8105-C75936B8E1D2}" dt="2026-07-13T10:15:54.962" v="986" actId="164"/>
          <ac:spMkLst>
            <pc:docMk/>
            <pc:sldMk cId="0" sldId="264"/>
            <ac:spMk id="4" creationId="{00000000-0000-0000-0000-000000000000}"/>
          </ac:spMkLst>
        </pc:spChg>
        <pc:spChg chg="mod">
          <ac:chgData name="Owais Ahmed" userId="6abc7d4556b3b071" providerId="LiveId" clId="{D0A51F83-B713-4A4D-8105-C75936B8E1D2}" dt="2026-07-13T10:15:54.962" v="986" actId="164"/>
          <ac:spMkLst>
            <pc:docMk/>
            <pc:sldMk cId="0" sldId="264"/>
            <ac:spMk id="5" creationId="{00000000-0000-0000-0000-000000000000}"/>
          </ac:spMkLst>
        </pc:spChg>
        <pc:spChg chg="mod">
          <ac:chgData name="Owais Ahmed" userId="6abc7d4556b3b071" providerId="LiveId" clId="{D0A51F83-B713-4A4D-8105-C75936B8E1D2}" dt="2026-07-13T10:15:54.962" v="986" actId="164"/>
          <ac:spMkLst>
            <pc:docMk/>
            <pc:sldMk cId="0" sldId="264"/>
            <ac:spMk id="6" creationId="{00000000-0000-0000-0000-000000000000}"/>
          </ac:spMkLst>
        </pc:spChg>
        <pc:spChg chg="mod">
          <ac:chgData name="Owais Ahmed" userId="6abc7d4556b3b071" providerId="LiveId" clId="{D0A51F83-B713-4A4D-8105-C75936B8E1D2}" dt="2026-07-13T10:16:03.129" v="987" actId="164"/>
          <ac:spMkLst>
            <pc:docMk/>
            <pc:sldMk cId="0" sldId="264"/>
            <ac:spMk id="8" creationId="{00000000-0000-0000-0000-000000000000}"/>
          </ac:spMkLst>
        </pc:spChg>
        <pc:spChg chg="mod">
          <ac:chgData name="Owais Ahmed" userId="6abc7d4556b3b071" providerId="LiveId" clId="{D0A51F83-B713-4A4D-8105-C75936B8E1D2}" dt="2026-07-13T10:16:03.129" v="987" actId="164"/>
          <ac:spMkLst>
            <pc:docMk/>
            <pc:sldMk cId="0" sldId="264"/>
            <ac:spMk id="9" creationId="{00000000-0000-0000-0000-000000000000}"/>
          </ac:spMkLst>
        </pc:spChg>
        <pc:spChg chg="mod">
          <ac:chgData name="Owais Ahmed" userId="6abc7d4556b3b071" providerId="LiveId" clId="{D0A51F83-B713-4A4D-8105-C75936B8E1D2}" dt="2026-07-13T10:16:03.129" v="987" actId="164"/>
          <ac:spMkLst>
            <pc:docMk/>
            <pc:sldMk cId="0" sldId="264"/>
            <ac:spMk id="10" creationId="{00000000-0000-0000-0000-000000000000}"/>
          </ac:spMkLst>
        </pc:spChg>
        <pc:spChg chg="mod">
          <ac:chgData name="Owais Ahmed" userId="6abc7d4556b3b071" providerId="LiveId" clId="{D0A51F83-B713-4A4D-8105-C75936B8E1D2}" dt="2026-07-13T10:16:03.129" v="987" actId="164"/>
          <ac:spMkLst>
            <pc:docMk/>
            <pc:sldMk cId="0" sldId="264"/>
            <ac:spMk id="11" creationId="{00000000-0000-0000-0000-000000000000}"/>
          </ac:spMkLst>
        </pc:spChg>
        <pc:spChg chg="mod">
          <ac:chgData name="Owais Ahmed" userId="6abc7d4556b3b071" providerId="LiveId" clId="{D0A51F83-B713-4A4D-8105-C75936B8E1D2}" dt="2026-07-13T10:16:11.396" v="988" actId="164"/>
          <ac:spMkLst>
            <pc:docMk/>
            <pc:sldMk cId="0" sldId="264"/>
            <ac:spMk id="13" creationId="{00000000-0000-0000-0000-000000000000}"/>
          </ac:spMkLst>
        </pc:spChg>
        <pc:spChg chg="mod">
          <ac:chgData name="Owais Ahmed" userId="6abc7d4556b3b071" providerId="LiveId" clId="{D0A51F83-B713-4A4D-8105-C75936B8E1D2}" dt="2026-07-13T10:16:11.396" v="988" actId="164"/>
          <ac:spMkLst>
            <pc:docMk/>
            <pc:sldMk cId="0" sldId="264"/>
            <ac:spMk id="14" creationId="{00000000-0000-0000-0000-000000000000}"/>
          </ac:spMkLst>
        </pc:spChg>
        <pc:spChg chg="mod">
          <ac:chgData name="Owais Ahmed" userId="6abc7d4556b3b071" providerId="LiveId" clId="{D0A51F83-B713-4A4D-8105-C75936B8E1D2}" dt="2026-07-13T10:16:11.396" v="988" actId="164"/>
          <ac:spMkLst>
            <pc:docMk/>
            <pc:sldMk cId="0" sldId="264"/>
            <ac:spMk id="15" creationId="{00000000-0000-0000-0000-000000000000}"/>
          </ac:spMkLst>
        </pc:spChg>
        <pc:spChg chg="mod">
          <ac:chgData name="Owais Ahmed" userId="6abc7d4556b3b071" providerId="LiveId" clId="{D0A51F83-B713-4A4D-8105-C75936B8E1D2}" dt="2026-07-13T10:16:11.396" v="988" actId="164"/>
          <ac:spMkLst>
            <pc:docMk/>
            <pc:sldMk cId="0" sldId="264"/>
            <ac:spMk id="16" creationId="{00000000-0000-0000-0000-000000000000}"/>
          </ac:spMkLst>
        </pc:spChg>
        <pc:grpChg chg="add del mod">
          <ac:chgData name="Owais Ahmed" userId="6abc7d4556b3b071" providerId="LiveId" clId="{D0A51F83-B713-4A4D-8105-C75936B8E1D2}" dt="2026-07-13T10:16:18.189" v="990" actId="478"/>
          <ac:grpSpMkLst>
            <pc:docMk/>
            <pc:sldMk cId="0" sldId="264"/>
            <ac:grpSpMk id="19" creationId="{CACCD898-4472-9A11-97A6-8AFE59984DEF}"/>
          </ac:grpSpMkLst>
        </pc:grpChg>
        <pc:grpChg chg="add mod">
          <ac:chgData name="Owais Ahmed" userId="6abc7d4556b3b071" providerId="LiveId" clId="{D0A51F83-B713-4A4D-8105-C75936B8E1D2}" dt="2026-07-13T10:16:03.129" v="987" actId="164"/>
          <ac:grpSpMkLst>
            <pc:docMk/>
            <pc:sldMk cId="0" sldId="264"/>
            <ac:grpSpMk id="20" creationId="{54C11BD3-7BA2-5805-2817-C18E03C58DF1}"/>
          </ac:grpSpMkLst>
        </pc:grpChg>
        <pc:grpChg chg="add mod">
          <ac:chgData name="Owais Ahmed" userId="6abc7d4556b3b071" providerId="LiveId" clId="{D0A51F83-B713-4A4D-8105-C75936B8E1D2}" dt="2026-07-13T10:16:11.396" v="988" actId="164"/>
          <ac:grpSpMkLst>
            <pc:docMk/>
            <pc:sldMk cId="0" sldId="264"/>
            <ac:grpSpMk id="21" creationId="{D13DFA82-D421-AC79-721A-68FE22F37D7F}"/>
          </ac:grpSpMkLst>
        </pc:grpChg>
      </pc:sldChg>
      <pc:sldChg chg="addSp delSp modSp add mod setBg modAnim modNotesTx">
        <pc:chgData name="Owais Ahmed" userId="6abc7d4556b3b071" providerId="LiveId" clId="{D0A51F83-B713-4A4D-8105-C75936B8E1D2}" dt="2026-07-13T10:30:18.869" v="1188"/>
        <pc:sldMkLst>
          <pc:docMk/>
          <pc:sldMk cId="0" sldId="265"/>
        </pc:sldMkLst>
        <pc:spChg chg="mod">
          <ac:chgData name="Owais Ahmed" userId="6abc7d4556b3b071" providerId="LiveId" clId="{D0A51F83-B713-4A4D-8105-C75936B8E1D2}" dt="2026-07-13T10:27:06.313" v="1049" actId="27636"/>
          <ac:spMkLst>
            <pc:docMk/>
            <pc:sldMk cId="0" sldId="265"/>
            <ac:spMk id="3" creationId="{00000000-0000-0000-0000-000000000000}"/>
          </ac:spMkLst>
        </pc:spChg>
        <pc:spChg chg="mod">
          <ac:chgData name="Owais Ahmed" userId="6abc7d4556b3b071" providerId="LiveId" clId="{D0A51F83-B713-4A4D-8105-C75936B8E1D2}" dt="2026-07-13T09:40:19.828" v="370" actId="27636"/>
          <ac:spMkLst>
            <pc:docMk/>
            <pc:sldMk cId="0" sldId="265"/>
            <ac:spMk id="5" creationId="{00000000-0000-0000-0000-000000000000}"/>
          </ac:spMkLst>
        </pc:spChg>
        <pc:spChg chg="mod">
          <ac:chgData name="Owais Ahmed" userId="6abc7d4556b3b071" providerId="LiveId" clId="{D0A51F83-B713-4A4D-8105-C75936B8E1D2}" dt="2026-07-13T10:28:25.677" v="1067" actId="20577"/>
          <ac:spMkLst>
            <pc:docMk/>
            <pc:sldMk cId="0" sldId="265"/>
            <ac:spMk id="6" creationId="{00000000-0000-0000-0000-000000000000}"/>
          </ac:spMkLst>
        </pc:spChg>
        <pc:spChg chg="mod">
          <ac:chgData name="Owais Ahmed" userId="6abc7d4556b3b071" providerId="LiveId" clId="{D0A51F83-B713-4A4D-8105-C75936B8E1D2}" dt="2026-07-13T09:40:19.825" v="366" actId="27636"/>
          <ac:spMkLst>
            <pc:docMk/>
            <pc:sldMk cId="0" sldId="265"/>
            <ac:spMk id="8" creationId="{00000000-0000-0000-0000-000000000000}"/>
          </ac:spMkLst>
        </pc:spChg>
        <pc:spChg chg="mod">
          <ac:chgData name="Owais Ahmed" userId="6abc7d4556b3b071" providerId="LiveId" clId="{D0A51F83-B713-4A4D-8105-C75936B8E1D2}" dt="2026-07-13T10:28:01.437" v="1061" actId="20577"/>
          <ac:spMkLst>
            <pc:docMk/>
            <pc:sldMk cId="0" sldId="265"/>
            <ac:spMk id="9" creationId="{00000000-0000-0000-0000-000000000000}"/>
          </ac:spMkLst>
        </pc:spChg>
        <pc:spChg chg="mod">
          <ac:chgData name="Owais Ahmed" userId="6abc7d4556b3b071" providerId="LiveId" clId="{D0A51F83-B713-4A4D-8105-C75936B8E1D2}" dt="2026-07-13T09:40:19.826" v="367" actId="27636"/>
          <ac:spMkLst>
            <pc:docMk/>
            <pc:sldMk cId="0" sldId="265"/>
            <ac:spMk id="11" creationId="{00000000-0000-0000-0000-000000000000}"/>
          </ac:spMkLst>
        </pc:spChg>
        <pc:spChg chg="mod">
          <ac:chgData name="Owais Ahmed" userId="6abc7d4556b3b071" providerId="LiveId" clId="{D0A51F83-B713-4A4D-8105-C75936B8E1D2}" dt="2026-07-13T10:30:15.036" v="1186" actId="114"/>
          <ac:spMkLst>
            <pc:docMk/>
            <pc:sldMk cId="0" sldId="265"/>
            <ac:spMk id="14" creationId="{00000000-0000-0000-0000-000000000000}"/>
          </ac:spMkLst>
        </pc:spChg>
        <pc:spChg chg="add mod">
          <ac:chgData name="Owais Ahmed" userId="6abc7d4556b3b071" providerId="LiveId" clId="{D0A51F83-B713-4A4D-8105-C75936B8E1D2}" dt="2026-07-13T10:26:36.917" v="1037" actId="20577"/>
          <ac:spMkLst>
            <pc:docMk/>
            <pc:sldMk cId="0" sldId="265"/>
            <ac:spMk id="17" creationId="{3BFFB29E-89AF-4996-A845-6417626C9736}"/>
          </ac:spMkLst>
        </pc:spChg>
      </pc:sldChg>
      <pc:sldChg chg="addSp delSp modSp add mod setBg modAnim modNotesTx">
        <pc:chgData name="Owais Ahmed" userId="6abc7d4556b3b071" providerId="LiveId" clId="{D0A51F83-B713-4A4D-8105-C75936B8E1D2}" dt="2026-07-14T07:43:41.034" v="2204" actId="14100"/>
        <pc:sldMkLst>
          <pc:docMk/>
          <pc:sldMk cId="0" sldId="266"/>
        </pc:sldMkLst>
        <pc:spChg chg="mod">
          <ac:chgData name="Owais Ahmed" userId="6abc7d4556b3b071" providerId="LiveId" clId="{D0A51F83-B713-4A4D-8105-C75936B8E1D2}" dt="2026-07-13T09:40:19.831" v="371" actId="27636"/>
          <ac:spMkLst>
            <pc:docMk/>
            <pc:sldMk cId="0" sldId="266"/>
            <ac:spMk id="2" creationId="{00000000-0000-0000-0000-000000000000}"/>
          </ac:spMkLst>
        </pc:spChg>
        <pc:spChg chg="mod">
          <ac:chgData name="Owais Ahmed" userId="6abc7d4556b3b071" providerId="LiveId" clId="{D0A51F83-B713-4A4D-8105-C75936B8E1D2}" dt="2026-07-13T10:31:37.490" v="1208" actId="1076"/>
          <ac:spMkLst>
            <pc:docMk/>
            <pc:sldMk cId="0" sldId="266"/>
            <ac:spMk id="4" creationId="{00000000-0000-0000-0000-000000000000}"/>
          </ac:spMkLst>
        </pc:spChg>
        <pc:spChg chg="add mod">
          <ac:chgData name="Owais Ahmed" userId="6abc7d4556b3b071" providerId="LiveId" clId="{D0A51F83-B713-4A4D-8105-C75936B8E1D2}" dt="2026-07-14T07:43:41.034" v="2204" actId="14100"/>
          <ac:spMkLst>
            <pc:docMk/>
            <pc:sldMk cId="0" sldId="266"/>
            <ac:spMk id="7" creationId="{C4B87C0A-6A74-3FA6-B9D0-0A333E027D00}"/>
          </ac:spMkLst>
        </pc:spChg>
        <pc:picChg chg="add mod">
          <ac:chgData name="Owais Ahmed" userId="6abc7d4556b3b071" providerId="LiveId" clId="{D0A51F83-B713-4A4D-8105-C75936B8E1D2}" dt="2026-07-13T10:40:28.245" v="1225" actId="1076"/>
          <ac:picMkLst>
            <pc:docMk/>
            <pc:sldMk cId="0" sldId="266"/>
            <ac:picMk id="8" creationId="{53460F97-2F43-E40A-BD82-99FB9CA695FA}"/>
          </ac:picMkLst>
        </pc:picChg>
      </pc:sldChg>
      <pc:sldChg chg="addSp delSp modSp add mod setBg addAnim delAnim modAnim">
        <pc:chgData name="Owais Ahmed" userId="6abc7d4556b3b071" providerId="LiveId" clId="{D0A51F83-B713-4A4D-8105-C75936B8E1D2}" dt="2026-07-14T07:51:02.865" v="2317"/>
        <pc:sldMkLst>
          <pc:docMk/>
          <pc:sldMk cId="0" sldId="267"/>
        </pc:sldMkLst>
        <pc:spChg chg="mod">
          <ac:chgData name="Owais Ahmed" userId="6abc7d4556b3b071" providerId="LiveId" clId="{D0A51F83-B713-4A4D-8105-C75936B8E1D2}" dt="2026-07-13T10:43:19.659" v="1267" actId="14100"/>
          <ac:spMkLst>
            <pc:docMk/>
            <pc:sldMk cId="0" sldId="267"/>
            <ac:spMk id="4" creationId="{00000000-0000-0000-0000-000000000000}"/>
          </ac:spMkLst>
        </pc:spChg>
        <pc:spChg chg="mod">
          <ac:chgData name="Owais Ahmed" userId="6abc7d4556b3b071" providerId="LiveId" clId="{D0A51F83-B713-4A4D-8105-C75936B8E1D2}" dt="2026-07-14T07:48:16.582" v="2245" actId="14100"/>
          <ac:spMkLst>
            <pc:docMk/>
            <pc:sldMk cId="0" sldId="267"/>
            <ac:spMk id="5" creationId="{00000000-0000-0000-0000-000000000000}"/>
          </ac:spMkLst>
        </pc:spChg>
        <pc:spChg chg="mod">
          <ac:chgData name="Owais Ahmed" userId="6abc7d4556b3b071" providerId="LiveId" clId="{D0A51F83-B713-4A4D-8105-C75936B8E1D2}" dt="2026-07-14T07:49:05.350" v="2279" actId="1076"/>
          <ac:spMkLst>
            <pc:docMk/>
            <pc:sldMk cId="0" sldId="267"/>
            <ac:spMk id="7" creationId="{00000000-0000-0000-0000-000000000000}"/>
          </ac:spMkLst>
        </pc:spChg>
        <pc:spChg chg="mod">
          <ac:chgData name="Owais Ahmed" userId="6abc7d4556b3b071" providerId="LiveId" clId="{D0A51F83-B713-4A4D-8105-C75936B8E1D2}" dt="2026-07-14T07:49:05.350" v="2279" actId="1076"/>
          <ac:spMkLst>
            <pc:docMk/>
            <pc:sldMk cId="0" sldId="267"/>
            <ac:spMk id="8" creationId="{00000000-0000-0000-0000-000000000000}"/>
          </ac:spMkLst>
        </pc:spChg>
        <pc:spChg chg="add mod">
          <ac:chgData name="Owais Ahmed" userId="6abc7d4556b3b071" providerId="LiveId" clId="{D0A51F83-B713-4A4D-8105-C75936B8E1D2}" dt="2026-07-14T07:49:23.207" v="2289" actId="403"/>
          <ac:spMkLst>
            <pc:docMk/>
            <pc:sldMk cId="0" sldId="267"/>
            <ac:spMk id="9" creationId="{4DA04453-341B-1AFB-F475-A715A366C028}"/>
          </ac:spMkLst>
        </pc:spChg>
        <pc:spChg chg="add mod">
          <ac:chgData name="Owais Ahmed" userId="6abc7d4556b3b071" providerId="LiveId" clId="{D0A51F83-B713-4A4D-8105-C75936B8E1D2}" dt="2026-07-13T11:50:38.018" v="1499" actId="14100"/>
          <ac:spMkLst>
            <pc:docMk/>
            <pc:sldMk cId="0" sldId="267"/>
            <ac:spMk id="10" creationId="{687C9D84-8ACA-B3B2-A27F-D977EB00479C}"/>
          </ac:spMkLst>
        </pc:spChg>
      </pc:sldChg>
      <pc:sldChg chg="addSp delSp modSp add mod setBg addAnim delAnim modAnim">
        <pc:chgData name="Owais Ahmed" userId="6abc7d4556b3b071" providerId="LiveId" clId="{D0A51F83-B713-4A4D-8105-C75936B8E1D2}" dt="2026-07-15T16:32:21.333" v="3827" actId="6549"/>
        <pc:sldMkLst>
          <pc:docMk/>
          <pc:sldMk cId="0" sldId="268"/>
        </pc:sldMkLst>
        <pc:spChg chg="mod">
          <ac:chgData name="Owais Ahmed" userId="6abc7d4556b3b071" providerId="LiveId" clId="{D0A51F83-B713-4A4D-8105-C75936B8E1D2}" dt="2026-07-13T10:43:31.787" v="1268" actId="14100"/>
          <ac:spMkLst>
            <pc:docMk/>
            <pc:sldMk cId="0" sldId="268"/>
            <ac:spMk id="4" creationId="{00000000-0000-0000-0000-000000000000}"/>
          </ac:spMkLst>
        </pc:spChg>
        <pc:spChg chg="add mod">
          <ac:chgData name="Owais Ahmed" userId="6abc7d4556b3b071" providerId="LiveId" clId="{D0A51F83-B713-4A4D-8105-C75936B8E1D2}" dt="2026-07-13T11:52:38.715" v="1685" actId="20577"/>
          <ac:spMkLst>
            <pc:docMk/>
            <pc:sldMk cId="0" sldId="268"/>
            <ac:spMk id="9" creationId="{D86EB368-1DEF-1E5E-1CA0-E3946EC08A7B}"/>
          </ac:spMkLst>
        </pc:spChg>
        <pc:spChg chg="add mod">
          <ac:chgData name="Owais Ahmed" userId="6abc7d4556b3b071" providerId="LiveId" clId="{D0A51F83-B713-4A4D-8105-C75936B8E1D2}" dt="2026-07-14T07:49:56.706" v="2298"/>
          <ac:spMkLst>
            <pc:docMk/>
            <pc:sldMk cId="0" sldId="268"/>
            <ac:spMk id="14" creationId="{3A0DB821-51BF-27F7-1982-D7B219F2B2F8}"/>
          </ac:spMkLst>
        </pc:spChg>
        <pc:spChg chg="add mod">
          <ac:chgData name="Owais Ahmed" userId="6abc7d4556b3b071" providerId="LiveId" clId="{D0A51F83-B713-4A4D-8105-C75936B8E1D2}" dt="2026-07-15T16:32:21.333" v="3827" actId="6549"/>
          <ac:spMkLst>
            <pc:docMk/>
            <pc:sldMk cId="0" sldId="268"/>
            <ac:spMk id="15" creationId="{D9B1727A-5657-1E78-0E40-A844494576DE}"/>
          </ac:spMkLst>
        </pc:spChg>
        <pc:spChg chg="add mod">
          <ac:chgData name="Owais Ahmed" userId="6abc7d4556b3b071" providerId="LiveId" clId="{D0A51F83-B713-4A4D-8105-C75936B8E1D2}" dt="2026-07-14T07:50:12.111" v="2306"/>
          <ac:spMkLst>
            <pc:docMk/>
            <pc:sldMk cId="0" sldId="268"/>
            <ac:spMk id="16" creationId="{616437D0-8C09-9320-AF77-82600DE48023}"/>
          </ac:spMkLst>
        </pc:spChg>
        <pc:spChg chg="add mod">
          <ac:chgData name="Owais Ahmed" userId="6abc7d4556b3b071" providerId="LiveId" clId="{D0A51F83-B713-4A4D-8105-C75936B8E1D2}" dt="2026-07-14T07:49:56.706" v="2298"/>
          <ac:spMkLst>
            <pc:docMk/>
            <pc:sldMk cId="0" sldId="268"/>
            <ac:spMk id="17" creationId="{3084739E-0C0E-4C5D-4F53-C4952501985A}"/>
          </ac:spMkLst>
        </pc:spChg>
      </pc:sldChg>
      <pc:sldChg chg="addSp delSp modSp add mod setBg modAnim modNotesTx">
        <pc:chgData name="Owais Ahmed" userId="6abc7d4556b3b071" providerId="LiveId" clId="{D0A51F83-B713-4A4D-8105-C75936B8E1D2}" dt="2026-07-14T07:54:14.690" v="2381" actId="14100"/>
        <pc:sldMkLst>
          <pc:docMk/>
          <pc:sldMk cId="0" sldId="269"/>
        </pc:sldMkLst>
        <pc:spChg chg="mod">
          <ac:chgData name="Owais Ahmed" userId="6abc7d4556b3b071" providerId="LiveId" clId="{D0A51F83-B713-4A4D-8105-C75936B8E1D2}" dt="2026-07-13T09:40:19.839" v="375" actId="27636"/>
          <ac:spMkLst>
            <pc:docMk/>
            <pc:sldMk cId="0" sldId="269"/>
            <ac:spMk id="4" creationId="{00000000-0000-0000-0000-000000000000}"/>
          </ac:spMkLst>
        </pc:spChg>
        <pc:spChg chg="add mod">
          <ac:chgData name="Owais Ahmed" userId="6abc7d4556b3b071" providerId="LiveId" clId="{D0A51F83-B713-4A4D-8105-C75936B8E1D2}" dt="2026-07-13T11:54:38.664" v="1860" actId="6549"/>
          <ac:spMkLst>
            <pc:docMk/>
            <pc:sldMk cId="0" sldId="269"/>
            <ac:spMk id="9" creationId="{9AE2C4C2-2557-7322-71EB-27148CEEEB0A}"/>
          </ac:spMkLst>
        </pc:spChg>
        <pc:spChg chg="add mod">
          <ac:chgData name="Owais Ahmed" userId="6abc7d4556b3b071" providerId="LiveId" clId="{D0A51F83-B713-4A4D-8105-C75936B8E1D2}" dt="2026-07-14T07:51:35.776" v="2327"/>
          <ac:spMkLst>
            <pc:docMk/>
            <pc:sldMk cId="0" sldId="269"/>
            <ac:spMk id="10" creationId="{1CBF815C-1D1B-DF17-59CB-66060074A43F}"/>
          </ac:spMkLst>
        </pc:spChg>
        <pc:spChg chg="add mod">
          <ac:chgData name="Owais Ahmed" userId="6abc7d4556b3b071" providerId="LiveId" clId="{D0A51F83-B713-4A4D-8105-C75936B8E1D2}" dt="2026-07-14T07:54:14.690" v="2381" actId="14100"/>
          <ac:spMkLst>
            <pc:docMk/>
            <pc:sldMk cId="0" sldId="269"/>
            <ac:spMk id="11" creationId="{E3AC5073-FE24-1218-608E-3CEF59B8818C}"/>
          </ac:spMkLst>
        </pc:spChg>
        <pc:spChg chg="add mod">
          <ac:chgData name="Owais Ahmed" userId="6abc7d4556b3b071" providerId="LiveId" clId="{D0A51F83-B713-4A4D-8105-C75936B8E1D2}" dt="2026-07-14T07:54:09.027" v="2380" actId="14100"/>
          <ac:spMkLst>
            <pc:docMk/>
            <pc:sldMk cId="0" sldId="269"/>
            <ac:spMk id="12" creationId="{D90CA0F7-D45E-6CB6-3CCA-B1A000FAC3F7}"/>
          </ac:spMkLst>
        </pc:spChg>
        <pc:spChg chg="add mod">
          <ac:chgData name="Owais Ahmed" userId="6abc7d4556b3b071" providerId="LiveId" clId="{D0A51F83-B713-4A4D-8105-C75936B8E1D2}" dt="2026-07-14T07:51:35.776" v="2327"/>
          <ac:spMkLst>
            <pc:docMk/>
            <pc:sldMk cId="0" sldId="269"/>
            <ac:spMk id="13" creationId="{B61F9F90-E314-8B5B-05E4-2F5E9B1BCDAF}"/>
          </ac:spMkLst>
        </pc:spChg>
      </pc:sldChg>
      <pc:sldChg chg="addSp delSp modSp add mod setBg modAnim modNotesTx">
        <pc:chgData name="Owais Ahmed" userId="6abc7d4556b3b071" providerId="LiveId" clId="{D0A51F83-B713-4A4D-8105-C75936B8E1D2}" dt="2026-07-14T07:58:33.283" v="2580" actId="20577"/>
        <pc:sldMkLst>
          <pc:docMk/>
          <pc:sldMk cId="0" sldId="270"/>
        </pc:sldMkLst>
        <pc:spChg chg="mod">
          <ac:chgData name="Owais Ahmed" userId="6abc7d4556b3b071" providerId="LiveId" clId="{D0A51F83-B713-4A4D-8105-C75936B8E1D2}" dt="2026-07-13T09:40:19.844" v="378" actId="27636"/>
          <ac:spMkLst>
            <pc:docMk/>
            <pc:sldMk cId="0" sldId="270"/>
            <ac:spMk id="4" creationId="{00000000-0000-0000-0000-000000000000}"/>
          </ac:spMkLst>
        </pc:spChg>
        <pc:spChg chg="add mod">
          <ac:chgData name="Owais Ahmed" userId="6abc7d4556b3b071" providerId="LiveId" clId="{D0A51F83-B713-4A4D-8105-C75936B8E1D2}" dt="2026-07-13T11:55:52.855" v="2033" actId="20577"/>
          <ac:spMkLst>
            <pc:docMk/>
            <pc:sldMk cId="0" sldId="270"/>
            <ac:spMk id="9" creationId="{5CD397ED-CE0F-332C-E1E5-72368FC57F62}"/>
          </ac:spMkLst>
        </pc:spChg>
        <pc:spChg chg="add mod">
          <ac:chgData name="Owais Ahmed" userId="6abc7d4556b3b071" providerId="LiveId" clId="{D0A51F83-B713-4A4D-8105-C75936B8E1D2}" dt="2026-07-14T07:52:45.799" v="2360"/>
          <ac:spMkLst>
            <pc:docMk/>
            <pc:sldMk cId="0" sldId="270"/>
            <ac:spMk id="10" creationId="{EB8103CF-F132-29E4-7998-B07552677A4D}"/>
          </ac:spMkLst>
        </pc:spChg>
        <pc:spChg chg="add mod">
          <ac:chgData name="Owais Ahmed" userId="6abc7d4556b3b071" providerId="LiveId" clId="{D0A51F83-B713-4A4D-8105-C75936B8E1D2}" dt="2026-07-14T07:53:32.564" v="2373" actId="403"/>
          <ac:spMkLst>
            <pc:docMk/>
            <pc:sldMk cId="0" sldId="270"/>
            <ac:spMk id="11" creationId="{E2FA9442-0EEE-F624-55BA-4F9849BB8CD7}"/>
          </ac:spMkLst>
        </pc:spChg>
        <pc:spChg chg="add mod">
          <ac:chgData name="Owais Ahmed" userId="6abc7d4556b3b071" providerId="LiveId" clId="{D0A51F83-B713-4A4D-8105-C75936B8E1D2}" dt="2026-07-14T07:53:24.427" v="2371" actId="14100"/>
          <ac:spMkLst>
            <pc:docMk/>
            <pc:sldMk cId="0" sldId="270"/>
            <ac:spMk id="12" creationId="{F64B8AAC-0842-2119-D5BE-6E6E6405111D}"/>
          </ac:spMkLst>
        </pc:spChg>
        <pc:spChg chg="add mod">
          <ac:chgData name="Owais Ahmed" userId="6abc7d4556b3b071" providerId="LiveId" clId="{D0A51F83-B713-4A4D-8105-C75936B8E1D2}" dt="2026-07-14T07:52:45.799" v="2360"/>
          <ac:spMkLst>
            <pc:docMk/>
            <pc:sldMk cId="0" sldId="270"/>
            <ac:spMk id="13" creationId="{21BA382F-5F6F-FD71-692A-E7CBB31F792A}"/>
          </ac:spMkLst>
        </pc:spChg>
      </pc:sldChg>
      <pc:sldChg chg="addSp delSp modSp add mod setBg delAnim modAnim">
        <pc:chgData name="Owais Ahmed" userId="6abc7d4556b3b071" providerId="LiveId" clId="{D0A51F83-B713-4A4D-8105-C75936B8E1D2}" dt="2026-07-16T05:08:46.644" v="3938"/>
        <pc:sldMkLst>
          <pc:docMk/>
          <pc:sldMk cId="0" sldId="271"/>
        </pc:sldMkLst>
        <pc:spChg chg="mod">
          <ac:chgData name="Owais Ahmed" userId="6abc7d4556b3b071" providerId="LiveId" clId="{D0A51F83-B713-4A4D-8105-C75936B8E1D2}" dt="2026-07-13T09:40:19.848" v="379" actId="27636"/>
          <ac:spMkLst>
            <pc:docMk/>
            <pc:sldMk cId="0" sldId="271"/>
            <ac:spMk id="4" creationId="{00000000-0000-0000-0000-000000000000}"/>
          </ac:spMkLst>
        </pc:spChg>
        <pc:spChg chg="add mod">
          <ac:chgData name="Owais Ahmed" userId="6abc7d4556b3b071" providerId="LiveId" clId="{D0A51F83-B713-4A4D-8105-C75936B8E1D2}" dt="2026-07-16T05:08:44.717" v="3937"/>
          <ac:spMkLst>
            <pc:docMk/>
            <pc:sldMk cId="0" sldId="271"/>
            <ac:spMk id="9" creationId="{DAB6C1D5-6E36-7690-5D06-1EDC30957CD8}"/>
          </ac:spMkLst>
        </pc:spChg>
        <pc:spChg chg="add mod">
          <ac:chgData name="Owais Ahmed" userId="6abc7d4556b3b071" providerId="LiveId" clId="{D0A51F83-B713-4A4D-8105-C75936B8E1D2}" dt="2026-07-14T07:54:52.998" v="2391"/>
          <ac:spMkLst>
            <pc:docMk/>
            <pc:sldMk cId="0" sldId="271"/>
            <ac:spMk id="14" creationId="{B6A0DB28-12D4-4047-2B7E-2BF2D10A7A6F}"/>
          </ac:spMkLst>
        </pc:spChg>
        <pc:spChg chg="add mod">
          <ac:chgData name="Owais Ahmed" userId="6abc7d4556b3b071" providerId="LiveId" clId="{D0A51F83-B713-4A4D-8105-C75936B8E1D2}" dt="2026-07-14T07:56:53.569" v="2423" actId="6549"/>
          <ac:spMkLst>
            <pc:docMk/>
            <pc:sldMk cId="0" sldId="271"/>
            <ac:spMk id="15" creationId="{8D7E8DF5-86F1-9164-921B-4C1FA43A78FC}"/>
          </ac:spMkLst>
        </pc:spChg>
        <pc:spChg chg="add mod">
          <ac:chgData name="Owais Ahmed" userId="6abc7d4556b3b071" providerId="LiveId" clId="{D0A51F83-B713-4A4D-8105-C75936B8E1D2}" dt="2026-07-14T07:57:29.704" v="2429" actId="14100"/>
          <ac:spMkLst>
            <pc:docMk/>
            <pc:sldMk cId="0" sldId="271"/>
            <ac:spMk id="16" creationId="{9BE4799F-846A-1507-FD14-B2790101639F}"/>
          </ac:spMkLst>
        </pc:spChg>
        <pc:spChg chg="add mod">
          <ac:chgData name="Owais Ahmed" userId="6abc7d4556b3b071" providerId="LiveId" clId="{D0A51F83-B713-4A4D-8105-C75936B8E1D2}" dt="2026-07-14T07:54:52.998" v="2391"/>
          <ac:spMkLst>
            <pc:docMk/>
            <pc:sldMk cId="0" sldId="271"/>
            <ac:spMk id="17" creationId="{1DBFC8A5-2E36-4E6F-C632-58953B1DD506}"/>
          </ac:spMkLst>
        </pc:spChg>
      </pc:sldChg>
      <pc:sldChg chg="addSp delSp modSp add mod setBg modAnim modNotesTx">
        <pc:chgData name="Owais Ahmed" userId="6abc7d4556b3b071" providerId="LiveId" clId="{D0A51F83-B713-4A4D-8105-C75936B8E1D2}" dt="2026-07-14T12:30:11.225" v="3352" actId="6549"/>
        <pc:sldMkLst>
          <pc:docMk/>
          <pc:sldMk cId="0" sldId="291"/>
        </pc:sldMkLst>
        <pc:spChg chg="mod">
          <ac:chgData name="Owais Ahmed" userId="6abc7d4556b3b071" providerId="LiveId" clId="{D0A51F83-B713-4A4D-8105-C75936B8E1D2}" dt="2026-07-13T13:42:50.245" v="2128" actId="27636"/>
          <ac:spMkLst>
            <pc:docMk/>
            <pc:sldMk cId="0" sldId="291"/>
            <ac:spMk id="2" creationId="{00000000-0000-0000-0000-000000000000}"/>
          </ac:spMkLst>
        </pc:spChg>
        <pc:spChg chg="mod">
          <ac:chgData name="Owais Ahmed" userId="6abc7d4556b3b071" providerId="LiveId" clId="{D0A51F83-B713-4A4D-8105-C75936B8E1D2}" dt="2026-07-14T12:30:11.225" v="3352" actId="6549"/>
          <ac:spMkLst>
            <pc:docMk/>
            <pc:sldMk cId="0" sldId="291"/>
            <ac:spMk id="4" creationId="{00000000-0000-0000-0000-000000000000}"/>
          </ac:spMkLst>
        </pc:spChg>
        <pc:spChg chg="mod">
          <ac:chgData name="Owais Ahmed" userId="6abc7d4556b3b071" providerId="LiveId" clId="{D0A51F83-B713-4A4D-8105-C75936B8E1D2}" dt="2026-07-14T11:32:02.041" v="2734" actId="14100"/>
          <ac:spMkLst>
            <pc:docMk/>
            <pc:sldMk cId="0" sldId="291"/>
            <ac:spMk id="5" creationId="{00000000-0000-0000-0000-000000000000}"/>
          </ac:spMkLst>
        </pc:spChg>
        <pc:spChg chg="add mod">
          <ac:chgData name="Owais Ahmed" userId="6abc7d4556b3b071" providerId="LiveId" clId="{D0A51F83-B713-4A4D-8105-C75936B8E1D2}" dt="2026-07-14T10:57:51.160" v="2704" actId="20577"/>
          <ac:spMkLst>
            <pc:docMk/>
            <pc:sldMk cId="0" sldId="291"/>
            <ac:spMk id="7" creationId="{EFCCB16E-8BCB-6DC7-0551-C83961D0099F}"/>
          </ac:spMkLst>
        </pc:spChg>
        <pc:picChg chg="add mod">
          <ac:chgData name="Owais Ahmed" userId="6abc7d4556b3b071" providerId="LiveId" clId="{D0A51F83-B713-4A4D-8105-C75936B8E1D2}" dt="2026-07-14T12:28:29.361" v="3289" actId="1076"/>
          <ac:picMkLst>
            <pc:docMk/>
            <pc:sldMk cId="0" sldId="291"/>
            <ac:picMk id="22" creationId="{0387C532-D0D2-D5E6-0D37-263D75C1FA91}"/>
          </ac:picMkLst>
        </pc:picChg>
      </pc:sldChg>
      <pc:sldChg chg="addSp delSp modSp add mod setBg modAnim modNotesTx">
        <pc:chgData name="Owais Ahmed" userId="6abc7d4556b3b071" providerId="LiveId" clId="{D0A51F83-B713-4A4D-8105-C75936B8E1D2}" dt="2026-07-14T12:30:28.680" v="3354" actId="1076"/>
        <pc:sldMkLst>
          <pc:docMk/>
          <pc:sldMk cId="0" sldId="292"/>
        </pc:sldMkLst>
        <pc:spChg chg="mod">
          <ac:chgData name="Owais Ahmed" userId="6abc7d4556b3b071" providerId="LiveId" clId="{D0A51F83-B713-4A4D-8105-C75936B8E1D2}" dt="2026-07-14T12:30:28.680" v="3354" actId="1076"/>
          <ac:spMkLst>
            <pc:docMk/>
            <pc:sldMk cId="0" sldId="292"/>
            <ac:spMk id="2" creationId="{00000000-0000-0000-0000-000000000000}"/>
          </ac:spMkLst>
        </pc:spChg>
        <pc:spChg chg="mod">
          <ac:chgData name="Owais Ahmed" userId="6abc7d4556b3b071" providerId="LiveId" clId="{D0A51F83-B713-4A4D-8105-C75936B8E1D2}" dt="2026-07-14T10:10:07.217" v="2654" actId="14100"/>
          <ac:spMkLst>
            <pc:docMk/>
            <pc:sldMk cId="0" sldId="292"/>
            <ac:spMk id="3" creationId="{00000000-0000-0000-0000-000000000000}"/>
          </ac:spMkLst>
        </pc:spChg>
        <pc:spChg chg="mod">
          <ac:chgData name="Owais Ahmed" userId="6abc7d4556b3b071" providerId="LiveId" clId="{D0A51F83-B713-4A4D-8105-C75936B8E1D2}" dt="2026-07-14T10:52:47.596" v="2667" actId="6549"/>
          <ac:spMkLst>
            <pc:docMk/>
            <pc:sldMk cId="0" sldId="292"/>
            <ac:spMk id="5" creationId="{00000000-0000-0000-0000-000000000000}"/>
          </ac:spMkLst>
        </pc:spChg>
        <pc:spChg chg="mod">
          <ac:chgData name="Owais Ahmed" userId="6abc7d4556b3b071" providerId="LiveId" clId="{D0A51F83-B713-4A4D-8105-C75936B8E1D2}" dt="2026-07-14T08:00:58.428" v="2618" actId="164"/>
          <ac:spMkLst>
            <pc:docMk/>
            <pc:sldMk cId="0" sldId="292"/>
            <ac:spMk id="9" creationId="{00000000-0000-0000-0000-000000000000}"/>
          </ac:spMkLst>
        </pc:spChg>
        <pc:spChg chg="mod">
          <ac:chgData name="Owais Ahmed" userId="6abc7d4556b3b071" providerId="LiveId" clId="{D0A51F83-B713-4A4D-8105-C75936B8E1D2}" dt="2026-07-14T08:00:58.428" v="2618" actId="164"/>
          <ac:spMkLst>
            <pc:docMk/>
            <pc:sldMk cId="0" sldId="292"/>
            <ac:spMk id="10" creationId="{00000000-0000-0000-0000-000000000000}"/>
          </ac:spMkLst>
        </pc:spChg>
        <pc:spChg chg="mod">
          <ac:chgData name="Owais Ahmed" userId="6abc7d4556b3b071" providerId="LiveId" clId="{D0A51F83-B713-4A4D-8105-C75936B8E1D2}" dt="2026-07-14T08:00:58.428" v="2618" actId="164"/>
          <ac:spMkLst>
            <pc:docMk/>
            <pc:sldMk cId="0" sldId="292"/>
            <ac:spMk id="11" creationId="{00000000-0000-0000-0000-000000000000}"/>
          </ac:spMkLst>
        </pc:spChg>
        <pc:spChg chg="mod">
          <ac:chgData name="Owais Ahmed" userId="6abc7d4556b3b071" providerId="LiveId" clId="{D0A51F83-B713-4A4D-8105-C75936B8E1D2}" dt="2026-07-14T08:00:58.428" v="2618" actId="164"/>
          <ac:spMkLst>
            <pc:docMk/>
            <pc:sldMk cId="0" sldId="292"/>
            <ac:spMk id="12" creationId="{00000000-0000-0000-0000-000000000000}"/>
          </ac:spMkLst>
        </pc:spChg>
        <pc:spChg chg="mod">
          <ac:chgData name="Owais Ahmed" userId="6abc7d4556b3b071" providerId="LiveId" clId="{D0A51F83-B713-4A4D-8105-C75936B8E1D2}" dt="2026-07-14T08:00:58.428" v="2618" actId="164"/>
          <ac:spMkLst>
            <pc:docMk/>
            <pc:sldMk cId="0" sldId="292"/>
            <ac:spMk id="13" creationId="{00000000-0000-0000-0000-000000000000}"/>
          </ac:spMkLst>
        </pc:spChg>
        <pc:spChg chg="mod">
          <ac:chgData name="Owais Ahmed" userId="6abc7d4556b3b071" providerId="LiveId" clId="{D0A51F83-B713-4A4D-8105-C75936B8E1D2}" dt="2026-07-14T08:00:58.428" v="2618" actId="164"/>
          <ac:spMkLst>
            <pc:docMk/>
            <pc:sldMk cId="0" sldId="292"/>
            <ac:spMk id="14" creationId="{00000000-0000-0000-0000-000000000000}"/>
          </ac:spMkLst>
        </pc:spChg>
        <pc:spChg chg="mod">
          <ac:chgData name="Owais Ahmed" userId="6abc7d4556b3b071" providerId="LiveId" clId="{D0A51F83-B713-4A4D-8105-C75936B8E1D2}" dt="2026-07-14T08:00:58.428" v="2618" actId="164"/>
          <ac:spMkLst>
            <pc:docMk/>
            <pc:sldMk cId="0" sldId="292"/>
            <ac:spMk id="15" creationId="{00000000-0000-0000-0000-000000000000}"/>
          </ac:spMkLst>
        </pc:spChg>
        <pc:spChg chg="mod">
          <ac:chgData name="Owais Ahmed" userId="6abc7d4556b3b071" providerId="LiveId" clId="{D0A51F83-B713-4A4D-8105-C75936B8E1D2}" dt="2026-07-14T08:00:58.428" v="2618" actId="164"/>
          <ac:spMkLst>
            <pc:docMk/>
            <pc:sldMk cId="0" sldId="292"/>
            <ac:spMk id="16" creationId="{00000000-0000-0000-0000-000000000000}"/>
          </ac:spMkLst>
        </pc:spChg>
        <pc:spChg chg="mod">
          <ac:chgData name="Owais Ahmed" userId="6abc7d4556b3b071" providerId="LiveId" clId="{D0A51F83-B713-4A4D-8105-C75936B8E1D2}" dt="2026-07-14T08:01:54.283" v="2623" actId="164"/>
          <ac:spMkLst>
            <pc:docMk/>
            <pc:sldMk cId="0" sldId="292"/>
            <ac:spMk id="17" creationId="{00000000-0000-0000-0000-000000000000}"/>
          </ac:spMkLst>
        </pc:spChg>
        <pc:spChg chg="mod">
          <ac:chgData name="Owais Ahmed" userId="6abc7d4556b3b071" providerId="LiveId" clId="{D0A51F83-B713-4A4D-8105-C75936B8E1D2}" dt="2026-07-14T08:01:54.283" v="2623" actId="164"/>
          <ac:spMkLst>
            <pc:docMk/>
            <pc:sldMk cId="0" sldId="292"/>
            <ac:spMk id="18" creationId="{00000000-0000-0000-0000-000000000000}"/>
          </ac:spMkLst>
        </pc:spChg>
        <pc:spChg chg="mod">
          <ac:chgData name="Owais Ahmed" userId="6abc7d4556b3b071" providerId="LiveId" clId="{D0A51F83-B713-4A4D-8105-C75936B8E1D2}" dt="2026-07-14T08:01:54.283" v="2623" actId="164"/>
          <ac:spMkLst>
            <pc:docMk/>
            <pc:sldMk cId="0" sldId="292"/>
            <ac:spMk id="19" creationId="{00000000-0000-0000-0000-000000000000}"/>
          </ac:spMkLst>
        </pc:spChg>
        <pc:spChg chg="mod">
          <ac:chgData name="Owais Ahmed" userId="6abc7d4556b3b071" providerId="LiveId" clId="{D0A51F83-B713-4A4D-8105-C75936B8E1D2}" dt="2026-07-14T08:01:54.283" v="2623" actId="164"/>
          <ac:spMkLst>
            <pc:docMk/>
            <pc:sldMk cId="0" sldId="292"/>
            <ac:spMk id="20" creationId="{00000000-0000-0000-0000-000000000000}"/>
          </ac:spMkLst>
        </pc:spChg>
        <pc:spChg chg="mod">
          <ac:chgData name="Owais Ahmed" userId="6abc7d4556b3b071" providerId="LiveId" clId="{D0A51F83-B713-4A4D-8105-C75936B8E1D2}" dt="2026-07-14T08:01:54.283" v="2623" actId="164"/>
          <ac:spMkLst>
            <pc:docMk/>
            <pc:sldMk cId="0" sldId="292"/>
            <ac:spMk id="21" creationId="{00000000-0000-0000-0000-000000000000}"/>
          </ac:spMkLst>
        </pc:spChg>
        <pc:spChg chg="mod">
          <ac:chgData name="Owais Ahmed" userId="6abc7d4556b3b071" providerId="LiveId" clId="{D0A51F83-B713-4A4D-8105-C75936B8E1D2}" dt="2026-07-14T08:01:54.283" v="2623" actId="164"/>
          <ac:spMkLst>
            <pc:docMk/>
            <pc:sldMk cId="0" sldId="292"/>
            <ac:spMk id="22" creationId="{00000000-0000-0000-0000-000000000000}"/>
          </ac:spMkLst>
        </pc:spChg>
        <pc:spChg chg="mod">
          <ac:chgData name="Owais Ahmed" userId="6abc7d4556b3b071" providerId="LiveId" clId="{D0A51F83-B713-4A4D-8105-C75936B8E1D2}" dt="2026-07-14T08:01:54.283" v="2623" actId="164"/>
          <ac:spMkLst>
            <pc:docMk/>
            <pc:sldMk cId="0" sldId="292"/>
            <ac:spMk id="23" creationId="{00000000-0000-0000-0000-000000000000}"/>
          </ac:spMkLst>
        </pc:spChg>
        <pc:spChg chg="mod">
          <ac:chgData name="Owais Ahmed" userId="6abc7d4556b3b071" providerId="LiveId" clId="{D0A51F83-B713-4A4D-8105-C75936B8E1D2}" dt="2026-07-14T08:01:54.283" v="2623" actId="164"/>
          <ac:spMkLst>
            <pc:docMk/>
            <pc:sldMk cId="0" sldId="292"/>
            <ac:spMk id="24" creationId="{00000000-0000-0000-0000-000000000000}"/>
          </ac:spMkLst>
        </pc:spChg>
        <pc:spChg chg="mod">
          <ac:chgData name="Owais Ahmed" userId="6abc7d4556b3b071" providerId="LiveId" clId="{D0A51F83-B713-4A4D-8105-C75936B8E1D2}" dt="2026-07-14T08:01:18.508" v="2622" actId="164"/>
          <ac:spMkLst>
            <pc:docMk/>
            <pc:sldMk cId="0" sldId="292"/>
            <ac:spMk id="25" creationId="{00000000-0000-0000-0000-000000000000}"/>
          </ac:spMkLst>
        </pc:spChg>
        <pc:spChg chg="mod">
          <ac:chgData name="Owais Ahmed" userId="6abc7d4556b3b071" providerId="LiveId" clId="{D0A51F83-B713-4A4D-8105-C75936B8E1D2}" dt="2026-07-14T08:01:18.508" v="2622" actId="164"/>
          <ac:spMkLst>
            <pc:docMk/>
            <pc:sldMk cId="0" sldId="292"/>
            <ac:spMk id="26" creationId="{00000000-0000-0000-0000-000000000000}"/>
          </ac:spMkLst>
        </pc:spChg>
        <pc:spChg chg="mod">
          <ac:chgData name="Owais Ahmed" userId="6abc7d4556b3b071" providerId="LiveId" clId="{D0A51F83-B713-4A4D-8105-C75936B8E1D2}" dt="2026-07-14T08:01:18.508" v="2622" actId="164"/>
          <ac:spMkLst>
            <pc:docMk/>
            <pc:sldMk cId="0" sldId="292"/>
            <ac:spMk id="27" creationId="{00000000-0000-0000-0000-000000000000}"/>
          </ac:spMkLst>
        </pc:spChg>
        <pc:spChg chg="mod">
          <ac:chgData name="Owais Ahmed" userId="6abc7d4556b3b071" providerId="LiveId" clId="{D0A51F83-B713-4A4D-8105-C75936B8E1D2}" dt="2026-07-14T08:01:18.508" v="2622" actId="164"/>
          <ac:spMkLst>
            <pc:docMk/>
            <pc:sldMk cId="0" sldId="292"/>
            <ac:spMk id="28" creationId="{00000000-0000-0000-0000-000000000000}"/>
          </ac:spMkLst>
        </pc:spChg>
        <pc:spChg chg="mod">
          <ac:chgData name="Owais Ahmed" userId="6abc7d4556b3b071" providerId="LiveId" clId="{D0A51F83-B713-4A4D-8105-C75936B8E1D2}" dt="2026-07-14T08:01:18.508" v="2622" actId="164"/>
          <ac:spMkLst>
            <pc:docMk/>
            <pc:sldMk cId="0" sldId="292"/>
            <ac:spMk id="29" creationId="{00000000-0000-0000-0000-000000000000}"/>
          </ac:spMkLst>
        </pc:spChg>
        <pc:spChg chg="mod">
          <ac:chgData name="Owais Ahmed" userId="6abc7d4556b3b071" providerId="LiveId" clId="{D0A51F83-B713-4A4D-8105-C75936B8E1D2}" dt="2026-07-14T08:02:19.366" v="2631" actId="20577"/>
          <ac:spMkLst>
            <pc:docMk/>
            <pc:sldMk cId="0" sldId="292"/>
            <ac:spMk id="30" creationId="{00000000-0000-0000-0000-000000000000}"/>
          </ac:spMkLst>
        </pc:spChg>
        <pc:spChg chg="mod">
          <ac:chgData name="Owais Ahmed" userId="6abc7d4556b3b071" providerId="LiveId" clId="{D0A51F83-B713-4A4D-8105-C75936B8E1D2}" dt="2026-07-14T08:01:18.508" v="2622" actId="164"/>
          <ac:spMkLst>
            <pc:docMk/>
            <pc:sldMk cId="0" sldId="292"/>
            <ac:spMk id="31" creationId="{00000000-0000-0000-0000-000000000000}"/>
          </ac:spMkLst>
        </pc:spChg>
        <pc:spChg chg="mod">
          <ac:chgData name="Owais Ahmed" userId="6abc7d4556b3b071" providerId="LiveId" clId="{D0A51F83-B713-4A4D-8105-C75936B8E1D2}" dt="2026-07-14T08:01:18.508" v="2622" actId="164"/>
          <ac:spMkLst>
            <pc:docMk/>
            <pc:sldMk cId="0" sldId="292"/>
            <ac:spMk id="32" creationId="{00000000-0000-0000-0000-000000000000}"/>
          </ac:spMkLst>
        </pc:spChg>
        <pc:spChg chg="mod">
          <ac:chgData name="Owais Ahmed" userId="6abc7d4556b3b071" providerId="LiveId" clId="{D0A51F83-B713-4A4D-8105-C75936B8E1D2}" dt="2026-07-14T10:09:41.113" v="2649" actId="1076"/>
          <ac:spMkLst>
            <pc:docMk/>
            <pc:sldMk cId="0" sldId="292"/>
            <ac:spMk id="33" creationId="{00000000-0000-0000-0000-000000000000}"/>
          </ac:spMkLst>
        </pc:spChg>
        <pc:grpChg chg="add mod">
          <ac:chgData name="Owais Ahmed" userId="6abc7d4556b3b071" providerId="LiveId" clId="{D0A51F83-B713-4A4D-8105-C75936B8E1D2}" dt="2026-07-14T08:00:58.428" v="2618" actId="164"/>
          <ac:grpSpMkLst>
            <pc:docMk/>
            <pc:sldMk cId="0" sldId="292"/>
            <ac:grpSpMk id="34" creationId="{C7DC16C8-7DE0-9D4D-9DD6-D1482EEA7CA8}"/>
          </ac:grpSpMkLst>
        </pc:grpChg>
        <pc:grpChg chg="add mod">
          <ac:chgData name="Owais Ahmed" userId="6abc7d4556b3b071" providerId="LiveId" clId="{D0A51F83-B713-4A4D-8105-C75936B8E1D2}" dt="2026-07-14T08:01:18.508" v="2622" actId="164"/>
          <ac:grpSpMkLst>
            <pc:docMk/>
            <pc:sldMk cId="0" sldId="292"/>
            <ac:grpSpMk id="35" creationId="{90D8653A-8E8D-0DDB-8AEF-CDFE0193E988}"/>
          </ac:grpSpMkLst>
        </pc:grpChg>
        <pc:grpChg chg="add mod">
          <ac:chgData name="Owais Ahmed" userId="6abc7d4556b3b071" providerId="LiveId" clId="{D0A51F83-B713-4A4D-8105-C75936B8E1D2}" dt="2026-07-14T08:01:54.283" v="2623" actId="164"/>
          <ac:grpSpMkLst>
            <pc:docMk/>
            <pc:sldMk cId="0" sldId="292"/>
            <ac:grpSpMk id="36" creationId="{7FC0BE1C-8CC2-AC61-C240-221CF6F94353}"/>
          </ac:grpSpMkLst>
        </pc:grpChg>
      </pc:sldChg>
      <pc:sldChg chg="addSp delSp modSp add mod setBg modAnim">
        <pc:chgData name="Owais Ahmed" userId="6abc7d4556b3b071" providerId="LiveId" clId="{D0A51F83-B713-4A4D-8105-C75936B8E1D2}" dt="2026-07-16T05:15:27.934" v="4311" actId="207"/>
        <pc:sldMkLst>
          <pc:docMk/>
          <pc:sldMk cId="0" sldId="293"/>
        </pc:sldMkLst>
        <pc:spChg chg="mod">
          <ac:chgData name="Owais Ahmed" userId="6abc7d4556b3b071" providerId="LiveId" clId="{D0A51F83-B713-4A4D-8105-C75936B8E1D2}" dt="2026-07-14T12:09:39.974" v="3067" actId="164"/>
          <ac:spMkLst>
            <pc:docMk/>
            <pc:sldMk cId="0" sldId="293"/>
            <ac:spMk id="2" creationId="{00000000-0000-0000-0000-000000000000}"/>
          </ac:spMkLst>
        </pc:spChg>
        <pc:spChg chg="mod">
          <ac:chgData name="Owais Ahmed" userId="6abc7d4556b3b071" providerId="LiveId" clId="{D0A51F83-B713-4A4D-8105-C75936B8E1D2}" dt="2026-07-14T12:09:39.974" v="3067" actId="164"/>
          <ac:spMkLst>
            <pc:docMk/>
            <pc:sldMk cId="0" sldId="293"/>
            <ac:spMk id="3" creationId="{00000000-0000-0000-0000-000000000000}"/>
          </ac:spMkLst>
        </pc:spChg>
        <pc:spChg chg="mod">
          <ac:chgData name="Owais Ahmed" userId="6abc7d4556b3b071" providerId="LiveId" clId="{D0A51F83-B713-4A4D-8105-C75936B8E1D2}" dt="2026-07-14T11:40:22.788" v="2741" actId="14100"/>
          <ac:spMkLst>
            <pc:docMk/>
            <pc:sldMk cId="0" sldId="293"/>
            <ac:spMk id="4" creationId="{00000000-0000-0000-0000-000000000000}"/>
          </ac:spMkLst>
        </pc:spChg>
        <pc:spChg chg="mod">
          <ac:chgData name="Owais Ahmed" userId="6abc7d4556b3b071" providerId="LiveId" clId="{D0A51F83-B713-4A4D-8105-C75936B8E1D2}" dt="2026-07-14T11:42:16.538" v="2816" actId="20577"/>
          <ac:spMkLst>
            <pc:docMk/>
            <pc:sldMk cId="0" sldId="293"/>
            <ac:spMk id="5" creationId="{00000000-0000-0000-0000-000000000000}"/>
          </ac:spMkLst>
        </pc:spChg>
        <pc:spChg chg="mod">
          <ac:chgData name="Owais Ahmed" userId="6abc7d4556b3b071" providerId="LiveId" clId="{D0A51F83-B713-4A4D-8105-C75936B8E1D2}" dt="2026-07-14T12:03:10.816" v="2923" actId="403"/>
          <ac:spMkLst>
            <pc:docMk/>
            <pc:sldMk cId="0" sldId="293"/>
            <ac:spMk id="6" creationId="{00000000-0000-0000-0000-000000000000}"/>
          </ac:spMkLst>
        </pc:spChg>
        <pc:spChg chg="mod">
          <ac:chgData name="Owais Ahmed" userId="6abc7d4556b3b071" providerId="LiveId" clId="{D0A51F83-B713-4A4D-8105-C75936B8E1D2}" dt="2026-07-14T12:03:10.816" v="2923" actId="403"/>
          <ac:spMkLst>
            <pc:docMk/>
            <pc:sldMk cId="0" sldId="293"/>
            <ac:spMk id="7" creationId="{00000000-0000-0000-0000-000000000000}"/>
          </ac:spMkLst>
        </pc:spChg>
        <pc:spChg chg="mod">
          <ac:chgData name="Owais Ahmed" userId="6abc7d4556b3b071" providerId="LiveId" clId="{D0A51F83-B713-4A4D-8105-C75936B8E1D2}" dt="2026-07-14T12:03:10.816" v="2923" actId="403"/>
          <ac:spMkLst>
            <pc:docMk/>
            <pc:sldMk cId="0" sldId="293"/>
            <ac:spMk id="8" creationId="{00000000-0000-0000-0000-000000000000}"/>
          </ac:spMkLst>
        </pc:spChg>
        <pc:spChg chg="mod">
          <ac:chgData name="Owais Ahmed" userId="6abc7d4556b3b071" providerId="LiveId" clId="{D0A51F83-B713-4A4D-8105-C75936B8E1D2}" dt="2026-07-14T12:03:10.816" v="2923" actId="403"/>
          <ac:spMkLst>
            <pc:docMk/>
            <pc:sldMk cId="0" sldId="293"/>
            <ac:spMk id="9" creationId="{00000000-0000-0000-0000-000000000000}"/>
          </ac:spMkLst>
        </pc:spChg>
        <pc:spChg chg="mod">
          <ac:chgData name="Owais Ahmed" userId="6abc7d4556b3b071" providerId="LiveId" clId="{D0A51F83-B713-4A4D-8105-C75936B8E1D2}" dt="2026-07-14T12:03:10.816" v="2923" actId="403"/>
          <ac:spMkLst>
            <pc:docMk/>
            <pc:sldMk cId="0" sldId="293"/>
            <ac:spMk id="10" creationId="{00000000-0000-0000-0000-000000000000}"/>
          </ac:spMkLst>
        </pc:spChg>
        <pc:spChg chg="mod">
          <ac:chgData name="Owais Ahmed" userId="6abc7d4556b3b071" providerId="LiveId" clId="{D0A51F83-B713-4A4D-8105-C75936B8E1D2}" dt="2026-07-14T12:03:10.816" v="2923" actId="403"/>
          <ac:spMkLst>
            <pc:docMk/>
            <pc:sldMk cId="0" sldId="293"/>
            <ac:spMk id="11" creationId="{00000000-0000-0000-0000-000000000000}"/>
          </ac:spMkLst>
        </pc:spChg>
        <pc:spChg chg="add del mod">
          <ac:chgData name="Owais Ahmed" userId="6abc7d4556b3b071" providerId="LiveId" clId="{D0A51F83-B713-4A4D-8105-C75936B8E1D2}" dt="2026-07-14T12:00:21.316" v="2841" actId="164"/>
          <ac:spMkLst>
            <pc:docMk/>
            <pc:sldMk cId="0" sldId="293"/>
            <ac:spMk id="12" creationId="{00000000-0000-0000-0000-000000000000}"/>
          </ac:spMkLst>
        </pc:spChg>
        <pc:spChg chg="add del mod">
          <ac:chgData name="Owais Ahmed" userId="6abc7d4556b3b071" providerId="LiveId" clId="{D0A51F83-B713-4A4D-8105-C75936B8E1D2}" dt="2026-07-16T05:15:27.934" v="4311" actId="207"/>
          <ac:spMkLst>
            <pc:docMk/>
            <pc:sldMk cId="0" sldId="293"/>
            <ac:spMk id="13" creationId="{00000000-0000-0000-0000-000000000000}"/>
          </ac:spMkLst>
        </pc:spChg>
        <pc:grpChg chg="add mod">
          <ac:chgData name="Owais Ahmed" userId="6abc7d4556b3b071" providerId="LiveId" clId="{D0A51F83-B713-4A4D-8105-C75936B8E1D2}" dt="2026-07-14T11:43:13.799" v="2835" actId="164"/>
          <ac:grpSpMkLst>
            <pc:docMk/>
            <pc:sldMk cId="0" sldId="293"/>
            <ac:grpSpMk id="14" creationId="{7B08DD6A-757E-F772-9600-0848889D50BB}"/>
          </ac:grpSpMkLst>
        </pc:grpChg>
        <pc:grpChg chg="add mod">
          <ac:chgData name="Owais Ahmed" userId="6abc7d4556b3b071" providerId="LiveId" clId="{D0A51F83-B713-4A4D-8105-C75936B8E1D2}" dt="2026-07-14T12:03:04.772" v="2921" actId="14100"/>
          <ac:grpSpMkLst>
            <pc:docMk/>
            <pc:sldMk cId="0" sldId="293"/>
            <ac:grpSpMk id="15" creationId="{434821D3-CF34-B81C-211C-3C9D2E29C750}"/>
          </ac:grpSpMkLst>
        </pc:grpChg>
        <pc:grpChg chg="add mod">
          <ac:chgData name="Owais Ahmed" userId="6abc7d4556b3b071" providerId="LiveId" clId="{D0A51F83-B713-4A4D-8105-C75936B8E1D2}" dt="2026-07-14T12:03:07.267" v="2922" actId="14100"/>
          <ac:grpSpMkLst>
            <pc:docMk/>
            <pc:sldMk cId="0" sldId="293"/>
            <ac:grpSpMk id="16" creationId="{F65EA088-B7AA-17AC-EDFB-A0EF579A140E}"/>
          </ac:grpSpMkLst>
        </pc:grpChg>
        <pc:grpChg chg="add mod">
          <ac:chgData name="Owais Ahmed" userId="6abc7d4556b3b071" providerId="LiveId" clId="{D0A51F83-B713-4A4D-8105-C75936B8E1D2}" dt="2026-07-14T12:00:28.701" v="2843" actId="1076"/>
          <ac:grpSpMkLst>
            <pc:docMk/>
            <pc:sldMk cId="0" sldId="293"/>
            <ac:grpSpMk id="17" creationId="{EECCFD5F-55C4-D0B4-15C1-A97021B5C08F}"/>
          </ac:grpSpMkLst>
        </pc:grpChg>
        <pc:grpChg chg="add mod">
          <ac:chgData name="Owais Ahmed" userId="6abc7d4556b3b071" providerId="LiveId" clId="{D0A51F83-B713-4A4D-8105-C75936B8E1D2}" dt="2026-07-14T12:09:43.038" v="3068" actId="1076"/>
          <ac:grpSpMkLst>
            <pc:docMk/>
            <pc:sldMk cId="0" sldId="293"/>
            <ac:grpSpMk id="18" creationId="{899D38A1-0047-CA4F-27AC-A2A5068400E9}"/>
          </ac:grpSpMkLst>
        </pc:grpChg>
      </pc:sldChg>
      <pc:sldChg chg="addSp modSp add mod setBg modAnim">
        <pc:chgData name="Owais Ahmed" userId="6abc7d4556b3b071" providerId="LiveId" clId="{D0A51F83-B713-4A4D-8105-C75936B8E1D2}" dt="2026-07-16T05:16:11.813" v="4334" actId="20577"/>
        <pc:sldMkLst>
          <pc:docMk/>
          <pc:sldMk cId="0" sldId="294"/>
        </pc:sldMkLst>
        <pc:spChg chg="mod">
          <ac:chgData name="Owais Ahmed" userId="6abc7d4556b3b071" providerId="LiveId" clId="{D0A51F83-B713-4A4D-8105-C75936B8E1D2}" dt="2026-07-14T12:09:50.903" v="3069" actId="164"/>
          <ac:spMkLst>
            <pc:docMk/>
            <pc:sldMk cId="0" sldId="294"/>
            <ac:spMk id="2" creationId="{00000000-0000-0000-0000-000000000000}"/>
          </ac:spMkLst>
        </pc:spChg>
        <pc:spChg chg="mod">
          <ac:chgData name="Owais Ahmed" userId="6abc7d4556b3b071" providerId="LiveId" clId="{D0A51F83-B713-4A4D-8105-C75936B8E1D2}" dt="2026-07-14T12:09:50.903" v="3069" actId="164"/>
          <ac:spMkLst>
            <pc:docMk/>
            <pc:sldMk cId="0" sldId="294"/>
            <ac:spMk id="3" creationId="{00000000-0000-0000-0000-000000000000}"/>
          </ac:spMkLst>
        </pc:spChg>
        <pc:spChg chg="mod">
          <ac:chgData name="Owais Ahmed" userId="6abc7d4556b3b071" providerId="LiveId" clId="{D0A51F83-B713-4A4D-8105-C75936B8E1D2}" dt="2026-07-13T13:42:50.293" v="2137" actId="27636"/>
          <ac:spMkLst>
            <pc:docMk/>
            <pc:sldMk cId="0" sldId="294"/>
            <ac:spMk id="4" creationId="{00000000-0000-0000-0000-000000000000}"/>
          </ac:spMkLst>
        </pc:spChg>
        <pc:spChg chg="mod">
          <ac:chgData name="Owais Ahmed" userId="6abc7d4556b3b071" providerId="LiveId" clId="{D0A51F83-B713-4A4D-8105-C75936B8E1D2}" dt="2026-07-14T12:02:53.567" v="2920" actId="20577"/>
          <ac:spMkLst>
            <pc:docMk/>
            <pc:sldMk cId="0" sldId="294"/>
            <ac:spMk id="5" creationId="{00000000-0000-0000-0000-000000000000}"/>
          </ac:spMkLst>
        </pc:spChg>
        <pc:spChg chg="mod">
          <ac:chgData name="Owais Ahmed" userId="6abc7d4556b3b071" providerId="LiveId" clId="{D0A51F83-B713-4A4D-8105-C75936B8E1D2}" dt="2026-07-14T12:03:44.303" v="2930" actId="403"/>
          <ac:spMkLst>
            <pc:docMk/>
            <pc:sldMk cId="0" sldId="294"/>
            <ac:spMk id="6" creationId="{00000000-0000-0000-0000-000000000000}"/>
          </ac:spMkLst>
        </pc:spChg>
        <pc:spChg chg="mod">
          <ac:chgData name="Owais Ahmed" userId="6abc7d4556b3b071" providerId="LiveId" clId="{D0A51F83-B713-4A4D-8105-C75936B8E1D2}" dt="2026-07-14T12:04:03.506" v="2936" actId="20577"/>
          <ac:spMkLst>
            <pc:docMk/>
            <pc:sldMk cId="0" sldId="294"/>
            <ac:spMk id="7" creationId="{00000000-0000-0000-0000-000000000000}"/>
          </ac:spMkLst>
        </pc:spChg>
        <pc:spChg chg="mod">
          <ac:chgData name="Owais Ahmed" userId="6abc7d4556b3b071" providerId="LiveId" clId="{D0A51F83-B713-4A4D-8105-C75936B8E1D2}" dt="2026-07-14T12:03:44.303" v="2930" actId="403"/>
          <ac:spMkLst>
            <pc:docMk/>
            <pc:sldMk cId="0" sldId="294"/>
            <ac:spMk id="8" creationId="{00000000-0000-0000-0000-000000000000}"/>
          </ac:spMkLst>
        </pc:spChg>
        <pc:spChg chg="mod">
          <ac:chgData name="Owais Ahmed" userId="6abc7d4556b3b071" providerId="LiveId" clId="{D0A51F83-B713-4A4D-8105-C75936B8E1D2}" dt="2026-07-14T12:04:10.562" v="2937" actId="20577"/>
          <ac:spMkLst>
            <pc:docMk/>
            <pc:sldMk cId="0" sldId="294"/>
            <ac:spMk id="9" creationId="{00000000-0000-0000-0000-000000000000}"/>
          </ac:spMkLst>
        </pc:spChg>
        <pc:spChg chg="mod">
          <ac:chgData name="Owais Ahmed" userId="6abc7d4556b3b071" providerId="LiveId" clId="{D0A51F83-B713-4A4D-8105-C75936B8E1D2}" dt="2026-07-14T12:03:44.303" v="2930" actId="403"/>
          <ac:spMkLst>
            <pc:docMk/>
            <pc:sldMk cId="0" sldId="294"/>
            <ac:spMk id="10" creationId="{00000000-0000-0000-0000-000000000000}"/>
          </ac:spMkLst>
        </pc:spChg>
        <pc:spChg chg="mod">
          <ac:chgData name="Owais Ahmed" userId="6abc7d4556b3b071" providerId="LiveId" clId="{D0A51F83-B713-4A4D-8105-C75936B8E1D2}" dt="2026-07-14T12:04:11.843" v="2938" actId="20577"/>
          <ac:spMkLst>
            <pc:docMk/>
            <pc:sldMk cId="0" sldId="294"/>
            <ac:spMk id="11" creationId="{00000000-0000-0000-0000-000000000000}"/>
          </ac:spMkLst>
        </pc:spChg>
        <pc:spChg chg="mod">
          <ac:chgData name="Owais Ahmed" userId="6abc7d4556b3b071" providerId="LiveId" clId="{D0A51F83-B713-4A4D-8105-C75936B8E1D2}" dt="2026-07-14T12:00:34.203" v="2844" actId="164"/>
          <ac:spMkLst>
            <pc:docMk/>
            <pc:sldMk cId="0" sldId="294"/>
            <ac:spMk id="12" creationId="{00000000-0000-0000-0000-000000000000}"/>
          </ac:spMkLst>
        </pc:spChg>
        <pc:spChg chg="mod">
          <ac:chgData name="Owais Ahmed" userId="6abc7d4556b3b071" providerId="LiveId" clId="{D0A51F83-B713-4A4D-8105-C75936B8E1D2}" dt="2026-07-16T05:16:11.813" v="4334" actId="20577"/>
          <ac:spMkLst>
            <pc:docMk/>
            <pc:sldMk cId="0" sldId="294"/>
            <ac:spMk id="13" creationId="{00000000-0000-0000-0000-000000000000}"/>
          </ac:spMkLst>
        </pc:spChg>
        <pc:grpChg chg="add mod">
          <ac:chgData name="Owais Ahmed" userId="6abc7d4556b3b071" providerId="LiveId" clId="{D0A51F83-B713-4A4D-8105-C75936B8E1D2}" dt="2026-07-14T12:00:46.252" v="2846" actId="1076"/>
          <ac:grpSpMkLst>
            <pc:docMk/>
            <pc:sldMk cId="0" sldId="294"/>
            <ac:grpSpMk id="14" creationId="{F53580C9-2270-BE8A-1381-F77C729FDC98}"/>
          </ac:grpSpMkLst>
        </pc:grpChg>
        <pc:grpChg chg="add mod">
          <ac:chgData name="Owais Ahmed" userId="6abc7d4556b3b071" providerId="LiveId" clId="{D0A51F83-B713-4A4D-8105-C75936B8E1D2}" dt="2026-07-14T12:03:38.634" v="2928" actId="14100"/>
          <ac:grpSpMkLst>
            <pc:docMk/>
            <pc:sldMk cId="0" sldId="294"/>
            <ac:grpSpMk id="15" creationId="{ACFA825E-DA1C-D498-3175-1BFBCA8465C8}"/>
          </ac:grpSpMkLst>
        </pc:grpChg>
        <pc:grpChg chg="add mod">
          <ac:chgData name="Owais Ahmed" userId="6abc7d4556b3b071" providerId="LiveId" clId="{D0A51F83-B713-4A4D-8105-C75936B8E1D2}" dt="2026-07-14T12:03:35.355" v="2927" actId="14100"/>
          <ac:grpSpMkLst>
            <pc:docMk/>
            <pc:sldMk cId="0" sldId="294"/>
            <ac:grpSpMk id="16" creationId="{B1BD56CA-7CF5-1F9B-B908-7E9D195508D6}"/>
          </ac:grpSpMkLst>
        </pc:grpChg>
        <pc:grpChg chg="add mod">
          <ac:chgData name="Owais Ahmed" userId="6abc7d4556b3b071" providerId="LiveId" clId="{D0A51F83-B713-4A4D-8105-C75936B8E1D2}" dt="2026-07-14T12:03:42.139" v="2929" actId="14100"/>
          <ac:grpSpMkLst>
            <pc:docMk/>
            <pc:sldMk cId="0" sldId="294"/>
            <ac:grpSpMk id="17" creationId="{E9C81051-4818-E52A-20B9-0E28FE4419D7}"/>
          </ac:grpSpMkLst>
        </pc:grpChg>
        <pc:grpChg chg="add mod">
          <ac:chgData name="Owais Ahmed" userId="6abc7d4556b3b071" providerId="LiveId" clId="{D0A51F83-B713-4A4D-8105-C75936B8E1D2}" dt="2026-07-14T12:09:50.903" v="3069" actId="164"/>
          <ac:grpSpMkLst>
            <pc:docMk/>
            <pc:sldMk cId="0" sldId="294"/>
            <ac:grpSpMk id="18" creationId="{64A52AC2-6D58-FBCD-04EB-3D8B31129B17}"/>
          </ac:grpSpMkLst>
        </pc:grpChg>
      </pc:sldChg>
      <pc:sldChg chg="addSp modSp add mod setBg modAnim">
        <pc:chgData name="Owais Ahmed" userId="6abc7d4556b3b071" providerId="LiveId" clId="{D0A51F83-B713-4A4D-8105-C75936B8E1D2}" dt="2026-07-16T05:16:23.335" v="4336" actId="207"/>
        <pc:sldMkLst>
          <pc:docMk/>
          <pc:sldMk cId="0" sldId="295"/>
        </pc:sldMkLst>
        <pc:spChg chg="mod">
          <ac:chgData name="Owais Ahmed" userId="6abc7d4556b3b071" providerId="LiveId" clId="{D0A51F83-B713-4A4D-8105-C75936B8E1D2}" dt="2026-07-14T12:09:56.607" v="3070" actId="164"/>
          <ac:spMkLst>
            <pc:docMk/>
            <pc:sldMk cId="0" sldId="295"/>
            <ac:spMk id="2" creationId="{00000000-0000-0000-0000-000000000000}"/>
          </ac:spMkLst>
        </pc:spChg>
        <pc:spChg chg="mod">
          <ac:chgData name="Owais Ahmed" userId="6abc7d4556b3b071" providerId="LiveId" clId="{D0A51F83-B713-4A4D-8105-C75936B8E1D2}" dt="2026-07-14T12:09:56.607" v="3070" actId="164"/>
          <ac:spMkLst>
            <pc:docMk/>
            <pc:sldMk cId="0" sldId="295"/>
            <ac:spMk id="3" creationId="{00000000-0000-0000-0000-000000000000}"/>
          </ac:spMkLst>
        </pc:spChg>
        <pc:spChg chg="mod">
          <ac:chgData name="Owais Ahmed" userId="6abc7d4556b3b071" providerId="LiveId" clId="{D0A51F83-B713-4A4D-8105-C75936B8E1D2}" dt="2026-07-13T13:42:50.301" v="2139" actId="27636"/>
          <ac:spMkLst>
            <pc:docMk/>
            <pc:sldMk cId="0" sldId="295"/>
            <ac:spMk id="4" creationId="{00000000-0000-0000-0000-000000000000}"/>
          </ac:spMkLst>
        </pc:spChg>
        <pc:spChg chg="mod">
          <ac:chgData name="Owais Ahmed" userId="6abc7d4556b3b071" providerId="LiveId" clId="{D0A51F83-B713-4A4D-8105-C75936B8E1D2}" dt="2026-07-14T12:05:41.711" v="2975" actId="27636"/>
          <ac:spMkLst>
            <pc:docMk/>
            <pc:sldMk cId="0" sldId="295"/>
            <ac:spMk id="5" creationId="{00000000-0000-0000-0000-000000000000}"/>
          </ac:spMkLst>
        </pc:spChg>
        <pc:spChg chg="mod">
          <ac:chgData name="Owais Ahmed" userId="6abc7d4556b3b071" providerId="LiveId" clId="{D0A51F83-B713-4A4D-8105-C75936B8E1D2}" dt="2026-07-14T12:05:56.614" v="2977" actId="164"/>
          <ac:spMkLst>
            <pc:docMk/>
            <pc:sldMk cId="0" sldId="295"/>
            <ac:spMk id="6" creationId="{00000000-0000-0000-0000-000000000000}"/>
          </ac:spMkLst>
        </pc:spChg>
        <pc:spChg chg="mod">
          <ac:chgData name="Owais Ahmed" userId="6abc7d4556b3b071" providerId="LiveId" clId="{D0A51F83-B713-4A4D-8105-C75936B8E1D2}" dt="2026-07-14T12:05:56.614" v="2977" actId="164"/>
          <ac:spMkLst>
            <pc:docMk/>
            <pc:sldMk cId="0" sldId="295"/>
            <ac:spMk id="7" creationId="{00000000-0000-0000-0000-000000000000}"/>
          </ac:spMkLst>
        </pc:spChg>
        <pc:spChg chg="mod">
          <ac:chgData name="Owais Ahmed" userId="6abc7d4556b3b071" providerId="LiveId" clId="{D0A51F83-B713-4A4D-8105-C75936B8E1D2}" dt="2026-07-14T12:06:01.208" v="2978" actId="164"/>
          <ac:spMkLst>
            <pc:docMk/>
            <pc:sldMk cId="0" sldId="295"/>
            <ac:spMk id="8" creationId="{00000000-0000-0000-0000-000000000000}"/>
          </ac:spMkLst>
        </pc:spChg>
        <pc:spChg chg="mod">
          <ac:chgData name="Owais Ahmed" userId="6abc7d4556b3b071" providerId="LiveId" clId="{D0A51F83-B713-4A4D-8105-C75936B8E1D2}" dt="2026-07-14T12:06:01.208" v="2978" actId="164"/>
          <ac:spMkLst>
            <pc:docMk/>
            <pc:sldMk cId="0" sldId="295"/>
            <ac:spMk id="9" creationId="{00000000-0000-0000-0000-000000000000}"/>
          </ac:spMkLst>
        </pc:spChg>
        <pc:spChg chg="mod">
          <ac:chgData name="Owais Ahmed" userId="6abc7d4556b3b071" providerId="LiveId" clId="{D0A51F83-B713-4A4D-8105-C75936B8E1D2}" dt="2026-07-14T12:06:05.639" v="2979" actId="164"/>
          <ac:spMkLst>
            <pc:docMk/>
            <pc:sldMk cId="0" sldId="295"/>
            <ac:spMk id="10" creationId="{00000000-0000-0000-0000-000000000000}"/>
          </ac:spMkLst>
        </pc:spChg>
        <pc:spChg chg="mod">
          <ac:chgData name="Owais Ahmed" userId="6abc7d4556b3b071" providerId="LiveId" clId="{D0A51F83-B713-4A4D-8105-C75936B8E1D2}" dt="2026-07-14T12:06:05.639" v="2979" actId="164"/>
          <ac:spMkLst>
            <pc:docMk/>
            <pc:sldMk cId="0" sldId="295"/>
            <ac:spMk id="11" creationId="{00000000-0000-0000-0000-000000000000}"/>
          </ac:spMkLst>
        </pc:spChg>
        <pc:spChg chg="mod">
          <ac:chgData name="Owais Ahmed" userId="6abc7d4556b3b071" providerId="LiveId" clId="{D0A51F83-B713-4A4D-8105-C75936B8E1D2}" dt="2026-07-14T12:00:51.148" v="2847" actId="164"/>
          <ac:spMkLst>
            <pc:docMk/>
            <pc:sldMk cId="0" sldId="295"/>
            <ac:spMk id="12" creationId="{00000000-0000-0000-0000-000000000000}"/>
          </ac:spMkLst>
        </pc:spChg>
        <pc:spChg chg="mod">
          <ac:chgData name="Owais Ahmed" userId="6abc7d4556b3b071" providerId="LiveId" clId="{D0A51F83-B713-4A4D-8105-C75936B8E1D2}" dt="2026-07-16T05:16:23.335" v="4336" actId="207"/>
          <ac:spMkLst>
            <pc:docMk/>
            <pc:sldMk cId="0" sldId="295"/>
            <ac:spMk id="13" creationId="{00000000-0000-0000-0000-000000000000}"/>
          </ac:spMkLst>
        </pc:spChg>
        <pc:grpChg chg="add mod">
          <ac:chgData name="Owais Ahmed" userId="6abc7d4556b3b071" providerId="LiveId" clId="{D0A51F83-B713-4A4D-8105-C75936B8E1D2}" dt="2026-07-14T12:00:54.284" v="2848" actId="1076"/>
          <ac:grpSpMkLst>
            <pc:docMk/>
            <pc:sldMk cId="0" sldId="295"/>
            <ac:grpSpMk id="14" creationId="{FAD6EF9C-5EB6-2319-F4A2-DF7A6402100F}"/>
          </ac:grpSpMkLst>
        </pc:grpChg>
        <pc:grpChg chg="add mod">
          <ac:chgData name="Owais Ahmed" userId="6abc7d4556b3b071" providerId="LiveId" clId="{D0A51F83-B713-4A4D-8105-C75936B8E1D2}" dt="2026-07-14T12:06:20.905" v="2983" actId="14100"/>
          <ac:grpSpMkLst>
            <pc:docMk/>
            <pc:sldMk cId="0" sldId="295"/>
            <ac:grpSpMk id="15" creationId="{006776C4-6942-F93D-69B7-1EB6CBB4F56C}"/>
          </ac:grpSpMkLst>
        </pc:grpChg>
        <pc:grpChg chg="add mod">
          <ac:chgData name="Owais Ahmed" userId="6abc7d4556b3b071" providerId="LiveId" clId="{D0A51F83-B713-4A4D-8105-C75936B8E1D2}" dt="2026-07-14T12:06:12.050" v="2981" actId="14100"/>
          <ac:grpSpMkLst>
            <pc:docMk/>
            <pc:sldMk cId="0" sldId="295"/>
            <ac:grpSpMk id="16" creationId="{279847CB-2DA9-7F50-4856-1CBD95214355}"/>
          </ac:grpSpMkLst>
        </pc:grpChg>
        <pc:grpChg chg="add mod">
          <ac:chgData name="Owais Ahmed" userId="6abc7d4556b3b071" providerId="LiveId" clId="{D0A51F83-B713-4A4D-8105-C75936B8E1D2}" dt="2026-07-14T12:06:16.873" v="2982" actId="14100"/>
          <ac:grpSpMkLst>
            <pc:docMk/>
            <pc:sldMk cId="0" sldId="295"/>
            <ac:grpSpMk id="17" creationId="{5FC87E34-782D-DC0C-694F-9B7846DCEB97}"/>
          </ac:grpSpMkLst>
        </pc:grpChg>
        <pc:grpChg chg="add mod">
          <ac:chgData name="Owais Ahmed" userId="6abc7d4556b3b071" providerId="LiveId" clId="{D0A51F83-B713-4A4D-8105-C75936B8E1D2}" dt="2026-07-14T12:10:00.950" v="3071" actId="1076"/>
          <ac:grpSpMkLst>
            <pc:docMk/>
            <pc:sldMk cId="0" sldId="295"/>
            <ac:grpSpMk id="18" creationId="{04C7340C-5AFE-CBB9-55EB-38C7100C780C}"/>
          </ac:grpSpMkLst>
        </pc:grpChg>
      </pc:sldChg>
      <pc:sldChg chg="addSp modSp add mod setBg modAnim">
        <pc:chgData name="Owais Ahmed" userId="6abc7d4556b3b071" providerId="LiveId" clId="{D0A51F83-B713-4A4D-8105-C75936B8E1D2}" dt="2026-07-16T05:16:30.734" v="4337" actId="207"/>
        <pc:sldMkLst>
          <pc:docMk/>
          <pc:sldMk cId="0" sldId="296"/>
        </pc:sldMkLst>
        <pc:spChg chg="mod">
          <ac:chgData name="Owais Ahmed" userId="6abc7d4556b3b071" providerId="LiveId" clId="{D0A51F83-B713-4A4D-8105-C75936B8E1D2}" dt="2026-07-14T12:30:39.929" v="3355" actId="1076"/>
          <ac:spMkLst>
            <pc:docMk/>
            <pc:sldMk cId="0" sldId="296"/>
            <ac:spMk id="2" creationId="{00000000-0000-0000-0000-000000000000}"/>
          </ac:spMkLst>
        </pc:spChg>
        <pc:spChg chg="mod">
          <ac:chgData name="Owais Ahmed" userId="6abc7d4556b3b071" providerId="LiveId" clId="{D0A51F83-B713-4A4D-8105-C75936B8E1D2}" dt="2026-07-14T12:08:33.487" v="3053" actId="20577"/>
          <ac:spMkLst>
            <pc:docMk/>
            <pc:sldMk cId="0" sldId="296"/>
            <ac:spMk id="3" creationId="{00000000-0000-0000-0000-000000000000}"/>
          </ac:spMkLst>
        </pc:spChg>
        <pc:spChg chg="mod">
          <ac:chgData name="Owais Ahmed" userId="6abc7d4556b3b071" providerId="LiveId" clId="{D0A51F83-B713-4A4D-8105-C75936B8E1D2}" dt="2026-07-14T12:10:47.676" v="3081" actId="164"/>
          <ac:spMkLst>
            <pc:docMk/>
            <pc:sldMk cId="0" sldId="296"/>
            <ac:spMk id="4" creationId="{00000000-0000-0000-0000-000000000000}"/>
          </ac:spMkLst>
        </pc:spChg>
        <pc:spChg chg="mod">
          <ac:chgData name="Owais Ahmed" userId="6abc7d4556b3b071" providerId="LiveId" clId="{D0A51F83-B713-4A4D-8105-C75936B8E1D2}" dt="2026-07-14T12:10:47.676" v="3081" actId="164"/>
          <ac:spMkLst>
            <pc:docMk/>
            <pc:sldMk cId="0" sldId="296"/>
            <ac:spMk id="5" creationId="{00000000-0000-0000-0000-000000000000}"/>
          </ac:spMkLst>
        </pc:spChg>
        <pc:spChg chg="mod">
          <ac:chgData name="Owais Ahmed" userId="6abc7d4556b3b071" providerId="LiveId" clId="{D0A51F83-B713-4A4D-8105-C75936B8E1D2}" dt="2026-07-14T12:10:51.251" v="3082" actId="164"/>
          <ac:spMkLst>
            <pc:docMk/>
            <pc:sldMk cId="0" sldId="296"/>
            <ac:spMk id="6" creationId="{00000000-0000-0000-0000-000000000000}"/>
          </ac:spMkLst>
        </pc:spChg>
        <pc:spChg chg="mod">
          <ac:chgData name="Owais Ahmed" userId="6abc7d4556b3b071" providerId="LiveId" clId="{D0A51F83-B713-4A4D-8105-C75936B8E1D2}" dt="2026-07-14T12:10:51.251" v="3082" actId="164"/>
          <ac:spMkLst>
            <pc:docMk/>
            <pc:sldMk cId="0" sldId="296"/>
            <ac:spMk id="7" creationId="{00000000-0000-0000-0000-000000000000}"/>
          </ac:spMkLst>
        </pc:spChg>
        <pc:spChg chg="mod">
          <ac:chgData name="Owais Ahmed" userId="6abc7d4556b3b071" providerId="LiveId" clId="{D0A51F83-B713-4A4D-8105-C75936B8E1D2}" dt="2026-07-14T12:10:54.828" v="3083" actId="164"/>
          <ac:spMkLst>
            <pc:docMk/>
            <pc:sldMk cId="0" sldId="296"/>
            <ac:spMk id="8" creationId="{00000000-0000-0000-0000-000000000000}"/>
          </ac:spMkLst>
        </pc:spChg>
        <pc:spChg chg="mod">
          <ac:chgData name="Owais Ahmed" userId="6abc7d4556b3b071" providerId="LiveId" clId="{D0A51F83-B713-4A4D-8105-C75936B8E1D2}" dt="2026-07-14T12:11:02.280" v="3090" actId="20577"/>
          <ac:spMkLst>
            <pc:docMk/>
            <pc:sldMk cId="0" sldId="296"/>
            <ac:spMk id="9" creationId="{00000000-0000-0000-0000-000000000000}"/>
          </ac:spMkLst>
        </pc:spChg>
        <pc:spChg chg="mod ord">
          <ac:chgData name="Owais Ahmed" userId="6abc7d4556b3b071" providerId="LiveId" clId="{D0A51F83-B713-4A4D-8105-C75936B8E1D2}" dt="2026-07-14T12:11:10.740" v="3093" actId="164"/>
          <ac:spMkLst>
            <pc:docMk/>
            <pc:sldMk cId="0" sldId="296"/>
            <ac:spMk id="10" creationId="{00000000-0000-0000-0000-000000000000}"/>
          </ac:spMkLst>
        </pc:spChg>
        <pc:spChg chg="mod ord">
          <ac:chgData name="Owais Ahmed" userId="6abc7d4556b3b071" providerId="LiveId" clId="{D0A51F83-B713-4A4D-8105-C75936B8E1D2}" dt="2026-07-14T12:11:10.740" v="3093" actId="164"/>
          <ac:spMkLst>
            <pc:docMk/>
            <pc:sldMk cId="0" sldId="296"/>
            <ac:spMk id="11" creationId="{00000000-0000-0000-0000-000000000000}"/>
          </ac:spMkLst>
        </pc:spChg>
        <pc:spChg chg="mod">
          <ac:chgData name="Owais Ahmed" userId="6abc7d4556b3b071" providerId="LiveId" clId="{D0A51F83-B713-4A4D-8105-C75936B8E1D2}" dt="2026-07-14T12:07:31.150" v="3016" actId="164"/>
          <ac:spMkLst>
            <pc:docMk/>
            <pc:sldMk cId="0" sldId="296"/>
            <ac:spMk id="12" creationId="{00000000-0000-0000-0000-000000000000}"/>
          </ac:spMkLst>
        </pc:spChg>
        <pc:spChg chg="mod">
          <ac:chgData name="Owais Ahmed" userId="6abc7d4556b3b071" providerId="LiveId" clId="{D0A51F83-B713-4A4D-8105-C75936B8E1D2}" dt="2026-07-16T05:16:30.734" v="4337" actId="207"/>
          <ac:spMkLst>
            <pc:docMk/>
            <pc:sldMk cId="0" sldId="296"/>
            <ac:spMk id="13" creationId="{00000000-0000-0000-0000-000000000000}"/>
          </ac:spMkLst>
        </pc:spChg>
        <pc:spChg chg="add mod">
          <ac:chgData name="Owais Ahmed" userId="6abc7d4556b3b071" providerId="LiveId" clId="{D0A51F83-B713-4A4D-8105-C75936B8E1D2}" dt="2026-07-14T12:10:05.622" v="3072" actId="164"/>
          <ac:spMkLst>
            <pc:docMk/>
            <pc:sldMk cId="0" sldId="296"/>
            <ac:spMk id="17" creationId="{CE2296D4-1BB6-AC8F-8CDB-9E31AE627EF3}"/>
          </ac:spMkLst>
        </pc:spChg>
        <pc:spChg chg="add mod">
          <ac:chgData name="Owais Ahmed" userId="6abc7d4556b3b071" providerId="LiveId" clId="{D0A51F83-B713-4A4D-8105-C75936B8E1D2}" dt="2026-07-14T12:10:05.622" v="3072" actId="164"/>
          <ac:spMkLst>
            <pc:docMk/>
            <pc:sldMk cId="0" sldId="296"/>
            <ac:spMk id="19" creationId="{CCBF2F13-3E09-85F2-52B0-4E247192B74A}"/>
          </ac:spMkLst>
        </pc:spChg>
        <pc:grpChg chg="add mod">
          <ac:chgData name="Owais Ahmed" userId="6abc7d4556b3b071" providerId="LiveId" clId="{D0A51F83-B713-4A4D-8105-C75936B8E1D2}" dt="2026-07-14T12:07:36.928" v="3017" actId="1076"/>
          <ac:grpSpMkLst>
            <pc:docMk/>
            <pc:sldMk cId="0" sldId="296"/>
            <ac:grpSpMk id="15" creationId="{D3C37DDA-5D45-7775-0745-E21F92B6C312}"/>
          </ac:grpSpMkLst>
        </pc:grpChg>
        <pc:grpChg chg="add mod">
          <ac:chgData name="Owais Ahmed" userId="6abc7d4556b3b071" providerId="LiveId" clId="{D0A51F83-B713-4A4D-8105-C75936B8E1D2}" dt="2026-07-14T12:10:09.430" v="3073" actId="1076"/>
          <ac:grpSpMkLst>
            <pc:docMk/>
            <pc:sldMk cId="0" sldId="296"/>
            <ac:grpSpMk id="20" creationId="{A282D68B-0B3C-6280-0679-7D052521499B}"/>
          </ac:grpSpMkLst>
        </pc:grpChg>
        <pc:grpChg chg="add mod">
          <ac:chgData name="Owais Ahmed" userId="6abc7d4556b3b071" providerId="LiveId" clId="{D0A51F83-B713-4A4D-8105-C75936B8E1D2}" dt="2026-07-14T12:10:47.676" v="3081" actId="164"/>
          <ac:grpSpMkLst>
            <pc:docMk/>
            <pc:sldMk cId="0" sldId="296"/>
            <ac:grpSpMk id="21" creationId="{42B8421E-4689-9457-5FA0-1C7E3EF4A942}"/>
          </ac:grpSpMkLst>
        </pc:grpChg>
        <pc:grpChg chg="add mod">
          <ac:chgData name="Owais Ahmed" userId="6abc7d4556b3b071" providerId="LiveId" clId="{D0A51F83-B713-4A4D-8105-C75936B8E1D2}" dt="2026-07-14T12:10:51.251" v="3082" actId="164"/>
          <ac:grpSpMkLst>
            <pc:docMk/>
            <pc:sldMk cId="0" sldId="296"/>
            <ac:grpSpMk id="22" creationId="{F7C2F417-311B-72EC-A48E-E8E147DF593C}"/>
          </ac:grpSpMkLst>
        </pc:grpChg>
        <pc:grpChg chg="add mod">
          <ac:chgData name="Owais Ahmed" userId="6abc7d4556b3b071" providerId="LiveId" clId="{D0A51F83-B713-4A4D-8105-C75936B8E1D2}" dt="2026-07-14T12:10:54.828" v="3083" actId="164"/>
          <ac:grpSpMkLst>
            <pc:docMk/>
            <pc:sldMk cId="0" sldId="296"/>
            <ac:grpSpMk id="23" creationId="{57837602-61D8-2AE3-73A7-B561D6DE9C36}"/>
          </ac:grpSpMkLst>
        </pc:grpChg>
        <pc:grpChg chg="add mod">
          <ac:chgData name="Owais Ahmed" userId="6abc7d4556b3b071" providerId="LiveId" clId="{D0A51F83-B713-4A4D-8105-C75936B8E1D2}" dt="2026-07-14T12:11:10.740" v="3093" actId="164"/>
          <ac:grpSpMkLst>
            <pc:docMk/>
            <pc:sldMk cId="0" sldId="296"/>
            <ac:grpSpMk id="24" creationId="{E768308F-4B51-0232-A570-E0EB3EAE4D90}"/>
          </ac:grpSpMkLst>
        </pc:grpChg>
      </pc:sldChg>
      <pc:sldChg chg="addSp modSp add mod setBg modAnim">
        <pc:chgData name="Owais Ahmed" userId="6abc7d4556b3b071" providerId="LiveId" clId="{D0A51F83-B713-4A4D-8105-C75936B8E1D2}" dt="2026-07-14T12:17:07.539" v="3204" actId="207"/>
        <pc:sldMkLst>
          <pc:docMk/>
          <pc:sldMk cId="0" sldId="298"/>
        </pc:sldMkLst>
        <pc:spChg chg="mod">
          <ac:chgData name="Owais Ahmed" userId="6abc7d4556b3b071" providerId="LiveId" clId="{D0A51F83-B713-4A4D-8105-C75936B8E1D2}" dt="2026-07-14T12:13:15.012" v="3110" actId="1076"/>
          <ac:spMkLst>
            <pc:docMk/>
            <pc:sldMk cId="0" sldId="298"/>
            <ac:spMk id="2" creationId="{00000000-0000-0000-0000-000000000000}"/>
          </ac:spMkLst>
        </pc:spChg>
        <pc:spChg chg="mod">
          <ac:chgData name="Owais Ahmed" userId="6abc7d4556b3b071" providerId="LiveId" clId="{D0A51F83-B713-4A4D-8105-C75936B8E1D2}" dt="2026-07-14T12:13:08.324" v="3108" actId="1076"/>
          <ac:spMkLst>
            <pc:docMk/>
            <pc:sldMk cId="0" sldId="298"/>
            <ac:spMk id="3" creationId="{00000000-0000-0000-0000-000000000000}"/>
          </ac:spMkLst>
        </pc:spChg>
        <pc:spChg chg="mod">
          <ac:chgData name="Owais Ahmed" userId="6abc7d4556b3b071" providerId="LiveId" clId="{D0A51F83-B713-4A4D-8105-C75936B8E1D2}" dt="2026-07-14T12:13:35.810" v="3112" actId="164"/>
          <ac:spMkLst>
            <pc:docMk/>
            <pc:sldMk cId="0" sldId="298"/>
            <ac:spMk id="4" creationId="{00000000-0000-0000-0000-000000000000}"/>
          </ac:spMkLst>
        </pc:spChg>
        <pc:spChg chg="mod">
          <ac:chgData name="Owais Ahmed" userId="6abc7d4556b3b071" providerId="LiveId" clId="{D0A51F83-B713-4A4D-8105-C75936B8E1D2}" dt="2026-07-14T12:13:35.810" v="3112" actId="164"/>
          <ac:spMkLst>
            <pc:docMk/>
            <pc:sldMk cId="0" sldId="298"/>
            <ac:spMk id="5" creationId="{00000000-0000-0000-0000-000000000000}"/>
          </ac:spMkLst>
        </pc:spChg>
        <pc:spChg chg="mod">
          <ac:chgData name="Owais Ahmed" userId="6abc7d4556b3b071" providerId="LiveId" clId="{D0A51F83-B713-4A4D-8105-C75936B8E1D2}" dt="2026-07-14T12:13:35.810" v="3112" actId="164"/>
          <ac:spMkLst>
            <pc:docMk/>
            <pc:sldMk cId="0" sldId="298"/>
            <ac:spMk id="6" creationId="{00000000-0000-0000-0000-000000000000}"/>
          </ac:spMkLst>
        </pc:spChg>
        <pc:spChg chg="mod">
          <ac:chgData name="Owais Ahmed" userId="6abc7d4556b3b071" providerId="LiveId" clId="{D0A51F83-B713-4A4D-8105-C75936B8E1D2}" dt="2026-07-14T12:14:17.374" v="3164" actId="20577"/>
          <ac:spMkLst>
            <pc:docMk/>
            <pc:sldMk cId="0" sldId="298"/>
            <ac:spMk id="7" creationId="{00000000-0000-0000-0000-000000000000}"/>
          </ac:spMkLst>
        </pc:spChg>
        <pc:spChg chg="mod">
          <ac:chgData name="Owais Ahmed" userId="6abc7d4556b3b071" providerId="LiveId" clId="{D0A51F83-B713-4A4D-8105-C75936B8E1D2}" dt="2026-07-14T12:14:30.977" v="3165" actId="164"/>
          <ac:spMkLst>
            <pc:docMk/>
            <pc:sldMk cId="0" sldId="298"/>
            <ac:spMk id="8" creationId="{00000000-0000-0000-0000-000000000000}"/>
          </ac:spMkLst>
        </pc:spChg>
        <pc:spChg chg="mod">
          <ac:chgData name="Owais Ahmed" userId="6abc7d4556b3b071" providerId="LiveId" clId="{D0A51F83-B713-4A4D-8105-C75936B8E1D2}" dt="2026-07-14T12:14:30.977" v="3165" actId="164"/>
          <ac:spMkLst>
            <pc:docMk/>
            <pc:sldMk cId="0" sldId="298"/>
            <ac:spMk id="9" creationId="{00000000-0000-0000-0000-000000000000}"/>
          </ac:spMkLst>
        </pc:spChg>
        <pc:spChg chg="mod">
          <ac:chgData name="Owais Ahmed" userId="6abc7d4556b3b071" providerId="LiveId" clId="{D0A51F83-B713-4A4D-8105-C75936B8E1D2}" dt="2026-07-14T12:15:42.006" v="3196" actId="20577"/>
          <ac:spMkLst>
            <pc:docMk/>
            <pc:sldMk cId="0" sldId="298"/>
            <ac:spMk id="10" creationId="{00000000-0000-0000-0000-000000000000}"/>
          </ac:spMkLst>
        </pc:spChg>
        <pc:spChg chg="mod">
          <ac:chgData name="Owais Ahmed" userId="6abc7d4556b3b071" providerId="LiveId" clId="{D0A51F83-B713-4A4D-8105-C75936B8E1D2}" dt="2026-07-14T12:14:30.977" v="3165" actId="164"/>
          <ac:spMkLst>
            <pc:docMk/>
            <pc:sldMk cId="0" sldId="298"/>
            <ac:spMk id="11" creationId="{00000000-0000-0000-0000-000000000000}"/>
          </ac:spMkLst>
        </pc:spChg>
        <pc:spChg chg="mod">
          <ac:chgData name="Owais Ahmed" userId="6abc7d4556b3b071" providerId="LiveId" clId="{D0A51F83-B713-4A4D-8105-C75936B8E1D2}" dt="2026-07-14T12:14:36.522" v="3166" actId="164"/>
          <ac:spMkLst>
            <pc:docMk/>
            <pc:sldMk cId="0" sldId="298"/>
            <ac:spMk id="12" creationId="{00000000-0000-0000-0000-000000000000}"/>
          </ac:spMkLst>
        </pc:spChg>
        <pc:spChg chg="mod">
          <ac:chgData name="Owais Ahmed" userId="6abc7d4556b3b071" providerId="LiveId" clId="{D0A51F83-B713-4A4D-8105-C75936B8E1D2}" dt="2026-07-14T12:14:36.522" v="3166" actId="164"/>
          <ac:spMkLst>
            <pc:docMk/>
            <pc:sldMk cId="0" sldId="298"/>
            <ac:spMk id="13" creationId="{00000000-0000-0000-0000-000000000000}"/>
          </ac:spMkLst>
        </pc:spChg>
        <pc:spChg chg="mod">
          <ac:chgData name="Owais Ahmed" userId="6abc7d4556b3b071" providerId="LiveId" clId="{D0A51F83-B713-4A4D-8105-C75936B8E1D2}" dt="2026-07-14T12:15:41.415" v="3195" actId="20577"/>
          <ac:spMkLst>
            <pc:docMk/>
            <pc:sldMk cId="0" sldId="298"/>
            <ac:spMk id="14" creationId="{00000000-0000-0000-0000-000000000000}"/>
          </ac:spMkLst>
        </pc:spChg>
        <pc:spChg chg="mod">
          <ac:chgData name="Owais Ahmed" userId="6abc7d4556b3b071" providerId="LiveId" clId="{D0A51F83-B713-4A4D-8105-C75936B8E1D2}" dt="2026-07-14T12:14:36.522" v="3166" actId="164"/>
          <ac:spMkLst>
            <pc:docMk/>
            <pc:sldMk cId="0" sldId="298"/>
            <ac:spMk id="15" creationId="{00000000-0000-0000-0000-000000000000}"/>
          </ac:spMkLst>
        </pc:spChg>
        <pc:spChg chg="mod">
          <ac:chgData name="Owais Ahmed" userId="6abc7d4556b3b071" providerId="LiveId" clId="{D0A51F83-B713-4A4D-8105-C75936B8E1D2}" dt="2026-07-14T12:14:41.329" v="3167" actId="164"/>
          <ac:spMkLst>
            <pc:docMk/>
            <pc:sldMk cId="0" sldId="298"/>
            <ac:spMk id="16" creationId="{00000000-0000-0000-0000-000000000000}"/>
          </ac:spMkLst>
        </pc:spChg>
        <pc:spChg chg="mod">
          <ac:chgData name="Owais Ahmed" userId="6abc7d4556b3b071" providerId="LiveId" clId="{D0A51F83-B713-4A4D-8105-C75936B8E1D2}" dt="2026-07-14T12:14:41.329" v="3167" actId="164"/>
          <ac:spMkLst>
            <pc:docMk/>
            <pc:sldMk cId="0" sldId="298"/>
            <ac:spMk id="17" creationId="{00000000-0000-0000-0000-000000000000}"/>
          </ac:spMkLst>
        </pc:spChg>
        <pc:spChg chg="mod">
          <ac:chgData name="Owais Ahmed" userId="6abc7d4556b3b071" providerId="LiveId" clId="{D0A51F83-B713-4A4D-8105-C75936B8E1D2}" dt="2026-07-14T12:14:41.329" v="3167" actId="164"/>
          <ac:spMkLst>
            <pc:docMk/>
            <pc:sldMk cId="0" sldId="298"/>
            <ac:spMk id="18" creationId="{00000000-0000-0000-0000-000000000000}"/>
          </ac:spMkLst>
        </pc:spChg>
        <pc:spChg chg="mod">
          <ac:chgData name="Owais Ahmed" userId="6abc7d4556b3b071" providerId="LiveId" clId="{D0A51F83-B713-4A4D-8105-C75936B8E1D2}" dt="2026-07-14T12:14:41.329" v="3167" actId="164"/>
          <ac:spMkLst>
            <pc:docMk/>
            <pc:sldMk cId="0" sldId="298"/>
            <ac:spMk id="19" creationId="{00000000-0000-0000-0000-000000000000}"/>
          </ac:spMkLst>
        </pc:spChg>
        <pc:spChg chg="mod">
          <ac:chgData name="Owais Ahmed" userId="6abc7d4556b3b071" providerId="LiveId" clId="{D0A51F83-B713-4A4D-8105-C75936B8E1D2}" dt="2026-07-14T12:14:46.482" v="3168" actId="164"/>
          <ac:spMkLst>
            <pc:docMk/>
            <pc:sldMk cId="0" sldId="298"/>
            <ac:spMk id="20" creationId="{00000000-0000-0000-0000-000000000000}"/>
          </ac:spMkLst>
        </pc:spChg>
        <pc:spChg chg="mod">
          <ac:chgData name="Owais Ahmed" userId="6abc7d4556b3b071" providerId="LiveId" clId="{D0A51F83-B713-4A4D-8105-C75936B8E1D2}" dt="2026-07-14T12:15:41.142" v="3194" actId="20577"/>
          <ac:spMkLst>
            <pc:docMk/>
            <pc:sldMk cId="0" sldId="298"/>
            <ac:spMk id="21" creationId="{00000000-0000-0000-0000-000000000000}"/>
          </ac:spMkLst>
        </pc:spChg>
        <pc:spChg chg="mod">
          <ac:chgData name="Owais Ahmed" userId="6abc7d4556b3b071" providerId="LiveId" clId="{D0A51F83-B713-4A4D-8105-C75936B8E1D2}" dt="2026-07-14T12:14:46.482" v="3168" actId="164"/>
          <ac:spMkLst>
            <pc:docMk/>
            <pc:sldMk cId="0" sldId="298"/>
            <ac:spMk id="22" creationId="{00000000-0000-0000-0000-000000000000}"/>
          </ac:spMkLst>
        </pc:spChg>
        <pc:spChg chg="mod">
          <ac:chgData name="Owais Ahmed" userId="6abc7d4556b3b071" providerId="LiveId" clId="{D0A51F83-B713-4A4D-8105-C75936B8E1D2}" dt="2026-07-14T12:17:00.024" v="3202" actId="164"/>
          <ac:spMkLst>
            <pc:docMk/>
            <pc:sldMk cId="0" sldId="298"/>
            <ac:spMk id="23" creationId="{00000000-0000-0000-0000-000000000000}"/>
          </ac:spMkLst>
        </pc:spChg>
        <pc:spChg chg="mod">
          <ac:chgData name="Owais Ahmed" userId="6abc7d4556b3b071" providerId="LiveId" clId="{D0A51F83-B713-4A4D-8105-C75936B8E1D2}" dt="2026-07-14T12:17:07.539" v="3204" actId="207"/>
          <ac:spMkLst>
            <pc:docMk/>
            <pc:sldMk cId="0" sldId="298"/>
            <ac:spMk id="24" creationId="{00000000-0000-0000-0000-000000000000}"/>
          </ac:spMkLst>
        </pc:spChg>
        <pc:grpChg chg="add mod">
          <ac:chgData name="Owais Ahmed" userId="6abc7d4556b3b071" providerId="LiveId" clId="{D0A51F83-B713-4A4D-8105-C75936B8E1D2}" dt="2026-07-14T12:13:35.810" v="3112" actId="164"/>
          <ac:grpSpMkLst>
            <pc:docMk/>
            <pc:sldMk cId="0" sldId="298"/>
            <ac:grpSpMk id="25" creationId="{EF2AD03C-50D6-59CE-7D1E-BFFACE221E94}"/>
          </ac:grpSpMkLst>
        </pc:grpChg>
        <pc:grpChg chg="add mod">
          <ac:chgData name="Owais Ahmed" userId="6abc7d4556b3b071" providerId="LiveId" clId="{D0A51F83-B713-4A4D-8105-C75936B8E1D2}" dt="2026-07-14T12:14:30.977" v="3165" actId="164"/>
          <ac:grpSpMkLst>
            <pc:docMk/>
            <pc:sldMk cId="0" sldId="298"/>
            <ac:grpSpMk id="26" creationId="{418B27CD-05DE-9B93-9A07-3D1D37992FAE}"/>
          </ac:grpSpMkLst>
        </pc:grpChg>
        <pc:grpChg chg="add mod">
          <ac:chgData name="Owais Ahmed" userId="6abc7d4556b3b071" providerId="LiveId" clId="{D0A51F83-B713-4A4D-8105-C75936B8E1D2}" dt="2026-07-14T12:14:36.522" v="3166" actId="164"/>
          <ac:grpSpMkLst>
            <pc:docMk/>
            <pc:sldMk cId="0" sldId="298"/>
            <ac:grpSpMk id="27" creationId="{21C49E03-71E0-2873-296A-58935A5EEDC6}"/>
          </ac:grpSpMkLst>
        </pc:grpChg>
        <pc:grpChg chg="add mod">
          <ac:chgData name="Owais Ahmed" userId="6abc7d4556b3b071" providerId="LiveId" clId="{D0A51F83-B713-4A4D-8105-C75936B8E1D2}" dt="2026-07-14T12:14:41.329" v="3167" actId="164"/>
          <ac:grpSpMkLst>
            <pc:docMk/>
            <pc:sldMk cId="0" sldId="298"/>
            <ac:grpSpMk id="28" creationId="{50700DC4-2277-6F93-4689-1141AFE83E70}"/>
          </ac:grpSpMkLst>
        </pc:grpChg>
        <pc:grpChg chg="add mod">
          <ac:chgData name="Owais Ahmed" userId="6abc7d4556b3b071" providerId="LiveId" clId="{D0A51F83-B713-4A4D-8105-C75936B8E1D2}" dt="2026-07-14T12:14:46.482" v="3168" actId="164"/>
          <ac:grpSpMkLst>
            <pc:docMk/>
            <pc:sldMk cId="0" sldId="298"/>
            <ac:grpSpMk id="29" creationId="{A49848DE-C5AA-B702-064D-50AA5F20F2BB}"/>
          </ac:grpSpMkLst>
        </pc:grpChg>
        <pc:grpChg chg="add mod">
          <ac:chgData name="Owais Ahmed" userId="6abc7d4556b3b071" providerId="LiveId" clId="{D0A51F83-B713-4A4D-8105-C75936B8E1D2}" dt="2026-07-14T12:17:00.024" v="3202" actId="164"/>
          <ac:grpSpMkLst>
            <pc:docMk/>
            <pc:sldMk cId="0" sldId="298"/>
            <ac:grpSpMk id="30" creationId="{32B55AF8-AFAC-782E-F239-B15B73D04E9B}"/>
          </ac:grpSpMkLst>
        </pc:grpChg>
      </pc:sldChg>
      <pc:sldChg chg="addSp delSp modSp add mod setBg modAnim">
        <pc:chgData name="Owais Ahmed" userId="6abc7d4556b3b071" providerId="LiveId" clId="{D0A51F83-B713-4A4D-8105-C75936B8E1D2}" dt="2026-07-16T16:57:58.846" v="4494" actId="27636"/>
        <pc:sldMkLst>
          <pc:docMk/>
          <pc:sldMk cId="0" sldId="301"/>
        </pc:sldMkLst>
        <pc:spChg chg="mod">
          <ac:chgData name="Owais Ahmed" userId="6abc7d4556b3b071" providerId="LiveId" clId="{D0A51F83-B713-4A4D-8105-C75936B8E1D2}" dt="2026-07-13T13:42:50.383" v="2157" actId="27636"/>
          <ac:spMkLst>
            <pc:docMk/>
            <pc:sldMk cId="0" sldId="301"/>
            <ac:spMk id="2" creationId="{00000000-0000-0000-0000-000000000000}"/>
          </ac:spMkLst>
        </pc:spChg>
        <pc:spChg chg="mod">
          <ac:chgData name="Owais Ahmed" userId="6abc7d4556b3b071" providerId="LiveId" clId="{D0A51F83-B713-4A4D-8105-C75936B8E1D2}" dt="2026-07-14T12:29:11.498" v="3337" actId="14100"/>
          <ac:spMkLst>
            <pc:docMk/>
            <pc:sldMk cId="0" sldId="301"/>
            <ac:spMk id="4" creationId="{00000000-0000-0000-0000-000000000000}"/>
          </ac:spMkLst>
        </pc:spChg>
        <pc:spChg chg="mod">
          <ac:chgData name="Owais Ahmed" userId="6abc7d4556b3b071" providerId="LiveId" clId="{D0A51F83-B713-4A4D-8105-C75936B8E1D2}" dt="2026-07-16T16:57:23.653" v="4431"/>
          <ac:spMkLst>
            <pc:docMk/>
            <pc:sldMk cId="0" sldId="301"/>
            <ac:spMk id="5" creationId="{50F146F5-D312-9014-135F-C05BAAEA159E}"/>
          </ac:spMkLst>
        </pc:spChg>
        <pc:spChg chg="mod">
          <ac:chgData name="Owais Ahmed" userId="6abc7d4556b3b071" providerId="LiveId" clId="{D0A51F83-B713-4A4D-8105-C75936B8E1D2}" dt="2026-07-16T16:57:23.653" v="4431"/>
          <ac:spMkLst>
            <pc:docMk/>
            <pc:sldMk cId="0" sldId="301"/>
            <ac:spMk id="6" creationId="{049192CF-550D-4508-1DED-F9B472B7AD5C}"/>
          </ac:spMkLst>
        </pc:spChg>
        <pc:spChg chg="add mod">
          <ac:chgData name="Owais Ahmed" userId="6abc7d4556b3b071" providerId="LiveId" clId="{D0A51F83-B713-4A4D-8105-C75936B8E1D2}" dt="2026-07-14T12:28:52.681" v="3334" actId="20577"/>
          <ac:spMkLst>
            <pc:docMk/>
            <pc:sldMk cId="0" sldId="301"/>
            <ac:spMk id="7" creationId="{E55DA8D0-42A6-F5E9-8955-0DD9AFC77728}"/>
          </ac:spMkLst>
        </pc:spChg>
        <pc:spChg chg="mod">
          <ac:chgData name="Owais Ahmed" userId="6abc7d4556b3b071" providerId="LiveId" clId="{D0A51F83-B713-4A4D-8105-C75936B8E1D2}" dt="2026-07-16T16:57:23.653" v="4431"/>
          <ac:spMkLst>
            <pc:docMk/>
            <pc:sldMk cId="0" sldId="301"/>
            <ac:spMk id="8" creationId="{A0E338DB-BC5B-41FF-20F7-04C4BA216766}"/>
          </ac:spMkLst>
        </pc:spChg>
        <pc:spChg chg="add del mod">
          <ac:chgData name="Owais Ahmed" userId="6abc7d4556b3b071" providerId="LiveId" clId="{D0A51F83-B713-4A4D-8105-C75936B8E1D2}" dt="2026-07-16T16:57:32.399" v="4435" actId="478"/>
          <ac:spMkLst>
            <pc:docMk/>
            <pc:sldMk cId="0" sldId="301"/>
            <ac:spMk id="10" creationId="{64A660EB-D3AE-1130-C7E5-8DE08F284BCD}"/>
          </ac:spMkLst>
        </pc:spChg>
        <pc:spChg chg="del mod">
          <ac:chgData name="Owais Ahmed" userId="6abc7d4556b3b071" providerId="LiveId" clId="{D0A51F83-B713-4A4D-8105-C75936B8E1D2}" dt="2026-07-16T16:57:36.442" v="4436" actId="478"/>
          <ac:spMkLst>
            <pc:docMk/>
            <pc:sldMk cId="0" sldId="301"/>
            <ac:spMk id="11" creationId="{A76C9A3A-C0BF-83C4-0D9B-DB4C0A5876A1}"/>
          </ac:spMkLst>
        </pc:spChg>
        <pc:spChg chg="mod">
          <ac:chgData name="Owais Ahmed" userId="6abc7d4556b3b071" providerId="LiveId" clId="{D0A51F83-B713-4A4D-8105-C75936B8E1D2}" dt="2026-07-16T16:57:58.846" v="4494" actId="27636"/>
          <ac:spMkLst>
            <pc:docMk/>
            <pc:sldMk cId="0" sldId="301"/>
            <ac:spMk id="12" creationId="{92AA75BF-0920-A217-D3AB-843B2F350322}"/>
          </ac:spMkLst>
        </pc:spChg>
        <pc:spChg chg="mod">
          <ac:chgData name="Owais Ahmed" userId="6abc7d4556b3b071" providerId="LiveId" clId="{D0A51F83-B713-4A4D-8105-C75936B8E1D2}" dt="2026-07-16T16:57:38.574" v="4437"/>
          <ac:spMkLst>
            <pc:docMk/>
            <pc:sldMk cId="0" sldId="301"/>
            <ac:spMk id="14" creationId="{2FFCAA1C-C286-DC9A-066B-FF4184C10441}"/>
          </ac:spMkLst>
        </pc:spChg>
        <pc:spChg chg="mod">
          <ac:chgData name="Owais Ahmed" userId="6abc7d4556b3b071" providerId="LiveId" clId="{D0A51F83-B713-4A4D-8105-C75936B8E1D2}" dt="2026-07-16T16:57:38.574" v="4437"/>
          <ac:spMkLst>
            <pc:docMk/>
            <pc:sldMk cId="0" sldId="301"/>
            <ac:spMk id="15" creationId="{B6950B6A-8F64-316A-8C1B-768D95B69F21}"/>
          </ac:spMkLst>
        </pc:spChg>
        <pc:spChg chg="mod">
          <ac:chgData name="Owais Ahmed" userId="6abc7d4556b3b071" providerId="LiveId" clId="{D0A51F83-B713-4A4D-8105-C75936B8E1D2}" dt="2026-07-16T16:57:38.574" v="4437"/>
          <ac:spMkLst>
            <pc:docMk/>
            <pc:sldMk cId="0" sldId="301"/>
            <ac:spMk id="16" creationId="{E1B31115-68A2-A680-1887-07AFF4B59DD7}"/>
          </ac:spMkLst>
        </pc:spChg>
        <pc:grpChg chg="add mod">
          <ac:chgData name="Owais Ahmed" userId="6abc7d4556b3b071" providerId="LiveId" clId="{D0A51F83-B713-4A4D-8105-C75936B8E1D2}" dt="2026-07-16T16:57:23.653" v="4431"/>
          <ac:grpSpMkLst>
            <pc:docMk/>
            <pc:sldMk cId="0" sldId="301"/>
            <ac:grpSpMk id="3" creationId="{E7A4A425-2A27-1963-B901-8CF22600B6AE}"/>
          </ac:grpSpMkLst>
        </pc:grpChg>
        <pc:grpChg chg="add mod">
          <ac:chgData name="Owais Ahmed" userId="6abc7d4556b3b071" providerId="LiveId" clId="{D0A51F83-B713-4A4D-8105-C75936B8E1D2}" dt="2026-07-16T16:57:27.830" v="4433"/>
          <ac:grpSpMkLst>
            <pc:docMk/>
            <pc:sldMk cId="0" sldId="301"/>
            <ac:grpSpMk id="9" creationId="{36EBC3A8-5679-42A4-4B77-B4BADC70AF2A}"/>
          </ac:grpSpMkLst>
        </pc:grpChg>
        <pc:grpChg chg="add mod">
          <ac:chgData name="Owais Ahmed" userId="6abc7d4556b3b071" providerId="LiveId" clId="{D0A51F83-B713-4A4D-8105-C75936B8E1D2}" dt="2026-07-16T16:57:38.574" v="4437"/>
          <ac:grpSpMkLst>
            <pc:docMk/>
            <pc:sldMk cId="0" sldId="301"/>
            <ac:grpSpMk id="13" creationId="{26C5AC24-D26E-7666-EEF1-E6B9FC5FB6AA}"/>
          </ac:grpSpMkLst>
        </pc:grpChg>
      </pc:sldChg>
      <pc:sldChg chg="addSp delSp modSp add mod setBg modAnim">
        <pc:chgData name="Owais Ahmed" userId="6abc7d4556b3b071" providerId="LiveId" clId="{D0A51F83-B713-4A4D-8105-C75936B8E1D2}" dt="2026-07-16T05:16:46.958" v="4340" actId="207"/>
        <pc:sldMkLst>
          <pc:docMk/>
          <pc:sldMk cId="0" sldId="302"/>
        </pc:sldMkLst>
        <pc:spChg chg="mod">
          <ac:chgData name="Owais Ahmed" userId="6abc7d4556b3b071" providerId="LiveId" clId="{D0A51F83-B713-4A4D-8105-C75936B8E1D2}" dt="2026-07-14T12:33:17.934" v="3376" actId="20577"/>
          <ac:spMkLst>
            <pc:docMk/>
            <pc:sldMk cId="0" sldId="302"/>
            <ac:spMk id="2" creationId="{00000000-0000-0000-0000-000000000000}"/>
          </ac:spMkLst>
        </pc:spChg>
        <pc:spChg chg="mod">
          <ac:chgData name="Owais Ahmed" userId="6abc7d4556b3b071" providerId="LiveId" clId="{D0A51F83-B713-4A4D-8105-C75936B8E1D2}" dt="2026-07-14T13:01:16.331" v="3682" actId="20577"/>
          <ac:spMkLst>
            <pc:docMk/>
            <pc:sldMk cId="0" sldId="302"/>
            <ac:spMk id="3" creationId="{00000000-0000-0000-0000-000000000000}"/>
          </ac:spMkLst>
        </pc:spChg>
        <pc:spChg chg="mod">
          <ac:chgData name="Owais Ahmed" userId="6abc7d4556b3b071" providerId="LiveId" clId="{D0A51F83-B713-4A4D-8105-C75936B8E1D2}" dt="2026-07-14T12:47:17.882" v="3454" actId="27636"/>
          <ac:spMkLst>
            <pc:docMk/>
            <pc:sldMk cId="0" sldId="302"/>
            <ac:spMk id="4" creationId="{00000000-0000-0000-0000-000000000000}"/>
          </ac:spMkLst>
        </pc:spChg>
        <pc:spChg chg="mod">
          <ac:chgData name="Owais Ahmed" userId="6abc7d4556b3b071" providerId="LiveId" clId="{D0A51F83-B713-4A4D-8105-C75936B8E1D2}" dt="2026-07-14T13:01:48.157" v="3687" actId="164"/>
          <ac:spMkLst>
            <pc:docMk/>
            <pc:sldMk cId="0" sldId="302"/>
            <ac:spMk id="5" creationId="{00000000-0000-0000-0000-000000000000}"/>
          </ac:spMkLst>
        </pc:spChg>
        <pc:spChg chg="mod">
          <ac:chgData name="Owais Ahmed" userId="6abc7d4556b3b071" providerId="LiveId" clId="{D0A51F83-B713-4A4D-8105-C75936B8E1D2}" dt="2026-07-14T13:01:48.157" v="3687" actId="164"/>
          <ac:spMkLst>
            <pc:docMk/>
            <pc:sldMk cId="0" sldId="302"/>
            <ac:spMk id="6" creationId="{00000000-0000-0000-0000-000000000000}"/>
          </ac:spMkLst>
        </pc:spChg>
        <pc:spChg chg="mod">
          <ac:chgData name="Owais Ahmed" userId="6abc7d4556b3b071" providerId="LiveId" clId="{D0A51F83-B713-4A4D-8105-C75936B8E1D2}" dt="2026-07-14T13:01:48.157" v="3687" actId="164"/>
          <ac:spMkLst>
            <pc:docMk/>
            <pc:sldMk cId="0" sldId="302"/>
            <ac:spMk id="7" creationId="{00000000-0000-0000-0000-000000000000}"/>
          </ac:spMkLst>
        </pc:spChg>
        <pc:spChg chg="mod">
          <ac:chgData name="Owais Ahmed" userId="6abc7d4556b3b071" providerId="LiveId" clId="{D0A51F83-B713-4A4D-8105-C75936B8E1D2}" dt="2026-07-14T13:01:48.157" v="3687" actId="164"/>
          <ac:spMkLst>
            <pc:docMk/>
            <pc:sldMk cId="0" sldId="302"/>
            <ac:spMk id="8" creationId="{00000000-0000-0000-0000-000000000000}"/>
          </ac:spMkLst>
        </pc:spChg>
        <pc:spChg chg="mod">
          <ac:chgData name="Owais Ahmed" userId="6abc7d4556b3b071" providerId="LiveId" clId="{D0A51F83-B713-4A4D-8105-C75936B8E1D2}" dt="2026-07-14T13:01:48.157" v="3687" actId="164"/>
          <ac:spMkLst>
            <pc:docMk/>
            <pc:sldMk cId="0" sldId="302"/>
            <ac:spMk id="9" creationId="{00000000-0000-0000-0000-000000000000}"/>
          </ac:spMkLst>
        </pc:spChg>
        <pc:spChg chg="mod">
          <ac:chgData name="Owais Ahmed" userId="6abc7d4556b3b071" providerId="LiveId" clId="{D0A51F83-B713-4A4D-8105-C75936B8E1D2}" dt="2026-07-14T13:01:48.157" v="3687" actId="164"/>
          <ac:spMkLst>
            <pc:docMk/>
            <pc:sldMk cId="0" sldId="302"/>
            <ac:spMk id="10" creationId="{00000000-0000-0000-0000-000000000000}"/>
          </ac:spMkLst>
        </pc:spChg>
        <pc:spChg chg="mod">
          <ac:chgData name="Owais Ahmed" userId="6abc7d4556b3b071" providerId="LiveId" clId="{D0A51F83-B713-4A4D-8105-C75936B8E1D2}" dt="2026-07-14T13:01:48.157" v="3687" actId="164"/>
          <ac:spMkLst>
            <pc:docMk/>
            <pc:sldMk cId="0" sldId="302"/>
            <ac:spMk id="11" creationId="{00000000-0000-0000-0000-000000000000}"/>
          </ac:spMkLst>
        </pc:spChg>
        <pc:spChg chg="mod">
          <ac:chgData name="Owais Ahmed" userId="6abc7d4556b3b071" providerId="LiveId" clId="{D0A51F83-B713-4A4D-8105-C75936B8E1D2}" dt="2026-07-14T13:01:48.157" v="3687" actId="164"/>
          <ac:spMkLst>
            <pc:docMk/>
            <pc:sldMk cId="0" sldId="302"/>
            <ac:spMk id="12" creationId="{00000000-0000-0000-0000-000000000000}"/>
          </ac:spMkLst>
        </pc:spChg>
        <pc:spChg chg="mod">
          <ac:chgData name="Owais Ahmed" userId="6abc7d4556b3b071" providerId="LiveId" clId="{D0A51F83-B713-4A4D-8105-C75936B8E1D2}" dt="2026-07-14T13:01:48.157" v="3687" actId="164"/>
          <ac:spMkLst>
            <pc:docMk/>
            <pc:sldMk cId="0" sldId="302"/>
            <ac:spMk id="13" creationId="{00000000-0000-0000-0000-000000000000}"/>
          </ac:spMkLst>
        </pc:spChg>
        <pc:spChg chg="mod">
          <ac:chgData name="Owais Ahmed" userId="6abc7d4556b3b071" providerId="LiveId" clId="{D0A51F83-B713-4A4D-8105-C75936B8E1D2}" dt="2026-07-14T12:45:29.939" v="3409"/>
          <ac:spMkLst>
            <pc:docMk/>
            <pc:sldMk cId="0" sldId="302"/>
            <ac:spMk id="17" creationId="{3B72A29B-C834-5E27-0E04-3BAF41DEF703}"/>
          </ac:spMkLst>
        </pc:spChg>
        <pc:spChg chg="mod">
          <ac:chgData name="Owais Ahmed" userId="6abc7d4556b3b071" providerId="LiveId" clId="{D0A51F83-B713-4A4D-8105-C75936B8E1D2}" dt="2026-07-16T05:16:46.958" v="4340" actId="207"/>
          <ac:spMkLst>
            <pc:docMk/>
            <pc:sldMk cId="0" sldId="302"/>
            <ac:spMk id="18" creationId="{E628737E-BF07-0530-D3D6-45167DE9DCBF}"/>
          </ac:spMkLst>
        </pc:spChg>
        <pc:grpChg chg="add mod">
          <ac:chgData name="Owais Ahmed" userId="6abc7d4556b3b071" providerId="LiveId" clId="{D0A51F83-B713-4A4D-8105-C75936B8E1D2}" dt="2026-07-14T12:45:29.939" v="3409"/>
          <ac:grpSpMkLst>
            <pc:docMk/>
            <pc:sldMk cId="0" sldId="302"/>
            <ac:grpSpMk id="16" creationId="{93C27DBC-C234-A569-412C-CA6A9509DBD6}"/>
          </ac:grpSpMkLst>
        </pc:grpChg>
        <pc:grpChg chg="add mod">
          <ac:chgData name="Owais Ahmed" userId="6abc7d4556b3b071" providerId="LiveId" clId="{D0A51F83-B713-4A4D-8105-C75936B8E1D2}" dt="2026-07-14T13:01:48.157" v="3687" actId="164"/>
          <ac:grpSpMkLst>
            <pc:docMk/>
            <pc:sldMk cId="0" sldId="302"/>
            <ac:grpSpMk id="19" creationId="{19D64ABC-E3EB-31AE-7778-6DF115B78037}"/>
          </ac:grpSpMkLst>
        </pc:grpChg>
      </pc:sldChg>
      <pc:sldChg chg="addSp delSp modSp add mod setBg modAnim">
        <pc:chgData name="Owais Ahmed" userId="6abc7d4556b3b071" providerId="LiveId" clId="{D0A51F83-B713-4A4D-8105-C75936B8E1D2}" dt="2026-07-14T13:06:29.056" v="3822" actId="20577"/>
        <pc:sldMkLst>
          <pc:docMk/>
          <pc:sldMk cId="0" sldId="307"/>
        </pc:sldMkLst>
        <pc:spChg chg="mod">
          <ac:chgData name="Owais Ahmed" userId="6abc7d4556b3b071" providerId="LiveId" clId="{D0A51F83-B713-4A4D-8105-C75936B8E1D2}" dt="2026-07-13T13:42:50.460" v="2176" actId="27636"/>
          <ac:spMkLst>
            <pc:docMk/>
            <pc:sldMk cId="0" sldId="307"/>
            <ac:spMk id="2" creationId="{00000000-0000-0000-0000-000000000000}"/>
          </ac:spMkLst>
        </pc:spChg>
        <pc:spChg chg="mod">
          <ac:chgData name="Owais Ahmed" userId="6abc7d4556b3b071" providerId="LiveId" clId="{D0A51F83-B713-4A4D-8105-C75936B8E1D2}" dt="2026-07-14T13:05:29.307" v="3787" actId="207"/>
          <ac:spMkLst>
            <pc:docMk/>
            <pc:sldMk cId="0" sldId="307"/>
            <ac:spMk id="4" creationId="{00000000-0000-0000-0000-000000000000}"/>
          </ac:spMkLst>
        </pc:spChg>
        <pc:spChg chg="mod">
          <ac:chgData name="Owais Ahmed" userId="6abc7d4556b3b071" providerId="LiveId" clId="{D0A51F83-B713-4A4D-8105-C75936B8E1D2}" dt="2026-07-14T13:05:29.307" v="3787" actId="207"/>
          <ac:spMkLst>
            <pc:docMk/>
            <pc:sldMk cId="0" sldId="307"/>
            <ac:spMk id="6" creationId="{00000000-0000-0000-0000-000000000000}"/>
          </ac:spMkLst>
        </pc:spChg>
        <pc:spChg chg="mod">
          <ac:chgData name="Owais Ahmed" userId="6abc7d4556b3b071" providerId="LiveId" clId="{D0A51F83-B713-4A4D-8105-C75936B8E1D2}" dt="2026-07-14T13:05:29.307" v="3787" actId="207"/>
          <ac:spMkLst>
            <pc:docMk/>
            <pc:sldMk cId="0" sldId="307"/>
            <ac:spMk id="8" creationId="{00000000-0000-0000-0000-000000000000}"/>
          </ac:spMkLst>
        </pc:spChg>
        <pc:spChg chg="mod">
          <ac:chgData name="Owais Ahmed" userId="6abc7d4556b3b071" providerId="LiveId" clId="{D0A51F83-B713-4A4D-8105-C75936B8E1D2}" dt="2026-07-14T13:05:55.834" v="3801" actId="20577"/>
          <ac:spMkLst>
            <pc:docMk/>
            <pc:sldMk cId="0" sldId="307"/>
            <ac:spMk id="10" creationId="{00000000-0000-0000-0000-000000000000}"/>
          </ac:spMkLst>
        </pc:spChg>
        <pc:spChg chg="mod">
          <ac:chgData name="Owais Ahmed" userId="6abc7d4556b3b071" providerId="LiveId" clId="{D0A51F83-B713-4A4D-8105-C75936B8E1D2}" dt="2026-07-14T13:06:05.126" v="3802" actId="164"/>
          <ac:spMkLst>
            <pc:docMk/>
            <pc:sldMk cId="0" sldId="307"/>
            <ac:spMk id="11" creationId="{00000000-0000-0000-0000-000000000000}"/>
          </ac:spMkLst>
        </pc:spChg>
        <pc:spChg chg="mod">
          <ac:chgData name="Owais Ahmed" userId="6abc7d4556b3b071" providerId="LiveId" clId="{D0A51F83-B713-4A4D-8105-C75936B8E1D2}" dt="2026-07-14T13:06:05.126" v="3802" actId="164"/>
          <ac:spMkLst>
            <pc:docMk/>
            <pc:sldMk cId="0" sldId="307"/>
            <ac:spMk id="12" creationId="{00000000-0000-0000-0000-000000000000}"/>
          </ac:spMkLst>
        </pc:spChg>
        <pc:spChg chg="mod">
          <ac:chgData name="Owais Ahmed" userId="6abc7d4556b3b071" providerId="LiveId" clId="{D0A51F83-B713-4A4D-8105-C75936B8E1D2}" dt="2026-07-14T13:06:29.056" v="3822" actId="20577"/>
          <ac:spMkLst>
            <pc:docMk/>
            <pc:sldMk cId="0" sldId="307"/>
            <ac:spMk id="13" creationId="{00000000-0000-0000-0000-000000000000}"/>
          </ac:spMkLst>
        </pc:spChg>
        <pc:grpChg chg="add mod">
          <ac:chgData name="Owais Ahmed" userId="6abc7d4556b3b071" providerId="LiveId" clId="{D0A51F83-B713-4A4D-8105-C75936B8E1D2}" dt="2026-07-14T13:06:05.126" v="3802" actId="164"/>
          <ac:grpSpMkLst>
            <pc:docMk/>
            <pc:sldMk cId="0" sldId="307"/>
            <ac:grpSpMk id="14" creationId="{22CA6B89-0E46-1FCC-03D2-4C5BE13F67B0}"/>
          </ac:grpSpMkLst>
        </pc:grpChg>
      </pc:sldChg>
      <pc:sldChg chg="addSp modSp add mod setBg modAnim">
        <pc:chgData name="Owais Ahmed" userId="6abc7d4556b3b071" providerId="LiveId" clId="{D0A51F83-B713-4A4D-8105-C75936B8E1D2}" dt="2026-07-14T13:06:43.338" v="3826"/>
        <pc:sldMkLst>
          <pc:docMk/>
          <pc:sldMk cId="0" sldId="308"/>
        </pc:sldMkLst>
        <pc:spChg chg="mod">
          <ac:chgData name="Owais Ahmed" userId="6abc7d4556b3b071" providerId="LiveId" clId="{D0A51F83-B713-4A4D-8105-C75936B8E1D2}" dt="2026-07-13T13:42:50.474" v="2180" actId="27636"/>
          <ac:spMkLst>
            <pc:docMk/>
            <pc:sldMk cId="0" sldId="308"/>
            <ac:spMk id="2" creationId="{00000000-0000-0000-0000-000000000000}"/>
          </ac:spMkLst>
        </pc:spChg>
        <pc:spChg chg="mod">
          <ac:chgData name="Owais Ahmed" userId="6abc7d4556b3b071" providerId="LiveId" clId="{D0A51F83-B713-4A4D-8105-C75936B8E1D2}" dt="2026-07-14T12:25:08.331" v="3223" actId="164"/>
          <ac:spMkLst>
            <pc:docMk/>
            <pc:sldMk cId="0" sldId="308"/>
            <ac:spMk id="3" creationId="{00000000-0000-0000-0000-000000000000}"/>
          </ac:spMkLst>
        </pc:spChg>
        <pc:spChg chg="mod">
          <ac:chgData name="Owais Ahmed" userId="6abc7d4556b3b071" providerId="LiveId" clId="{D0A51F83-B713-4A4D-8105-C75936B8E1D2}" dt="2026-07-14T12:26:43.854" v="3245" actId="27636"/>
          <ac:spMkLst>
            <pc:docMk/>
            <pc:sldMk cId="0" sldId="308"/>
            <ac:spMk id="4" creationId="{00000000-0000-0000-0000-000000000000}"/>
          </ac:spMkLst>
        </pc:spChg>
        <pc:spChg chg="mod">
          <ac:chgData name="Owais Ahmed" userId="6abc7d4556b3b071" providerId="LiveId" clId="{D0A51F83-B713-4A4D-8105-C75936B8E1D2}" dt="2026-07-14T12:27:15.562" v="3278" actId="20577"/>
          <ac:spMkLst>
            <pc:docMk/>
            <pc:sldMk cId="0" sldId="308"/>
            <ac:spMk id="5" creationId="{00000000-0000-0000-0000-000000000000}"/>
          </ac:spMkLst>
        </pc:spChg>
        <pc:spChg chg="mod">
          <ac:chgData name="Owais Ahmed" userId="6abc7d4556b3b071" providerId="LiveId" clId="{D0A51F83-B713-4A4D-8105-C75936B8E1D2}" dt="2026-07-14T12:25:12.867" v="3224" actId="164"/>
          <ac:spMkLst>
            <pc:docMk/>
            <pc:sldMk cId="0" sldId="308"/>
            <ac:spMk id="6" creationId="{00000000-0000-0000-0000-000000000000}"/>
          </ac:spMkLst>
        </pc:spChg>
        <pc:spChg chg="mod">
          <ac:chgData name="Owais Ahmed" userId="6abc7d4556b3b071" providerId="LiveId" clId="{D0A51F83-B713-4A4D-8105-C75936B8E1D2}" dt="2026-07-14T12:26:48.598" v="3250" actId="27636"/>
          <ac:spMkLst>
            <pc:docMk/>
            <pc:sldMk cId="0" sldId="308"/>
            <ac:spMk id="7" creationId="{00000000-0000-0000-0000-000000000000}"/>
          </ac:spMkLst>
        </pc:spChg>
        <pc:spChg chg="mod">
          <ac:chgData name="Owais Ahmed" userId="6abc7d4556b3b071" providerId="LiveId" clId="{D0A51F83-B713-4A4D-8105-C75936B8E1D2}" dt="2026-07-14T12:27:26.883" v="3283" actId="6549"/>
          <ac:spMkLst>
            <pc:docMk/>
            <pc:sldMk cId="0" sldId="308"/>
            <ac:spMk id="8" creationId="{00000000-0000-0000-0000-000000000000}"/>
          </ac:spMkLst>
        </pc:spChg>
        <pc:spChg chg="mod">
          <ac:chgData name="Owais Ahmed" userId="6abc7d4556b3b071" providerId="LiveId" clId="{D0A51F83-B713-4A4D-8105-C75936B8E1D2}" dt="2026-07-14T12:25:22.386" v="3226" actId="164"/>
          <ac:spMkLst>
            <pc:docMk/>
            <pc:sldMk cId="0" sldId="308"/>
            <ac:spMk id="9" creationId="{00000000-0000-0000-0000-000000000000}"/>
          </ac:spMkLst>
        </pc:spChg>
        <pc:spChg chg="mod">
          <ac:chgData name="Owais Ahmed" userId="6abc7d4556b3b071" providerId="LiveId" clId="{D0A51F83-B713-4A4D-8105-C75936B8E1D2}" dt="2026-07-14T12:26:55.134" v="3255" actId="27636"/>
          <ac:spMkLst>
            <pc:docMk/>
            <pc:sldMk cId="0" sldId="308"/>
            <ac:spMk id="10" creationId="{00000000-0000-0000-0000-000000000000}"/>
          </ac:spMkLst>
        </pc:spChg>
        <pc:spChg chg="mod">
          <ac:chgData name="Owais Ahmed" userId="6abc7d4556b3b071" providerId="LiveId" clId="{D0A51F83-B713-4A4D-8105-C75936B8E1D2}" dt="2026-07-14T12:26:29.445" v="3233" actId="207"/>
          <ac:spMkLst>
            <pc:docMk/>
            <pc:sldMk cId="0" sldId="308"/>
            <ac:spMk id="11" creationId="{00000000-0000-0000-0000-000000000000}"/>
          </ac:spMkLst>
        </pc:spChg>
        <pc:spChg chg="mod">
          <ac:chgData name="Owais Ahmed" userId="6abc7d4556b3b071" providerId="LiveId" clId="{D0A51F83-B713-4A4D-8105-C75936B8E1D2}" dt="2026-07-14T12:25:17.867" v="3225" actId="164"/>
          <ac:spMkLst>
            <pc:docMk/>
            <pc:sldMk cId="0" sldId="308"/>
            <ac:spMk id="12" creationId="{00000000-0000-0000-0000-000000000000}"/>
          </ac:spMkLst>
        </pc:spChg>
        <pc:spChg chg="mod">
          <ac:chgData name="Owais Ahmed" userId="6abc7d4556b3b071" providerId="LiveId" clId="{D0A51F83-B713-4A4D-8105-C75936B8E1D2}" dt="2026-07-14T12:26:59.096" v="3260" actId="27636"/>
          <ac:spMkLst>
            <pc:docMk/>
            <pc:sldMk cId="0" sldId="308"/>
            <ac:spMk id="13" creationId="{00000000-0000-0000-0000-000000000000}"/>
          </ac:spMkLst>
        </pc:spChg>
        <pc:spChg chg="mod">
          <ac:chgData name="Owais Ahmed" userId="6abc7d4556b3b071" providerId="LiveId" clId="{D0A51F83-B713-4A4D-8105-C75936B8E1D2}" dt="2026-07-14T12:27:55.340" v="3286" actId="114"/>
          <ac:spMkLst>
            <pc:docMk/>
            <pc:sldMk cId="0" sldId="308"/>
            <ac:spMk id="14" creationId="{00000000-0000-0000-0000-000000000000}"/>
          </ac:spMkLst>
        </pc:spChg>
        <pc:grpChg chg="add mod">
          <ac:chgData name="Owais Ahmed" userId="6abc7d4556b3b071" providerId="LiveId" clId="{D0A51F83-B713-4A4D-8105-C75936B8E1D2}" dt="2026-07-14T12:25:08.331" v="3223" actId="164"/>
          <ac:grpSpMkLst>
            <pc:docMk/>
            <pc:sldMk cId="0" sldId="308"/>
            <ac:grpSpMk id="15" creationId="{D5E56886-8D3E-7A67-6EAA-40B350C8DA8C}"/>
          </ac:grpSpMkLst>
        </pc:grpChg>
        <pc:grpChg chg="add mod">
          <ac:chgData name="Owais Ahmed" userId="6abc7d4556b3b071" providerId="LiveId" clId="{D0A51F83-B713-4A4D-8105-C75936B8E1D2}" dt="2026-07-14T12:25:12.867" v="3224" actId="164"/>
          <ac:grpSpMkLst>
            <pc:docMk/>
            <pc:sldMk cId="0" sldId="308"/>
            <ac:grpSpMk id="16" creationId="{EA211F49-2619-056B-ABAC-8FA318CCFDC3}"/>
          </ac:grpSpMkLst>
        </pc:grpChg>
        <pc:grpChg chg="add mod">
          <ac:chgData name="Owais Ahmed" userId="6abc7d4556b3b071" providerId="LiveId" clId="{D0A51F83-B713-4A4D-8105-C75936B8E1D2}" dt="2026-07-14T12:25:17.867" v="3225" actId="164"/>
          <ac:grpSpMkLst>
            <pc:docMk/>
            <pc:sldMk cId="0" sldId="308"/>
            <ac:grpSpMk id="17" creationId="{1FB02C7E-8817-C157-BCEE-39FF82DD3573}"/>
          </ac:grpSpMkLst>
        </pc:grpChg>
        <pc:grpChg chg="add mod">
          <ac:chgData name="Owais Ahmed" userId="6abc7d4556b3b071" providerId="LiveId" clId="{D0A51F83-B713-4A4D-8105-C75936B8E1D2}" dt="2026-07-14T12:25:22.386" v="3226" actId="164"/>
          <ac:grpSpMkLst>
            <pc:docMk/>
            <pc:sldMk cId="0" sldId="308"/>
            <ac:grpSpMk id="18" creationId="{48758545-A9DF-1B94-255C-491276E19B87}"/>
          </ac:grpSpMkLst>
        </pc:grpChg>
      </pc:sldChg>
      <pc:sldChg chg="addSp delSp modSp add mod setBg modClrScheme delAnim modAnim chgLayout modNotesTx">
        <pc:chgData name="Owais Ahmed" userId="6abc7d4556b3b071" providerId="LiveId" clId="{D0A51F83-B713-4A4D-8105-C75936B8E1D2}" dt="2026-07-16T16:57:06.380" v="4430" actId="478"/>
        <pc:sldMkLst>
          <pc:docMk/>
          <pc:sldMk cId="0" sldId="309"/>
        </pc:sldMkLst>
        <pc:spChg chg="add del mod">
          <ac:chgData name="Owais Ahmed" userId="6abc7d4556b3b071" providerId="LiveId" clId="{D0A51F83-B713-4A4D-8105-C75936B8E1D2}" dt="2026-07-14T12:21:43.384" v="3215" actId="122"/>
          <ac:spMkLst>
            <pc:docMk/>
            <pc:sldMk cId="0" sldId="309"/>
            <ac:spMk id="3" creationId="{00000000-0000-0000-0000-000000000000}"/>
          </ac:spMkLst>
        </pc:spChg>
        <pc:spChg chg="mod">
          <ac:chgData name="Owais Ahmed" userId="6abc7d4556b3b071" providerId="LiveId" clId="{D0A51F83-B713-4A4D-8105-C75936B8E1D2}" dt="2026-07-16T16:56:45.625" v="4381"/>
          <ac:spMkLst>
            <pc:docMk/>
            <pc:sldMk cId="0" sldId="309"/>
            <ac:spMk id="4" creationId="{A4458531-3126-10D5-EF9B-2C3F20BA6C89}"/>
          </ac:spMkLst>
        </pc:spChg>
        <pc:spChg chg="del mod">
          <ac:chgData name="Owais Ahmed" userId="6abc7d4556b3b071" providerId="LiveId" clId="{D0A51F83-B713-4A4D-8105-C75936B8E1D2}" dt="2026-07-16T16:56:50.013" v="4382" actId="478"/>
          <ac:spMkLst>
            <pc:docMk/>
            <pc:sldMk cId="0" sldId="309"/>
            <ac:spMk id="5" creationId="{89FF8524-2057-B8A6-52DF-9D007093A5AD}"/>
          </ac:spMkLst>
        </pc:spChg>
        <pc:spChg chg="mod">
          <ac:chgData name="Owais Ahmed" userId="6abc7d4556b3b071" providerId="LiveId" clId="{D0A51F83-B713-4A4D-8105-C75936B8E1D2}" dt="2026-07-16T16:57:02.754" v="4429" actId="20577"/>
          <ac:spMkLst>
            <pc:docMk/>
            <pc:sldMk cId="0" sldId="309"/>
            <ac:spMk id="6" creationId="{62E63D51-42F4-9F77-2647-2D2237D2AC53}"/>
          </ac:spMkLst>
        </pc:spChg>
        <pc:grpChg chg="add del mod">
          <ac:chgData name="Owais Ahmed" userId="6abc7d4556b3b071" providerId="LiveId" clId="{D0A51F83-B713-4A4D-8105-C75936B8E1D2}" dt="2026-07-16T16:57:06.380" v="4430" actId="478"/>
          <ac:grpSpMkLst>
            <pc:docMk/>
            <pc:sldMk cId="0" sldId="309"/>
            <ac:grpSpMk id="2" creationId="{C05E2961-7339-267E-E7CD-CA911ED53672}"/>
          </ac:grpSpMkLst>
        </pc:grpChg>
      </pc:sldChg>
      <pc:sldChg chg="addSp delSp modSp add mod modAnim">
        <pc:chgData name="Owais Ahmed" userId="6abc7d4556b3b071" providerId="LiveId" clId="{D0A51F83-B713-4A4D-8105-C75936B8E1D2}" dt="2026-07-14T13:02:28.566" v="3698" actId="113"/>
        <pc:sldMkLst>
          <pc:docMk/>
          <pc:sldMk cId="4263487502" sldId="310"/>
        </pc:sldMkLst>
        <pc:spChg chg="mod">
          <ac:chgData name="Owais Ahmed" userId="6abc7d4556b3b071" providerId="LiveId" clId="{D0A51F83-B713-4A4D-8105-C75936B8E1D2}" dt="2026-07-14T12:47:40.525" v="3457" actId="20577"/>
          <ac:spMkLst>
            <pc:docMk/>
            <pc:sldMk cId="4263487502" sldId="310"/>
            <ac:spMk id="2" creationId="{414FA45E-E959-101B-3209-683AF2CBA6DB}"/>
          </ac:spMkLst>
        </pc:spChg>
        <pc:spChg chg="mod">
          <ac:chgData name="Owais Ahmed" userId="6abc7d4556b3b071" providerId="LiveId" clId="{D0A51F83-B713-4A4D-8105-C75936B8E1D2}" dt="2026-07-14T12:47:58.956" v="3488" actId="20577"/>
          <ac:spMkLst>
            <pc:docMk/>
            <pc:sldMk cId="4263487502" sldId="310"/>
            <ac:spMk id="3" creationId="{9C689719-759D-24B5-ED24-E905332184DB}"/>
          </ac:spMkLst>
        </pc:spChg>
        <pc:spChg chg="mod">
          <ac:chgData name="Owais Ahmed" userId="6abc7d4556b3b071" providerId="LiveId" clId="{D0A51F83-B713-4A4D-8105-C75936B8E1D2}" dt="2026-07-14T12:48:10.781" v="3497" actId="20577"/>
          <ac:spMkLst>
            <pc:docMk/>
            <pc:sldMk cId="4263487502" sldId="310"/>
            <ac:spMk id="4" creationId="{798104A7-E2AA-CF26-E95F-597204C66CA1}"/>
          </ac:spMkLst>
        </pc:spChg>
        <pc:spChg chg="mod">
          <ac:chgData name="Owais Ahmed" userId="6abc7d4556b3b071" providerId="LiveId" clId="{D0A51F83-B713-4A4D-8105-C75936B8E1D2}" dt="2026-07-14T13:02:24.098" v="3697" actId="255"/>
          <ac:spMkLst>
            <pc:docMk/>
            <pc:sldMk cId="4263487502" sldId="310"/>
            <ac:spMk id="15" creationId="{FBD40C3B-9D1B-C3FC-167C-00E12F980687}"/>
          </ac:spMkLst>
        </pc:spChg>
        <pc:spChg chg="mod">
          <ac:chgData name="Owais Ahmed" userId="6abc7d4556b3b071" providerId="LiveId" clId="{D0A51F83-B713-4A4D-8105-C75936B8E1D2}" dt="2026-07-14T12:48:18.052" v="3500" actId="207"/>
          <ac:spMkLst>
            <pc:docMk/>
            <pc:sldMk cId="4263487502" sldId="310"/>
            <ac:spMk id="18" creationId="{A33F0D93-3292-A34F-B9B7-3126F712F24C}"/>
          </ac:spMkLst>
        </pc:spChg>
        <pc:spChg chg="mod">
          <ac:chgData name="Owais Ahmed" userId="6abc7d4556b3b071" providerId="LiveId" clId="{D0A51F83-B713-4A4D-8105-C75936B8E1D2}" dt="2026-07-14T13:02:24.098" v="3697" actId="255"/>
          <ac:spMkLst>
            <pc:docMk/>
            <pc:sldMk cId="4263487502" sldId="310"/>
            <ac:spMk id="19" creationId="{40331DBB-7BD7-6351-95A6-7B95C6EB7CFA}"/>
          </ac:spMkLst>
        </pc:spChg>
        <pc:spChg chg="mod">
          <ac:chgData name="Owais Ahmed" userId="6abc7d4556b3b071" providerId="LiveId" clId="{D0A51F83-B713-4A4D-8105-C75936B8E1D2}" dt="2026-07-14T13:02:24.098" v="3697" actId="255"/>
          <ac:spMkLst>
            <pc:docMk/>
            <pc:sldMk cId="4263487502" sldId="310"/>
            <ac:spMk id="21" creationId="{28C8D0C1-A47F-A7B0-EED4-CEC539228E28}"/>
          </ac:spMkLst>
        </pc:spChg>
        <pc:spChg chg="mod">
          <ac:chgData name="Owais Ahmed" userId="6abc7d4556b3b071" providerId="LiveId" clId="{D0A51F83-B713-4A4D-8105-C75936B8E1D2}" dt="2026-07-14T13:02:28.566" v="3698" actId="113"/>
          <ac:spMkLst>
            <pc:docMk/>
            <pc:sldMk cId="4263487502" sldId="310"/>
            <ac:spMk id="22" creationId="{6D730121-CD5E-D588-3B05-01D80AAB5275}"/>
          </ac:spMkLst>
        </pc:spChg>
        <pc:spChg chg="mod">
          <ac:chgData name="Owais Ahmed" userId="6abc7d4556b3b071" providerId="LiveId" clId="{D0A51F83-B713-4A4D-8105-C75936B8E1D2}" dt="2026-07-14T13:02:24.098" v="3697" actId="255"/>
          <ac:spMkLst>
            <pc:docMk/>
            <pc:sldMk cId="4263487502" sldId="310"/>
            <ac:spMk id="24" creationId="{A938FA69-F61B-CD81-1751-0ECB35DE653F}"/>
          </ac:spMkLst>
        </pc:spChg>
        <pc:spChg chg="mod">
          <ac:chgData name="Owais Ahmed" userId="6abc7d4556b3b071" providerId="LiveId" clId="{D0A51F83-B713-4A4D-8105-C75936B8E1D2}" dt="2026-07-14T13:02:24.098" v="3697" actId="255"/>
          <ac:spMkLst>
            <pc:docMk/>
            <pc:sldMk cId="4263487502" sldId="310"/>
            <ac:spMk id="25" creationId="{C0F99917-437B-7835-970D-2AA0720BA117}"/>
          </ac:spMkLst>
        </pc:spChg>
        <pc:grpChg chg="add mod">
          <ac:chgData name="Owais Ahmed" userId="6abc7d4556b3b071" providerId="LiveId" clId="{D0A51F83-B713-4A4D-8105-C75936B8E1D2}" dt="2026-07-14T13:02:16.026" v="3694" actId="14100"/>
          <ac:grpSpMkLst>
            <pc:docMk/>
            <pc:sldMk cId="4263487502" sldId="310"/>
            <ac:grpSpMk id="14" creationId="{E240C5CE-9E16-21C8-57E8-66719EBE1276}"/>
          </ac:grpSpMkLst>
        </pc:grpChg>
        <pc:grpChg chg="add mod">
          <ac:chgData name="Owais Ahmed" userId="6abc7d4556b3b071" providerId="LiveId" clId="{D0A51F83-B713-4A4D-8105-C75936B8E1D2}" dt="2026-07-14T13:02:16.026" v="3694" actId="14100"/>
          <ac:grpSpMkLst>
            <pc:docMk/>
            <pc:sldMk cId="4263487502" sldId="310"/>
            <ac:grpSpMk id="20" creationId="{7CFF8ED0-F859-ADAC-61CD-2498895A055C}"/>
          </ac:grpSpMkLst>
        </pc:grpChg>
        <pc:grpChg chg="add mod">
          <ac:chgData name="Owais Ahmed" userId="6abc7d4556b3b071" providerId="LiveId" clId="{D0A51F83-B713-4A4D-8105-C75936B8E1D2}" dt="2026-07-14T13:02:16.026" v="3694" actId="14100"/>
          <ac:grpSpMkLst>
            <pc:docMk/>
            <pc:sldMk cId="4263487502" sldId="310"/>
            <ac:grpSpMk id="23" creationId="{E9E8CE82-C2B6-C678-66D9-9E3EBEBD9E2D}"/>
          </ac:grpSpMkLst>
        </pc:grpChg>
      </pc:sldChg>
      <pc:sldChg chg="addSp delSp modSp add mod delAnim modAnim">
        <pc:chgData name="Owais Ahmed" userId="6abc7d4556b3b071" providerId="LiveId" clId="{D0A51F83-B713-4A4D-8105-C75936B8E1D2}" dt="2026-07-16T05:18:19.012" v="4380" actId="6549"/>
        <pc:sldMkLst>
          <pc:docMk/>
          <pc:sldMk cId="3688802492" sldId="311"/>
        </pc:sldMkLst>
        <pc:spChg chg="mod">
          <ac:chgData name="Owais Ahmed" userId="6abc7d4556b3b071" providerId="LiveId" clId="{D0A51F83-B713-4A4D-8105-C75936B8E1D2}" dt="2026-07-14T12:50:48.163" v="3560" actId="20577"/>
          <ac:spMkLst>
            <pc:docMk/>
            <pc:sldMk cId="3688802492" sldId="311"/>
            <ac:spMk id="2" creationId="{E55EE713-5ED7-9079-E096-B32A453C53FA}"/>
          </ac:spMkLst>
        </pc:spChg>
        <pc:spChg chg="mod">
          <ac:chgData name="Owais Ahmed" userId="6abc7d4556b3b071" providerId="LiveId" clId="{D0A51F83-B713-4A4D-8105-C75936B8E1D2}" dt="2026-07-14T12:50:57.667" v="3578" actId="20577"/>
          <ac:spMkLst>
            <pc:docMk/>
            <pc:sldMk cId="3688802492" sldId="311"/>
            <ac:spMk id="3" creationId="{8429BE1A-7F45-E9B4-5382-892EFA9163A8}"/>
          </ac:spMkLst>
        </pc:spChg>
        <pc:spChg chg="mod">
          <ac:chgData name="Owais Ahmed" userId="6abc7d4556b3b071" providerId="LiveId" clId="{D0A51F83-B713-4A4D-8105-C75936B8E1D2}" dt="2026-07-14T13:02:51.008" v="3700" actId="27636"/>
          <ac:spMkLst>
            <pc:docMk/>
            <pc:sldMk cId="3688802492" sldId="311"/>
            <ac:spMk id="4" creationId="{FDE5DE03-9ECC-18CE-67DE-28295FD251E6}"/>
          </ac:spMkLst>
        </pc:spChg>
        <pc:spChg chg="add mod">
          <ac:chgData name="Owais Ahmed" userId="6abc7d4556b3b071" providerId="LiveId" clId="{D0A51F83-B713-4A4D-8105-C75936B8E1D2}" dt="2026-07-14T12:54:04.592" v="3596" actId="207"/>
          <ac:spMkLst>
            <pc:docMk/>
            <pc:sldMk cId="3688802492" sldId="311"/>
            <ac:spMk id="28" creationId="{1DB71207-816F-F06F-911E-6D1FF762C025}"/>
          </ac:spMkLst>
        </pc:spChg>
        <pc:spChg chg="add mod">
          <ac:chgData name="Owais Ahmed" userId="6abc7d4556b3b071" providerId="LiveId" clId="{D0A51F83-B713-4A4D-8105-C75936B8E1D2}" dt="2026-07-14T12:53:52.038" v="3595" actId="164"/>
          <ac:spMkLst>
            <pc:docMk/>
            <pc:sldMk cId="3688802492" sldId="311"/>
            <ac:spMk id="30" creationId="{69147C0C-7A11-59D5-8FA4-4B805F2E5D3C}"/>
          </ac:spMkLst>
        </pc:spChg>
        <pc:spChg chg="add mod">
          <ac:chgData name="Owais Ahmed" userId="6abc7d4556b3b071" providerId="LiveId" clId="{D0A51F83-B713-4A4D-8105-C75936B8E1D2}" dt="2026-07-16T05:17:47.644" v="4362" actId="20577"/>
          <ac:spMkLst>
            <pc:docMk/>
            <pc:sldMk cId="3688802492" sldId="311"/>
            <ac:spMk id="32" creationId="{CD99B8DD-B47A-E354-2FBF-D1B3A150722B}"/>
          </ac:spMkLst>
        </pc:spChg>
        <pc:spChg chg="add mod">
          <ac:chgData name="Owais Ahmed" userId="6abc7d4556b3b071" providerId="LiveId" clId="{D0A51F83-B713-4A4D-8105-C75936B8E1D2}" dt="2026-07-14T12:55:37.660" v="3629" actId="403"/>
          <ac:spMkLst>
            <pc:docMk/>
            <pc:sldMk cId="3688802492" sldId="311"/>
            <ac:spMk id="35" creationId="{F82B3EF1-15A2-11F6-01C1-50145EB56137}"/>
          </ac:spMkLst>
        </pc:spChg>
        <pc:spChg chg="add mod">
          <ac:chgData name="Owais Ahmed" userId="6abc7d4556b3b071" providerId="LiveId" clId="{D0A51F83-B713-4A4D-8105-C75936B8E1D2}" dt="2026-07-16T05:18:19.012" v="4380" actId="6549"/>
          <ac:spMkLst>
            <pc:docMk/>
            <pc:sldMk cId="3688802492" sldId="311"/>
            <ac:spMk id="37" creationId="{5371E80F-B09F-B28C-EEB3-B76CE5338B67}"/>
          </ac:spMkLst>
        </pc:spChg>
        <pc:spChg chg="add mod">
          <ac:chgData name="Owais Ahmed" userId="6abc7d4556b3b071" providerId="LiveId" clId="{D0A51F83-B713-4A4D-8105-C75936B8E1D2}" dt="2026-07-14T12:55:37.660" v="3629" actId="403"/>
          <ac:spMkLst>
            <pc:docMk/>
            <pc:sldMk cId="3688802492" sldId="311"/>
            <ac:spMk id="39" creationId="{FA683296-63FF-C6A4-A950-3DCCA54F0A93}"/>
          </ac:spMkLst>
        </pc:spChg>
        <pc:spChg chg="add mod">
          <ac:chgData name="Owais Ahmed" userId="6abc7d4556b3b071" providerId="LiveId" clId="{D0A51F83-B713-4A4D-8105-C75936B8E1D2}" dt="2026-07-14T12:57:39.734" v="3633" actId="6549"/>
          <ac:spMkLst>
            <pc:docMk/>
            <pc:sldMk cId="3688802492" sldId="311"/>
            <ac:spMk id="41" creationId="{1CCA2772-A4BD-3294-F55D-4B642BEB5C96}"/>
          </ac:spMkLst>
        </pc:spChg>
        <pc:spChg chg="add mod">
          <ac:chgData name="Owais Ahmed" userId="6abc7d4556b3b071" providerId="LiveId" clId="{D0A51F83-B713-4A4D-8105-C75936B8E1D2}" dt="2026-07-14T12:55:37.660" v="3629" actId="403"/>
          <ac:spMkLst>
            <pc:docMk/>
            <pc:sldMk cId="3688802492" sldId="311"/>
            <ac:spMk id="43" creationId="{4902F790-5691-95D7-5F45-7CDE7D9FDA99}"/>
          </ac:spMkLst>
        </pc:spChg>
        <pc:spChg chg="add mod">
          <ac:chgData name="Owais Ahmed" userId="6abc7d4556b3b071" providerId="LiveId" clId="{D0A51F83-B713-4A4D-8105-C75936B8E1D2}" dt="2026-07-14T12:57:41.718" v="3635" actId="6549"/>
          <ac:spMkLst>
            <pc:docMk/>
            <pc:sldMk cId="3688802492" sldId="311"/>
            <ac:spMk id="45" creationId="{1FC9132F-3B2E-475E-63D2-2584DDE5A5CB}"/>
          </ac:spMkLst>
        </pc:spChg>
        <pc:spChg chg="add mod">
          <ac:chgData name="Owais Ahmed" userId="6abc7d4556b3b071" providerId="LiveId" clId="{D0A51F83-B713-4A4D-8105-C75936B8E1D2}" dt="2026-07-14T12:55:37.660" v="3629" actId="403"/>
          <ac:spMkLst>
            <pc:docMk/>
            <pc:sldMk cId="3688802492" sldId="311"/>
            <ac:spMk id="47" creationId="{FCBF3FB2-3345-3CCB-D560-8AD61EA2A666}"/>
          </ac:spMkLst>
        </pc:spChg>
        <pc:spChg chg="add mod">
          <ac:chgData name="Owais Ahmed" userId="6abc7d4556b3b071" providerId="LiveId" clId="{D0A51F83-B713-4A4D-8105-C75936B8E1D2}" dt="2026-07-14T12:57:43.718" v="3637" actId="6549"/>
          <ac:spMkLst>
            <pc:docMk/>
            <pc:sldMk cId="3688802492" sldId="311"/>
            <ac:spMk id="49" creationId="{97B047C1-79FA-F60E-D4E5-56D3087B8C19}"/>
          </ac:spMkLst>
        </pc:spChg>
        <pc:spChg chg="add mod">
          <ac:chgData name="Owais Ahmed" userId="6abc7d4556b3b071" providerId="LiveId" clId="{D0A51F83-B713-4A4D-8105-C75936B8E1D2}" dt="2026-07-14T12:59:26.064" v="3651" actId="164"/>
          <ac:spMkLst>
            <pc:docMk/>
            <pc:sldMk cId="3688802492" sldId="311"/>
            <ac:spMk id="56" creationId="{7D1002B2-ACA8-56F4-E3FD-28FCFA5B2A5A}"/>
          </ac:spMkLst>
        </pc:spChg>
        <pc:spChg chg="add mod">
          <ac:chgData name="Owais Ahmed" userId="6abc7d4556b3b071" providerId="LiveId" clId="{D0A51F83-B713-4A4D-8105-C75936B8E1D2}" dt="2026-07-16T05:16:54.366" v="4341" actId="207"/>
          <ac:spMkLst>
            <pc:docMk/>
            <pc:sldMk cId="3688802492" sldId="311"/>
            <ac:spMk id="58" creationId="{4A340300-15C0-57B7-F9B7-B9EA19D09EE9}"/>
          </ac:spMkLst>
        </pc:spChg>
        <pc:grpChg chg="add mod">
          <ac:chgData name="Owais Ahmed" userId="6abc7d4556b3b071" providerId="LiveId" clId="{D0A51F83-B713-4A4D-8105-C75936B8E1D2}" dt="2026-07-14T12:58:46.340" v="3644" actId="1076"/>
          <ac:grpSpMkLst>
            <pc:docMk/>
            <pc:sldMk cId="3688802492" sldId="311"/>
            <ac:grpSpMk id="33" creationId="{8C10377F-549D-DF2B-FA34-55D0F95C9CCC}"/>
          </ac:grpSpMkLst>
        </pc:grpChg>
        <pc:grpChg chg="add mod">
          <ac:chgData name="Owais Ahmed" userId="6abc7d4556b3b071" providerId="LiveId" clId="{D0A51F83-B713-4A4D-8105-C75936B8E1D2}" dt="2026-07-14T12:58:41.799" v="3643" actId="1076"/>
          <ac:grpSpMkLst>
            <pc:docMk/>
            <pc:sldMk cId="3688802492" sldId="311"/>
            <ac:grpSpMk id="50" creationId="{0716021B-73FA-5F90-5DA8-5604E4FA18C3}"/>
          </ac:grpSpMkLst>
        </pc:grpChg>
        <pc:grpChg chg="add mod">
          <ac:chgData name="Owais Ahmed" userId="6abc7d4556b3b071" providerId="LiveId" clId="{D0A51F83-B713-4A4D-8105-C75936B8E1D2}" dt="2026-07-14T13:00:04.846" v="3659" actId="14100"/>
          <ac:grpSpMkLst>
            <pc:docMk/>
            <pc:sldMk cId="3688802492" sldId="311"/>
            <ac:grpSpMk id="59" creationId="{16E6A9FF-3303-3335-D5F6-6A696A07E482}"/>
          </ac:grpSpMkLst>
        </pc:grpChg>
      </pc:sldChg>
      <pc:sldChg chg="delSp modSp add mod delAnim modAnim modNotesTx">
        <pc:chgData name="Owais Ahmed" userId="6abc7d4556b3b071" providerId="LiveId" clId="{D0A51F83-B713-4A4D-8105-C75936B8E1D2}" dt="2026-07-16T05:14:13.463" v="4269"/>
        <pc:sldMkLst>
          <pc:docMk/>
          <pc:sldMk cId="3161651948" sldId="312"/>
        </pc:sldMkLst>
        <pc:spChg chg="mod">
          <ac:chgData name="Owais Ahmed" userId="6abc7d4556b3b071" providerId="LiveId" clId="{D0A51F83-B713-4A4D-8105-C75936B8E1D2}" dt="2026-07-16T05:09:04.498" v="3957" actId="20577"/>
          <ac:spMkLst>
            <pc:docMk/>
            <pc:sldMk cId="3161651948" sldId="312"/>
            <ac:spMk id="3" creationId="{07FD743A-4BFD-613E-D54F-4E4F4839201F}"/>
          </ac:spMkLst>
        </pc:spChg>
        <pc:spChg chg="mod">
          <ac:chgData name="Owais Ahmed" userId="6abc7d4556b3b071" providerId="LiveId" clId="{D0A51F83-B713-4A4D-8105-C75936B8E1D2}" dt="2026-07-16T05:08:37.162" v="3936" actId="6549"/>
          <ac:spMkLst>
            <pc:docMk/>
            <pc:sldMk cId="3161651948" sldId="312"/>
            <ac:spMk id="4" creationId="{CC0FED42-D0E6-6B04-A64F-71B0E57479E0}"/>
          </ac:spMkLst>
        </pc:spChg>
        <pc:spChg chg="mod">
          <ac:chgData name="Owais Ahmed" userId="6abc7d4556b3b071" providerId="LiveId" clId="{D0A51F83-B713-4A4D-8105-C75936B8E1D2}" dt="2026-07-16T05:13:40.792" v="4262" actId="6549"/>
          <ac:spMkLst>
            <pc:docMk/>
            <pc:sldMk cId="3161651948" sldId="312"/>
            <ac:spMk id="9" creationId="{6A5A701F-CE2D-22FE-57D3-CCEF7AE06854}"/>
          </ac:spMkLst>
        </pc:spChg>
        <pc:spChg chg="del">
          <ac:chgData name="Owais Ahmed" userId="6abc7d4556b3b071" providerId="LiveId" clId="{D0A51F83-B713-4A4D-8105-C75936B8E1D2}" dt="2026-07-16T05:08:19.899" v="3906" actId="478"/>
          <ac:spMkLst>
            <pc:docMk/>
            <pc:sldMk cId="3161651948" sldId="312"/>
            <ac:spMk id="14" creationId="{5F5B48C2-6F94-3964-542A-45A785D7205F}"/>
          </ac:spMkLst>
        </pc:spChg>
        <pc:spChg chg="del">
          <ac:chgData name="Owais Ahmed" userId="6abc7d4556b3b071" providerId="LiveId" clId="{D0A51F83-B713-4A4D-8105-C75936B8E1D2}" dt="2026-07-16T05:08:23.150" v="3908" actId="478"/>
          <ac:spMkLst>
            <pc:docMk/>
            <pc:sldMk cId="3161651948" sldId="312"/>
            <ac:spMk id="15" creationId="{EA6489B4-1937-CC12-8662-1043D2375776}"/>
          </ac:spMkLst>
        </pc:spChg>
        <pc:spChg chg="del">
          <ac:chgData name="Owais Ahmed" userId="6abc7d4556b3b071" providerId="LiveId" clId="{D0A51F83-B713-4A4D-8105-C75936B8E1D2}" dt="2026-07-16T05:08:24.405" v="3909" actId="478"/>
          <ac:spMkLst>
            <pc:docMk/>
            <pc:sldMk cId="3161651948" sldId="312"/>
            <ac:spMk id="16" creationId="{CE1BB02F-AB88-60C9-037B-889C24789D8F}"/>
          </ac:spMkLst>
        </pc:spChg>
        <pc:spChg chg="del">
          <ac:chgData name="Owais Ahmed" userId="6abc7d4556b3b071" providerId="LiveId" clId="{D0A51F83-B713-4A4D-8105-C75936B8E1D2}" dt="2026-07-16T05:08:21.910" v="3907" actId="478"/>
          <ac:spMkLst>
            <pc:docMk/>
            <pc:sldMk cId="3161651948" sldId="312"/>
            <ac:spMk id="17" creationId="{67E8EB18-4071-F786-7DBC-7F962142C0E9}"/>
          </ac:spMkLst>
        </pc:spChg>
      </pc:sldChg>
      <pc:sldMasterChg chg="add addSldLayout">
        <pc:chgData name="Owais Ahmed" userId="6abc7d4556b3b071" providerId="LiveId" clId="{D0A51F83-B713-4A4D-8105-C75936B8E1D2}" dt="2026-07-13T08:54:31.329" v="138" actId="26606"/>
        <pc:sldMasterMkLst>
          <pc:docMk/>
          <pc:sldMasterMk cId="1819440943" sldId="2147483650"/>
        </pc:sldMasterMkLst>
        <pc:sldLayoutChg chg="add">
          <pc:chgData name="Owais Ahmed" userId="6abc7d4556b3b071" providerId="LiveId" clId="{D0A51F83-B713-4A4D-8105-C75936B8E1D2}" dt="2026-07-13T08:54:31.329" v="138" actId="26606"/>
          <pc:sldLayoutMkLst>
            <pc:docMk/>
            <pc:sldMasterMk cId="1819440943" sldId="2147483650"/>
            <pc:sldLayoutMk cId="2685554136" sldId="2147483651"/>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908605140" sldId="2147483652"/>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513443888" sldId="2147483653"/>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642087537" sldId="2147483654"/>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249351858" sldId="2147483655"/>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896930820" sldId="2147483656"/>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946292337" sldId="2147483657"/>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681566008" sldId="2147483658"/>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247808012" sldId="2147483659"/>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4270711639" sldId="2147483660"/>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107603259" sldId="2147483661"/>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4026842552" sldId="2147483662"/>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196077334" sldId="2147483663"/>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117247061" sldId="2147483664"/>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814118726" sldId="2147483665"/>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904955750" sldId="2147483666"/>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449965435" sldId="2147483667"/>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896516258" sldId="2147483668"/>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867311886" sldId="2147483669"/>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390678538" sldId="2147483670"/>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105729079" sldId="2147483671"/>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778562881" sldId="2147483672"/>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293246491" sldId="2147483673"/>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579459178" sldId="2147483674"/>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735390612" sldId="2147483675"/>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833608810" sldId="2147483676"/>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4017832927" sldId="2147483677"/>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773532209" sldId="2147483678"/>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072756983" sldId="2147483679"/>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855360948" sldId="2147483680"/>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988760827" sldId="2147483681"/>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960693179" sldId="2147483682"/>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015960852" sldId="2147483683"/>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556897063" sldId="2147483684"/>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912278903" sldId="2147483685"/>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582180557" sldId="2147483686"/>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234778155" sldId="2147483687"/>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556673192" sldId="2147483688"/>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630322385" sldId="2147483689"/>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63702378" sldId="2147483690"/>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865702425" sldId="2147483691"/>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078741786" sldId="2147483692"/>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096184263" sldId="2147483693"/>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843460616" sldId="2147483694"/>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895124617" sldId="2147483695"/>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2580699273" sldId="2147483696"/>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73174290" sldId="2147483697"/>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3073765960" sldId="2147483698"/>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69293246" sldId="2147483699"/>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48052480" sldId="2147483700"/>
          </pc:sldLayoutMkLst>
        </pc:sldLayoutChg>
        <pc:sldLayoutChg chg="add">
          <pc:chgData name="Owais Ahmed" userId="6abc7d4556b3b071" providerId="LiveId" clId="{D0A51F83-B713-4A4D-8105-C75936B8E1D2}" dt="2026-07-13T08:54:31.329" v="138" actId="26606"/>
          <pc:sldLayoutMkLst>
            <pc:docMk/>
            <pc:sldMasterMk cId="1819440943" sldId="2147483650"/>
            <pc:sldLayoutMk cId="1181718769" sldId="214748370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7820B4-96B0-4062-B87F-1D34FB0BDEF1}" type="datetimeFigureOut">
              <a:rPr lang="en-GB" smtClean="0"/>
              <a:t>17/07/2026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22E3CE-7B3F-41E5-8D35-BEA333EEE169}" type="slidenum">
              <a:rPr lang="en-GB" smtClean="0"/>
              <a:t>‹#›</a:t>
            </a:fld>
            <a:endParaRPr lang="en-GB"/>
          </a:p>
        </p:txBody>
      </p:sp>
    </p:spTree>
    <p:extLst>
      <p:ext uri="{BB962C8B-B14F-4D97-AF65-F5344CB8AC3E}">
        <p14:creationId xmlns:p14="http://schemas.microsoft.com/office/powerpoint/2010/main" val="4033695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2012, Dubai. Mudassir Sheikha and Magnus Olsson leave consulting to build a ride-hailing app for a region the big players ignored. Like every startup: one app, one codebase, one database.</a:t>
            </a:r>
          </a:p>
          <a:p>
            <a:r>
              <a:rPr lang="en-US" dirty="0"/>
              <a:t>Magnus Olsson, Mudassir Sheikha, Abdulla Elyas (joined later in 2015)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2016–17 Careem is in dozens of cities across the Middle East, North Africa, and Pakistan. Karachi and Lahore become some of its biggest markets. Every new city, currency, and payment method lands in the same codebase.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who've only seen monoliths will recognize the first two from group projects. The Ramadan point tells peak demand in this region is extreme and predictable.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monolith was gradually decomposed into independent services: ride matching, pricing, payments, food delivery, each owned by a team, each deployable on its own.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2019 Uber agreed to acquire Careem for $3.1 billion which was the region's biggest acquisition. How? That's what's at stake in today's lecture.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exactly did Careem adopt? Not a library. Not a framework. A philosophy about how software and the people who build it, should be organized.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mental shift. Read each row as a pair. The left column is how they've been taught to think; the right column is the new discipline.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ownership is the single most violated principle in practice. If two services touch the same tables, you have a distributed monolith, not microservices.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if any one is missing, it's not microservices.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myths, each one heard in real interviews and real teams.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is measured in responsibility, not lines. Amazon's ordering services are large codebases — but each has exactly one job and one owner.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is one transport among several. The defining property is autonomy — and much inter-service traffic is asynchronous events, which we'll meet later with Kafka.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containerize a monolith (many companies do) and you can run microservices on plain VMs.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Microservices trade code complexity for operational complexity: network failures, distributed debugging, eventual consistency. Careem needed them; a 4-person startup usually doesn't. Recall: Careem's monolith was the right first choice.</a:t>
            </a:r>
          </a:p>
          <a:p>
            <a:r>
              <a:rPr lang="en-US" dirty="0"/>
              <a:t>Also, imagine writing an OS for a formula 1 car where every millisecond counts. That’s where you use a tightly coupled architecture.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tempting shortcut. A shared database couples every service's schema to every other — one ALTER TABLE breaks three teams. Independent deployability dies first.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65F9F-FA69-2958-F125-1323742AD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FFF3C-EE7E-8527-A272-0C1934C6E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E9D49-3B51-FD02-6245-F13DACB3F1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83C501-CAD4-1714-CD35-110BBE127997}"/>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116310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services, three languages, three stores and this time each stack choice is forced by the nature of the data.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map for the rest of the lecture. We build mini-Careem. Point out: each column is a different language AND a different store and each choice is forced by the nature of the data. Money wants ACID. KYC documents want schemaless. GPS pings want RAM.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Java/Spring/MySQL for the wallet: fares are money, and money wants ACID and double-entry bookkeeping — rider debit and captain credit must commit together or not at all. Walk the @Transactional method line by line. Nobody else may touch this MySQL.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Python/Django/Mongo for drivers: a bike rider, a car captain, and a rickshaw driver share almost no fields — licences, vehicle papers, CNIC scans all differ, and regulators change the rules constantly. Documents fit; rigid tables fight. The Wallet team never needs to know this is Python.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mind-blow slide. A GPS ping is worthless seconds after it arrives — persisting it means paying a database to store the past. So: a Map in RAM. If the service restarts, the map rebuilds itself from live pings within seconds — the data is self-healing. A React ops dashboard renders straight from memory. Let the 'no database' point sink in.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Riders shouldn't memorize three hosts and three ports. The gateway is the single front door: routing by path, plus the natural home for auth, rate limiting, TLS. In our demo it's a dozen lines of Nginx.</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ride end to end. Emphasize hop 3: Tracking asks Drivers through its API, never its database. And hop 2 touches no disk at all. Each store is touched only by its owner.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session begins. Everything so far was theory on slides — now the same three services go onto real machines, in front of them.</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Lightsail = AWS with the sharp edges filed off: fixed monthly price, one screen. Create three small instances, one per service. Bahrain (me-south-1) is the closest region. Instances share a private network by default.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6329B-2FE0-E5C0-E53B-D4816DA46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4E7B6-1E8F-840E-1AFE-DF7FB488B9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462690-1EEE-C596-8968-3F444F9C7347}"/>
              </a:ext>
            </a:extLst>
          </p:cNvPr>
          <p:cNvSpPr>
            <a:spLocks noGrp="1"/>
          </p:cNvSpPr>
          <p:nvPr>
            <p:ph type="body" idx="1"/>
          </p:nvPr>
        </p:nvSpPr>
        <p:spPr/>
        <p:txBody>
          <a:bodyPr/>
          <a:lstStyle/>
          <a:p>
            <a:r>
              <a:rPr lang="en-US" dirty="0"/>
              <a:t>Lightsail = AWS with the sharp edges filed off: fixed monthly price, one screen. Create three small instances, one per service. Bahrain (me-south-1) is the closest region. Instances share a private network by default.</a:t>
            </a:r>
          </a:p>
        </p:txBody>
      </p:sp>
      <p:sp>
        <p:nvSpPr>
          <p:cNvPr id="4" name="Slide Number Placeholder 3">
            <a:extLst>
              <a:ext uri="{FF2B5EF4-FFF2-40B4-BE49-F238E27FC236}">
                <a16:creationId xmlns:a16="http://schemas.microsoft.com/office/drawing/2014/main" id="{9CCE3A18-9D2E-CB26-685E-4BC4A741FB6D}"/>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1278975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B4C2-F6A7-ED67-9B72-D79749E46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65CE9-EB9A-A56B-BF72-4B9362ACD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6AA75D-36FC-5A9B-8391-91B4BC52D3CB}"/>
              </a:ext>
            </a:extLst>
          </p:cNvPr>
          <p:cNvSpPr>
            <a:spLocks noGrp="1"/>
          </p:cNvSpPr>
          <p:nvPr>
            <p:ph type="body" idx="1"/>
          </p:nvPr>
        </p:nvSpPr>
        <p:spPr/>
        <p:txBody>
          <a:bodyPr/>
          <a:lstStyle/>
          <a:p>
            <a:r>
              <a:rPr lang="en-US" dirty="0"/>
              <a:t>Lightsail = AWS with the sharp edges filed off: fixed monthly price, one screen. Create three small instances, one per service. Bahrain (me-south-1) is the closest region. Instances share a private network by default.</a:t>
            </a:r>
          </a:p>
        </p:txBody>
      </p:sp>
      <p:sp>
        <p:nvSpPr>
          <p:cNvPr id="4" name="Slide Number Placeholder 3">
            <a:extLst>
              <a:ext uri="{FF2B5EF4-FFF2-40B4-BE49-F238E27FC236}">
                <a16:creationId xmlns:a16="http://schemas.microsoft.com/office/drawing/2014/main" id="{17AD55F5-C3AC-DE0E-812E-7AF813322943}"/>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6345202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honestly. Monolith-first is the professional default — Fowler's advice, and Careem's actual path. Microservices solve organizational scaling problems; if you don't have those problems, you're paying the tax without the benefit.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with the story. Four things to remember. If they remember only one: microservices are an organizational technology as much as a technical one.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with all three services + deploy scripts as follow-up material.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9889-6F2E-2B63-711D-0030C113F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6548C-C191-6597-AFF3-D9B3E8532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A76E10-1F55-E6F2-59E1-C81F29B7A1F5}"/>
              </a:ext>
            </a:extLst>
          </p:cNvPr>
          <p:cNvSpPr>
            <a:spLocks noGrp="1"/>
          </p:cNvSpPr>
          <p:nvPr>
            <p:ph type="body" idx="1"/>
          </p:nvPr>
        </p:nvSpPr>
        <p:spPr/>
        <p:txBody>
          <a:bodyPr/>
          <a:lstStyle/>
          <a:p>
            <a:r>
              <a:rPr lang="en-US" dirty="0"/>
              <a:t>The repo with all three services + deploy scripts as follow-up material.</a:t>
            </a:r>
          </a:p>
        </p:txBody>
      </p:sp>
      <p:sp>
        <p:nvSpPr>
          <p:cNvPr id="4" name="Slide Number Placeholder 3">
            <a:extLst>
              <a:ext uri="{FF2B5EF4-FFF2-40B4-BE49-F238E27FC236}">
                <a16:creationId xmlns:a16="http://schemas.microsoft.com/office/drawing/2014/main" id="{32401C24-D08F-312F-AD27-EB2A746FB217}"/>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5078980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vert="horz" lIns="91440" tIns="45720" rIns="91440" bIns="45720" rtlCol="0" anchor="b">
            <a:normAutofit/>
          </a:bodyPr>
          <a:lstStyle>
            <a:lvl1pPr>
              <a:defRPr lang="en-US" sz="44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vert="horz" lIns="91440" tIns="45720" rIns="91440" bIns="45720" rtlCol="0">
            <a:normAutofit/>
          </a:bodyPr>
          <a:lstStyle>
            <a:lvl1pPr marL="0" indent="0">
              <a:buNone/>
              <a:defRPr lang="en-US" dirty="0">
                <a:solidFill>
                  <a:schemeClr val="tx2"/>
                </a:solidFill>
              </a:defRPr>
            </a:lvl1pPr>
          </a:lstStyle>
          <a:p>
            <a:pPr lvl="0"/>
            <a:r>
              <a:rPr lang="en-US" dirty="0"/>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hasCustomPrompt="1"/>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6CD91AB5-8D64-469B-81DF-A26B406D2B54}" type="datetime1">
              <a:rPr lang="en-US" smtClean="0"/>
              <a:t>7/17/26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6855541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0796B54-ED46-4036-80F8-E8EFB102CB24}" type="datetime1">
              <a:rPr lang="en-US" smtClean="0"/>
              <a:t>7/17/26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908605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vert="horz" lIns="91440" tIns="45720" rIns="91440" bIns="45720" rtlCol="0" anchor="t">
            <a:normAutofit/>
          </a:bodyPr>
          <a:lstStyle>
            <a:lvl1pPr>
              <a:defRPr lang="en-US" sz="5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hasCustomPrompt="1"/>
          </p:nvPr>
        </p:nvSpPr>
        <p:spPr>
          <a:xfrm>
            <a:off x="5591348"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164B5AC7-D387-41BC-BBB6-F6DD0E8CACDB}" type="datetime1">
              <a:rPr lang="en-US" smtClean="0"/>
              <a:t>7/17/26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351344388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97718" cy="3739896"/>
          </a:xfrm>
        </p:spPr>
        <p:txBody>
          <a:bodyPr vert="horz" lIns="91440" tIns="45720" rIns="91440" bIns="45720" rtlCol="0" anchor="t">
            <a:normAutofit/>
          </a:bodyPr>
          <a:lstStyle>
            <a:lvl1pPr>
              <a:defRPr lang="en-US" sz="66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vert="horz" lIns="91440" tIns="45720" rIns="91440" bIns="45720" rtlCol="0" anchor="b">
            <a:normAutofit/>
          </a:bodyPr>
          <a:lstStyle>
            <a:lvl1pPr marL="0" indent="0">
              <a:buNone/>
              <a:defRPr lang="en-US">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A0D73698-4765-4C7F-8C74-6EF048F95E94}" type="datetime1">
              <a:rPr lang="en-US" smtClean="0"/>
              <a:t>7/17/26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
        <p:nvSpPr>
          <p:cNvPr id="11" name="Picture Placeholder 6">
            <a:extLst>
              <a:ext uri="{FF2B5EF4-FFF2-40B4-BE49-F238E27FC236}">
                <a16:creationId xmlns:a16="http://schemas.microsoft.com/office/drawing/2014/main" id="{8F28510C-0939-D915-FCC8-7D8AD4475782}"/>
              </a:ext>
            </a:extLst>
          </p:cNvPr>
          <p:cNvSpPr>
            <a:spLocks noGrp="1"/>
          </p:cNvSpPr>
          <p:nvPr>
            <p:ph type="pic" sz="quarter" idx="13" hasCustomPrompt="1"/>
          </p:nvPr>
        </p:nvSpPr>
        <p:spPr>
          <a:xfrm>
            <a:off x="6720113" y="342900"/>
            <a:ext cx="5131133" cy="6172200"/>
          </a:xfrm>
          <a:custGeom>
            <a:avLst/>
            <a:gdLst>
              <a:gd name="connsiteX0" fmla="*/ 305905 w 5334000"/>
              <a:gd name="connsiteY0" fmla="*/ 0 h 6172200"/>
              <a:gd name="connsiteX1" fmla="*/ 5028095 w 5334000"/>
              <a:gd name="connsiteY1" fmla="*/ 0 h 6172200"/>
              <a:gd name="connsiteX2" fmla="*/ 5334000 w 5334000"/>
              <a:gd name="connsiteY2" fmla="*/ 305905 h 6172200"/>
              <a:gd name="connsiteX3" fmla="*/ 5334000 w 5334000"/>
              <a:gd name="connsiteY3" fmla="*/ 5866295 h 6172200"/>
              <a:gd name="connsiteX4" fmla="*/ 5028095 w 5334000"/>
              <a:gd name="connsiteY4" fmla="*/ 6172200 h 6172200"/>
              <a:gd name="connsiteX5" fmla="*/ 305905 w 5334000"/>
              <a:gd name="connsiteY5" fmla="*/ 6172200 h 6172200"/>
              <a:gd name="connsiteX6" fmla="*/ 0 w 5334000"/>
              <a:gd name="connsiteY6" fmla="*/ 5866295 h 6172200"/>
              <a:gd name="connsiteX7" fmla="*/ 0 w 5334000"/>
              <a:gd name="connsiteY7" fmla="*/ 305905 h 6172200"/>
              <a:gd name="connsiteX8" fmla="*/ 305905 w 53340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6172200">
                <a:moveTo>
                  <a:pt x="305905" y="0"/>
                </a:moveTo>
                <a:lnTo>
                  <a:pt x="5028095" y="0"/>
                </a:lnTo>
                <a:cubicBezTo>
                  <a:pt x="5197042" y="0"/>
                  <a:pt x="5334000" y="136958"/>
                  <a:pt x="5334000" y="305905"/>
                </a:cubicBezTo>
                <a:lnTo>
                  <a:pt x="5334000" y="5866295"/>
                </a:lnTo>
                <a:cubicBezTo>
                  <a:pt x="5334000" y="6035242"/>
                  <a:pt x="5197042" y="6172200"/>
                  <a:pt x="5028095" y="6172200"/>
                </a:cubicBezTo>
                <a:lnTo>
                  <a:pt x="305905" y="6172200"/>
                </a:lnTo>
                <a:cubicBezTo>
                  <a:pt x="136958" y="6172200"/>
                  <a:pt x="0" y="6035242"/>
                  <a:pt x="0" y="5866295"/>
                </a:cubicBezTo>
                <a:lnTo>
                  <a:pt x="0" y="305905"/>
                </a:lnTo>
                <a:cubicBezTo>
                  <a:pt x="0" y="136958"/>
                  <a:pt x="136958" y="0"/>
                  <a:pt x="30590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164208753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vert="horz" lIns="91440" tIns="45720" rIns="91440" bIns="45720" rtlCol="0" anchor="t">
            <a:normAutofit/>
          </a:bodyPr>
          <a:lstStyle>
            <a:lvl1pPr>
              <a:defRPr lang="en-US" sz="5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vert="horz" lIns="91440" tIns="45720" rIns="91440" bIns="45720" rtlCol="0" anchor="b">
            <a:normAutofit/>
          </a:bodyPr>
          <a:lstStyle>
            <a:lvl1pPr marL="0" indent="0">
              <a:buNone/>
              <a:defRPr lang="en-US">
                <a:solidFill>
                  <a:schemeClr val="tx2"/>
                </a:solidFill>
              </a:defRPr>
            </a:lvl1pPr>
          </a:lstStyle>
          <a:p>
            <a:pPr lvl="0"/>
            <a:r>
              <a:rPr lang="en-US" dirty="0"/>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hasCustomPrompt="1"/>
          </p:nvPr>
        </p:nvSpPr>
        <p:spPr>
          <a:xfrm>
            <a:off x="347472"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19A3EA51-69C4-4090-B98A-31CA47A2E35E}" type="datetime1">
              <a:rPr lang="en-US" smtClean="0"/>
              <a:t>7/17/26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24935185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9317736" cy="4453128"/>
          </a:xfrm>
        </p:spPr>
        <p:txBody>
          <a:bodyPr vert="horz" lIns="91440" tIns="45720" rIns="91440" bIns="45720" rtlCol="0" anchor="t">
            <a:normAutofit/>
          </a:bodyPr>
          <a:lstStyle>
            <a:lvl1pPr>
              <a:defRPr lang="en-US" sz="96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6633933-AD95-42CF-A390-A7073FD506A1}" type="datetime1">
              <a:rPr lang="en-US" smtClean="0"/>
              <a:t>7/17/26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3896930820"/>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4427554"/>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CD50E307-C64C-483A-9485-A61D01D72197}" type="datetime1">
              <a:rPr lang="en-US" smtClean="0"/>
              <a:t>7/17/26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2946292337"/>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vert="horz" lIns="91440" tIns="45720" rIns="91440" bIns="45720" rtlCol="0" anchor="t">
            <a:normAutofit/>
          </a:bodyPr>
          <a:lstStyle>
            <a:lvl1pPr>
              <a:defRPr lang="en-US" sz="125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93208"/>
            <a:ext cx="5669280" cy="1161288"/>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8BC36CA3-7064-4E52-B24E-E3CC37B36CB8}" type="datetime1">
              <a:rPr lang="en-US" smtClean="0"/>
              <a:t>7/17/26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368156600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tx2"/>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333F469A-9BA4-41D9-A358-7174319CB857}" type="datetime1">
              <a:rPr lang="en-US" smtClean="0"/>
              <a:t>7/17/26</a:t>
            </a:fld>
            <a:endParaRPr lang="en-US"/>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324780801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998464" y="2423160"/>
            <a:ext cx="5486400" cy="3886200"/>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1BB0C55-2E11-4E7F-9EF8-868B07C6C42C}" type="datetime1">
              <a:rPr lang="en-US" smtClean="0"/>
              <a:t>7/17/26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427071163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644384" y="1012952"/>
            <a:ext cx="4023360" cy="1636776"/>
          </a:xfrm>
        </p:spPr>
        <p:txBody>
          <a:bodyPr anchor="b">
            <a:normAutofit/>
          </a:bodyPr>
          <a:lstStyle>
            <a:lvl1pPr>
              <a:defRPr sz="4800"/>
            </a:lvl1pPr>
          </a:lstStyle>
          <a:p>
            <a:r>
              <a:rPr lang="en-US" dirty="0"/>
              <a:t>Click to edit Master title style</a:t>
            </a:r>
          </a:p>
        </p:txBody>
      </p:sp>
      <p:sp>
        <p:nvSpPr>
          <p:cNvPr id="10" name="Picture Placeholder 8">
            <a:extLst>
              <a:ext uri="{FF2B5EF4-FFF2-40B4-BE49-F238E27FC236}">
                <a16:creationId xmlns:a16="http://schemas.microsoft.com/office/drawing/2014/main" id="{FE8E4848-C9F6-6844-AB1C-C4F0E8A472A1}"/>
              </a:ext>
            </a:extLst>
          </p:cNvPr>
          <p:cNvSpPr>
            <a:spLocks noGrp="1"/>
          </p:cNvSpPr>
          <p:nvPr>
            <p:ph type="pic" sz="quarter" idx="14" hasCustomPrompt="1"/>
          </p:nvPr>
        </p:nvSpPr>
        <p:spPr>
          <a:xfrm>
            <a:off x="342901" y="345109"/>
            <a:ext cx="6714969" cy="6163508"/>
          </a:xfrm>
          <a:custGeom>
            <a:avLst/>
            <a:gdLst>
              <a:gd name="connsiteX0" fmla="*/ 281857 w 6714969"/>
              <a:gd name="connsiteY0" fmla="*/ 0 h 6163508"/>
              <a:gd name="connsiteX1" fmla="*/ 6433112 w 6714969"/>
              <a:gd name="connsiteY1" fmla="*/ 0 h 6163508"/>
              <a:gd name="connsiteX2" fmla="*/ 6714969 w 6714969"/>
              <a:gd name="connsiteY2" fmla="*/ 281857 h 6163508"/>
              <a:gd name="connsiteX3" fmla="*/ 6714969 w 6714969"/>
              <a:gd name="connsiteY3" fmla="*/ 5881651 h 6163508"/>
              <a:gd name="connsiteX4" fmla="*/ 6433112 w 6714969"/>
              <a:gd name="connsiteY4" fmla="*/ 6163508 h 6163508"/>
              <a:gd name="connsiteX5" fmla="*/ 281857 w 6714969"/>
              <a:gd name="connsiteY5" fmla="*/ 6163508 h 6163508"/>
              <a:gd name="connsiteX6" fmla="*/ 0 w 6714969"/>
              <a:gd name="connsiteY6" fmla="*/ 5881651 h 6163508"/>
              <a:gd name="connsiteX7" fmla="*/ 0 w 6714969"/>
              <a:gd name="connsiteY7" fmla="*/ 281857 h 6163508"/>
              <a:gd name="connsiteX8" fmla="*/ 281857 w 6714969"/>
              <a:gd name="connsiteY8" fmla="*/ 0 h 61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4969" h="6163508">
                <a:moveTo>
                  <a:pt x="281857" y="0"/>
                </a:moveTo>
                <a:lnTo>
                  <a:pt x="6433112" y="0"/>
                </a:lnTo>
                <a:cubicBezTo>
                  <a:pt x="6588777" y="0"/>
                  <a:pt x="6714969" y="126192"/>
                  <a:pt x="6714969" y="281857"/>
                </a:cubicBezTo>
                <a:lnTo>
                  <a:pt x="6714969" y="5881651"/>
                </a:lnTo>
                <a:cubicBezTo>
                  <a:pt x="6714969" y="6037316"/>
                  <a:pt x="6588777" y="6163508"/>
                  <a:pt x="6433112" y="6163508"/>
                </a:cubicBezTo>
                <a:lnTo>
                  <a:pt x="281857" y="6163508"/>
                </a:lnTo>
                <a:cubicBezTo>
                  <a:pt x="126192" y="6163508"/>
                  <a:pt x="0" y="6037316"/>
                  <a:pt x="0" y="5881651"/>
                </a:cubicBezTo>
                <a:lnTo>
                  <a:pt x="0" y="281857"/>
                </a:lnTo>
                <a:cubicBezTo>
                  <a:pt x="0" y="126192"/>
                  <a:pt x="126192" y="0"/>
                  <a:pt x="281857" y="0"/>
                </a:cubicBezTo>
                <a:close/>
              </a:path>
            </a:pathLst>
          </a:custGeom>
          <a:blipFill dpi="0" rotWithShape="1">
            <a:blip r:embed="rId2">
              <a:alphaModFix amt="65000"/>
            </a:blip>
            <a:srcRect/>
            <a:stretch>
              <a:fillRect/>
            </a:stretch>
          </a:blipFill>
        </p:spPr>
        <p:txBody>
          <a:bodyPr wrap="square">
            <a:noAutofit/>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896616"/>
            <a:ext cx="4023360" cy="3364992"/>
          </a:xfrm>
        </p:spPr>
        <p:txBody>
          <a:bodyPr vert="horz" lIns="91440" tIns="45720" rIns="91440" bIns="45720" rtlCol="0">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marL="228600" lvl="0" indent="-228600"/>
            <a:r>
              <a:rPr lang="en-US" dirty="0"/>
              <a:t>Click to edit Master text styles</a:t>
            </a:r>
          </a:p>
          <a:p>
            <a:pPr marL="228600" lvl="1" indent="-228600"/>
            <a:r>
              <a:rPr lang="en-US" dirty="0"/>
              <a:t>Second level</a:t>
            </a:r>
          </a:p>
          <a:p>
            <a:pPr marL="228600" lvl="2" indent="-228600"/>
            <a:r>
              <a:rPr lang="en-US" dirty="0"/>
              <a:t>Third level</a:t>
            </a:r>
          </a:p>
          <a:p>
            <a:pPr marL="228600" lvl="3" indent="-228600"/>
            <a:r>
              <a:rPr lang="en-US" dirty="0"/>
              <a:t>Fourth level</a:t>
            </a:r>
          </a:p>
          <a:p>
            <a:pPr marL="228600" lvl="4" indent="-228600"/>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AC9FCAD-E19B-4A0F-866E-979EDEC4B525}" type="datetime1">
              <a:rPr lang="en-US" smtClean="0"/>
              <a:t>7/17/26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10760325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97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79B4A14-E3E2-4038-B0C4-0EC5ECBDA17A}" type="datetime1">
              <a:rPr lang="en-US" smtClean="0"/>
              <a:t>7/17/26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4026842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2301396-E7F4-44BB-B3C1-CAADE8EE1BCB}" type="datetime1">
              <a:rPr lang="en-US" smtClean="0"/>
              <a:t>7/17/26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1960773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C603B70-0873-4F91-B20E-188F8FCBC95A}" type="datetime1">
              <a:rPr lang="en-US" smtClean="0"/>
              <a:t>7/17/26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117247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4032504" cy="3621024"/>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2392" y="640080"/>
            <a:ext cx="597103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A211211-1BBF-43C8-98F1-415153382D43}" type="datetime1">
              <a:rPr lang="en-US" smtClean="0"/>
              <a:t>7/17/26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814118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7197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23C37F1-4FE0-40C5-A1CC-AC65E60D9E3F}" type="datetime1">
              <a:rPr lang="en-US" smtClean="0"/>
              <a:t>7/17/26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9049557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EF226A48-373B-47E6-1E90-9892366CC9F0}"/>
              </a:ext>
            </a:extLst>
          </p:cNvPr>
          <p:cNvSpPr>
            <a:spLocks noGrp="1"/>
          </p:cNvSpPr>
          <p:nvPr>
            <p:ph type="pic" sz="quarter" idx="13" hasCustomPrompt="1"/>
          </p:nvPr>
        </p:nvSpPr>
        <p:spPr>
          <a:xfrm>
            <a:off x="342900" y="342900"/>
            <a:ext cx="4501152" cy="6172200"/>
          </a:xfrm>
          <a:custGeom>
            <a:avLst/>
            <a:gdLst>
              <a:gd name="connsiteX0" fmla="*/ 332635 w 4501152"/>
              <a:gd name="connsiteY0" fmla="*/ 0 h 6172200"/>
              <a:gd name="connsiteX1" fmla="*/ 4168517 w 4501152"/>
              <a:gd name="connsiteY1" fmla="*/ 0 h 6172200"/>
              <a:gd name="connsiteX2" fmla="*/ 4501152 w 4501152"/>
              <a:gd name="connsiteY2" fmla="*/ 331423 h 6172200"/>
              <a:gd name="connsiteX3" fmla="*/ 4501152 w 4501152"/>
              <a:gd name="connsiteY3" fmla="*/ 5840778 h 6172200"/>
              <a:gd name="connsiteX4" fmla="*/ 4168517 w 4501152"/>
              <a:gd name="connsiteY4" fmla="*/ 6172200 h 6172200"/>
              <a:gd name="connsiteX5" fmla="*/ 332635 w 4501152"/>
              <a:gd name="connsiteY5" fmla="*/ 6172200 h 6172200"/>
              <a:gd name="connsiteX6" fmla="*/ 0 w 4501152"/>
              <a:gd name="connsiteY6" fmla="*/ 5840778 h 6172200"/>
              <a:gd name="connsiteX7" fmla="*/ 0 w 4501152"/>
              <a:gd name="connsiteY7" fmla="*/ 331423 h 6172200"/>
              <a:gd name="connsiteX8" fmla="*/ 332635 w 4501152"/>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1152" h="6172200">
                <a:moveTo>
                  <a:pt x="332635" y="0"/>
                </a:moveTo>
                <a:lnTo>
                  <a:pt x="4168517" y="0"/>
                </a:lnTo>
                <a:cubicBezTo>
                  <a:pt x="4352226" y="0"/>
                  <a:pt x="4501152" y="148383"/>
                  <a:pt x="4501152" y="331423"/>
                </a:cubicBezTo>
                <a:lnTo>
                  <a:pt x="4501152" y="5840778"/>
                </a:lnTo>
                <a:cubicBezTo>
                  <a:pt x="4501152" y="6023817"/>
                  <a:pt x="4352226" y="6172200"/>
                  <a:pt x="4168517" y="6172200"/>
                </a:cubicBezTo>
                <a:lnTo>
                  <a:pt x="332635" y="6172200"/>
                </a:lnTo>
                <a:cubicBezTo>
                  <a:pt x="148926" y="6172200"/>
                  <a:pt x="0" y="6023817"/>
                  <a:pt x="0" y="5840778"/>
                </a:cubicBezTo>
                <a:lnTo>
                  <a:pt x="0" y="331423"/>
                </a:lnTo>
                <a:cubicBezTo>
                  <a:pt x="0" y="148383"/>
                  <a:pt x="148926" y="0"/>
                  <a:pt x="33263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0F37310-2C84-4F72-97F3-ED5E52F7A674}"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4499654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ED7373D-8BEF-4D11-A85D-4ADD8461D8CF}" type="datetime1">
              <a:rPr lang="en-US" smtClean="0"/>
              <a:t>7/17/26</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353304" y="352327"/>
            <a:ext cx="4495799" cy="61722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8965162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9539F8C7-DD74-7177-C2DA-02533B6576FD}"/>
              </a:ext>
            </a:extLst>
          </p:cNvPr>
          <p:cNvSpPr>
            <a:spLocks noGrp="1"/>
          </p:cNvSpPr>
          <p:nvPr>
            <p:ph type="pic" sz="quarter" idx="13" hasCustomPrompt="1"/>
          </p:nvPr>
        </p:nvSpPr>
        <p:spPr>
          <a:xfrm>
            <a:off x="339373"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04D0A65-74B1-4258-9347-517577BEF7B0}"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8673118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3B00591-709C-49DC-8FE0-9F32B5969F72}" type="datetime1">
              <a:rPr lang="en-US" smtClean="0"/>
              <a:t>7/17/26</a:t>
            </a:fld>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046768"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3906785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hasCustomPrompt="1"/>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3D0D37D-152B-44E6-AB8F-60E41FE679D7}"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1057290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93FD62D-5EED-4798-9EBA-B6E1A9B98072}" type="datetime1">
              <a:rPr lang="en-US" smtClean="0"/>
              <a:t>7/17/26</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7785628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hasCustomPrompt="1"/>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6FCFE97D-4F8B-4270-9223-9617008B9FA3}"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293246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E1B1D5C-1F84-4585-9043-549E87BD77AE}" type="datetime1">
              <a:rPr lang="en-US" smtClean="0"/>
              <a:t>7/17/26</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5794591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1EB90F8-5A2D-4795-872B-662FE96339B2}"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7353906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4502843" y="342901"/>
            <a:ext cx="7346257"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9A22F9C2-5647-4E58-BE9B-A16834D13FE3}"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8336088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dirty="0"/>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9B124E6D-88B1-474F-9E7C-C29F02FACC38}"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40178329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111854"/>
            <a:ext cx="3739279" cy="1389888"/>
          </a:xfrm>
        </p:spPr>
        <p:txBody>
          <a:bodyPr anchor="t">
            <a:normAutofit/>
          </a:bodyPr>
          <a:lstStyle>
            <a:lvl1pPr>
              <a:defRPr sz="3200"/>
            </a:lvl1pPr>
          </a:lstStyle>
          <a:p>
            <a:r>
              <a:rPr lang="en-US" dirty="0"/>
              <a:t>Click to edit Master title style</a:t>
            </a:r>
          </a:p>
        </p:txBody>
      </p:sp>
      <p:sp>
        <p:nvSpPr>
          <p:cNvPr id="19" name="Picture Placeholder 17">
            <a:extLst>
              <a:ext uri="{FF2B5EF4-FFF2-40B4-BE49-F238E27FC236}">
                <a16:creationId xmlns:a16="http://schemas.microsoft.com/office/drawing/2014/main" id="{D5837EDE-723C-6CF6-EB95-3AEDA1F07E9E}"/>
              </a:ext>
            </a:extLst>
          </p:cNvPr>
          <p:cNvSpPr>
            <a:spLocks noGrp="1"/>
          </p:cNvSpPr>
          <p:nvPr>
            <p:ph type="pic" sz="quarter" idx="15" hasCustomPrompt="1"/>
          </p:nvPr>
        </p:nvSpPr>
        <p:spPr>
          <a:xfrm>
            <a:off x="339373" y="320043"/>
            <a:ext cx="11509730" cy="4404825"/>
          </a:xfrm>
          <a:custGeom>
            <a:avLst/>
            <a:gdLst>
              <a:gd name="connsiteX0" fmla="*/ 299132 w 11509730"/>
              <a:gd name="connsiteY0" fmla="*/ 0 h 4404825"/>
              <a:gd name="connsiteX1" fmla="*/ 11210598 w 11509730"/>
              <a:gd name="connsiteY1" fmla="*/ 0 h 4404825"/>
              <a:gd name="connsiteX2" fmla="*/ 11509730 w 11509730"/>
              <a:gd name="connsiteY2" fmla="*/ 299132 h 4404825"/>
              <a:gd name="connsiteX3" fmla="*/ 11509730 w 11509730"/>
              <a:gd name="connsiteY3" fmla="*/ 4105693 h 4404825"/>
              <a:gd name="connsiteX4" fmla="*/ 11210598 w 11509730"/>
              <a:gd name="connsiteY4" fmla="*/ 4404825 h 4404825"/>
              <a:gd name="connsiteX5" fmla="*/ 299132 w 11509730"/>
              <a:gd name="connsiteY5" fmla="*/ 4404825 h 4404825"/>
              <a:gd name="connsiteX6" fmla="*/ 0 w 11509730"/>
              <a:gd name="connsiteY6" fmla="*/ 4105693 h 4404825"/>
              <a:gd name="connsiteX7" fmla="*/ 0 w 11509730"/>
              <a:gd name="connsiteY7" fmla="*/ 299132 h 4404825"/>
              <a:gd name="connsiteX8" fmla="*/ 299132 w 11509730"/>
              <a:gd name="connsiteY8" fmla="*/ 0 h 44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4404825">
                <a:moveTo>
                  <a:pt x="299132" y="0"/>
                </a:moveTo>
                <a:lnTo>
                  <a:pt x="11210598" y="0"/>
                </a:lnTo>
                <a:cubicBezTo>
                  <a:pt x="11375804" y="0"/>
                  <a:pt x="11509730" y="133926"/>
                  <a:pt x="11509730" y="299132"/>
                </a:cubicBezTo>
                <a:lnTo>
                  <a:pt x="11509730" y="4105693"/>
                </a:lnTo>
                <a:cubicBezTo>
                  <a:pt x="11509730" y="4270899"/>
                  <a:pt x="11375804" y="4404825"/>
                  <a:pt x="11210598" y="4404825"/>
                </a:cubicBezTo>
                <a:lnTo>
                  <a:pt x="299132" y="4404825"/>
                </a:lnTo>
                <a:cubicBezTo>
                  <a:pt x="133926" y="4404825"/>
                  <a:pt x="0" y="4270899"/>
                  <a:pt x="0" y="4105693"/>
                </a:cubicBezTo>
                <a:lnTo>
                  <a:pt x="0" y="299132"/>
                </a:lnTo>
                <a:cubicBezTo>
                  <a:pt x="0" y="133926"/>
                  <a:pt x="133926" y="0"/>
                  <a:pt x="29913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0D21C7E-4348-443E-B7C8-EE213DFF1CB1}" type="datetime1">
              <a:rPr lang="en-US" smtClean="0"/>
              <a:t>7/17/26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51928" y="5111854"/>
            <a:ext cx="6400800" cy="1389888"/>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7735322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9" name="Picture Placeholder 8">
            <a:extLst>
              <a:ext uri="{FF2B5EF4-FFF2-40B4-BE49-F238E27FC236}">
                <a16:creationId xmlns:a16="http://schemas.microsoft.com/office/drawing/2014/main" id="{1BCE7E7D-ED4A-B625-6CB8-4D71682F63D4}"/>
              </a:ext>
            </a:extLst>
          </p:cNvPr>
          <p:cNvSpPr>
            <a:spLocks noGrp="1"/>
          </p:cNvSpPr>
          <p:nvPr>
            <p:ph type="pic" sz="quarter" idx="13" hasCustomPrompt="1"/>
          </p:nvPr>
        </p:nvSpPr>
        <p:spPr>
          <a:xfrm>
            <a:off x="339373" y="320042"/>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5E2BB8D-1BA0-4790-987D-651470CA8928}" type="datetime1">
              <a:rPr lang="en-US" smtClean="0"/>
              <a:t>7/17/26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072756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86A25225-80A2-7139-2A81-39CA926639FF}"/>
              </a:ext>
            </a:extLst>
          </p:cNvPr>
          <p:cNvSpPr>
            <a:spLocks noGrp="1"/>
          </p:cNvSpPr>
          <p:nvPr>
            <p:ph type="pic" sz="quarter" idx="13" hasCustomPrompt="1"/>
          </p:nvPr>
        </p:nvSpPr>
        <p:spPr>
          <a:xfrm>
            <a:off x="339373" y="3067414"/>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19672"/>
            <a:ext cx="3494314" cy="338328"/>
          </a:xfrm>
        </p:spPr>
        <p:txBody>
          <a:bodyPr/>
          <a:lstStyle/>
          <a:p>
            <a:fld id="{48CD4B21-9C97-4358-8E22-9F49A31BDF6B}" type="datetime1">
              <a:rPr lang="en-US" smtClean="0"/>
              <a:t>7/17/26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6519672"/>
            <a:ext cx="2805405" cy="338328"/>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6519672"/>
            <a:ext cx="429207" cy="338328"/>
          </a:xfrm>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8553609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dirty="0"/>
              <a:t>Click to edit Master title style</a:t>
            </a:r>
          </a:p>
        </p:txBody>
      </p:sp>
      <p:sp>
        <p:nvSpPr>
          <p:cNvPr id="10" name="Picture Placeholder 9">
            <a:extLst>
              <a:ext uri="{FF2B5EF4-FFF2-40B4-BE49-F238E27FC236}">
                <a16:creationId xmlns:a16="http://schemas.microsoft.com/office/drawing/2014/main" id="{45F6FDB5-F783-3538-287C-754C11C30975}"/>
              </a:ext>
            </a:extLst>
          </p:cNvPr>
          <p:cNvSpPr>
            <a:spLocks noGrp="1"/>
          </p:cNvSpPr>
          <p:nvPr>
            <p:ph type="pic" sz="quarter" idx="13" hasCustomPrompt="1"/>
          </p:nvPr>
        </p:nvSpPr>
        <p:spPr>
          <a:xfrm>
            <a:off x="429768" y="1828800"/>
            <a:ext cx="6176399" cy="4425696"/>
          </a:xfrm>
          <a:custGeom>
            <a:avLst/>
            <a:gdLst>
              <a:gd name="connsiteX0" fmla="*/ 325421 w 6450717"/>
              <a:gd name="connsiteY0" fmla="*/ 0 h 4425696"/>
              <a:gd name="connsiteX1" fmla="*/ 6125296 w 6450717"/>
              <a:gd name="connsiteY1" fmla="*/ 0 h 4425696"/>
              <a:gd name="connsiteX2" fmla="*/ 6450717 w 6450717"/>
              <a:gd name="connsiteY2" fmla="*/ 325421 h 4425696"/>
              <a:gd name="connsiteX3" fmla="*/ 6450717 w 6450717"/>
              <a:gd name="connsiteY3" fmla="*/ 4100275 h 4425696"/>
              <a:gd name="connsiteX4" fmla="*/ 6125296 w 6450717"/>
              <a:gd name="connsiteY4" fmla="*/ 4425696 h 4425696"/>
              <a:gd name="connsiteX5" fmla="*/ 325421 w 6450717"/>
              <a:gd name="connsiteY5" fmla="*/ 4425696 h 4425696"/>
              <a:gd name="connsiteX6" fmla="*/ 0 w 6450717"/>
              <a:gd name="connsiteY6" fmla="*/ 4100275 h 4425696"/>
              <a:gd name="connsiteX7" fmla="*/ 0 w 6450717"/>
              <a:gd name="connsiteY7" fmla="*/ 325421 h 4425696"/>
              <a:gd name="connsiteX8" fmla="*/ 325421 w 6450717"/>
              <a:gd name="connsiteY8"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0717" h="4425696">
                <a:moveTo>
                  <a:pt x="325421" y="0"/>
                </a:moveTo>
                <a:lnTo>
                  <a:pt x="6125296" y="0"/>
                </a:lnTo>
                <a:cubicBezTo>
                  <a:pt x="6305021" y="0"/>
                  <a:pt x="6450717" y="145696"/>
                  <a:pt x="6450717" y="325421"/>
                </a:cubicBezTo>
                <a:lnTo>
                  <a:pt x="6450717" y="4100275"/>
                </a:lnTo>
                <a:cubicBezTo>
                  <a:pt x="6450717" y="4280000"/>
                  <a:pt x="6305021" y="4425696"/>
                  <a:pt x="6125296" y="4425696"/>
                </a:cubicBezTo>
                <a:lnTo>
                  <a:pt x="325421" y="4425696"/>
                </a:lnTo>
                <a:cubicBezTo>
                  <a:pt x="145696" y="4425696"/>
                  <a:pt x="0" y="4280000"/>
                  <a:pt x="0" y="4100275"/>
                </a:cubicBezTo>
                <a:lnTo>
                  <a:pt x="0" y="325421"/>
                </a:lnTo>
                <a:cubicBezTo>
                  <a:pt x="0" y="145696"/>
                  <a:pt x="145696" y="0"/>
                  <a:pt x="32542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87768" y="1828800"/>
            <a:ext cx="4297680" cy="4428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B98FABC-5F70-4DE9-8A42-1DE3D93319BF}"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9887608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dirty="0"/>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hasCustomPrompt="1"/>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732AAB-0859-49C5-9F81-D3744B520913}"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9606931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14639E5C-EF58-65A1-C364-F58DE761581C}"/>
              </a:ext>
            </a:extLst>
          </p:cNvPr>
          <p:cNvSpPr>
            <a:spLocks noGrp="1"/>
          </p:cNvSpPr>
          <p:nvPr>
            <p:ph type="pic" sz="quarter" idx="13" hasCustomPrompt="1"/>
          </p:nvPr>
        </p:nvSpPr>
        <p:spPr>
          <a:xfrm>
            <a:off x="510075" y="2293494"/>
            <a:ext cx="3666744" cy="4039044"/>
          </a:xfrm>
          <a:custGeom>
            <a:avLst/>
            <a:gdLst>
              <a:gd name="connsiteX0" fmla="*/ 292716 w 3666744"/>
              <a:gd name="connsiteY0" fmla="*/ 0 h 4039044"/>
              <a:gd name="connsiteX1" fmla="*/ 3374028 w 3666744"/>
              <a:gd name="connsiteY1" fmla="*/ 0 h 4039044"/>
              <a:gd name="connsiteX2" fmla="*/ 3666744 w 3666744"/>
              <a:gd name="connsiteY2" fmla="*/ 292716 h 4039044"/>
              <a:gd name="connsiteX3" fmla="*/ 3666744 w 3666744"/>
              <a:gd name="connsiteY3" fmla="*/ 3746328 h 4039044"/>
              <a:gd name="connsiteX4" fmla="*/ 3374028 w 3666744"/>
              <a:gd name="connsiteY4" fmla="*/ 4039044 h 4039044"/>
              <a:gd name="connsiteX5" fmla="*/ 292716 w 3666744"/>
              <a:gd name="connsiteY5" fmla="*/ 4039044 h 4039044"/>
              <a:gd name="connsiteX6" fmla="*/ 0 w 3666744"/>
              <a:gd name="connsiteY6" fmla="*/ 3746328 h 4039044"/>
              <a:gd name="connsiteX7" fmla="*/ 0 w 3666744"/>
              <a:gd name="connsiteY7" fmla="*/ 292716 h 4039044"/>
              <a:gd name="connsiteX8" fmla="*/ 292716 w 3666744"/>
              <a:gd name="connsiteY8" fmla="*/ 0 h 403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744" h="4039044">
                <a:moveTo>
                  <a:pt x="292716" y="0"/>
                </a:moveTo>
                <a:lnTo>
                  <a:pt x="3374028" y="0"/>
                </a:lnTo>
                <a:cubicBezTo>
                  <a:pt x="3535691" y="0"/>
                  <a:pt x="3666744" y="131053"/>
                  <a:pt x="3666744" y="292716"/>
                </a:cubicBezTo>
                <a:lnTo>
                  <a:pt x="3666744" y="3746328"/>
                </a:lnTo>
                <a:cubicBezTo>
                  <a:pt x="3666744" y="3907991"/>
                  <a:pt x="3535691" y="4039044"/>
                  <a:pt x="3374028" y="4039044"/>
                </a:cubicBezTo>
                <a:lnTo>
                  <a:pt x="292716" y="4039044"/>
                </a:lnTo>
                <a:cubicBezTo>
                  <a:pt x="131053" y="4039044"/>
                  <a:pt x="0" y="3907991"/>
                  <a:pt x="0" y="3746328"/>
                </a:cubicBezTo>
                <a:lnTo>
                  <a:pt x="0" y="292716"/>
                </a:lnTo>
                <a:cubicBezTo>
                  <a:pt x="0" y="131053"/>
                  <a:pt x="131053" y="0"/>
                  <a:pt x="2927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73C0E27-EFA9-4706-B7B3-384BAC09CA5C}"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0159608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93776" y="4992624"/>
            <a:ext cx="11201400" cy="1225296"/>
          </a:xfrm>
        </p:spPr>
        <p:txBody>
          <a:bodyPr anchor="t">
            <a:normAutofit/>
          </a:bodyPr>
          <a:lstStyle>
            <a:lvl1pPr algn="ctr">
              <a:lnSpc>
                <a:spcPct val="120000"/>
              </a:lnSpc>
              <a:defRPr sz="2400">
                <a:solidFill>
                  <a:schemeClr val="tx2">
                    <a:lumMod val="90000"/>
                    <a:lumOff val="10000"/>
                  </a:schemeClr>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44A38527-6BF7-45BD-8E9C-2BDCA53716A3}" type="datetime1">
              <a:rPr lang="en-US" smtClean="0"/>
              <a:t>7/17/26</a:t>
            </a:fld>
            <a:endParaRPr lang="en-US"/>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493776" y="786384"/>
            <a:ext cx="11201400" cy="4206240"/>
          </a:xfrm>
        </p:spPr>
        <p:txBody>
          <a:bodyPr anchor="b">
            <a:normAutofit/>
          </a:bodyPr>
          <a:lstStyle>
            <a:lvl1pPr marL="0" indent="0" algn="ctr">
              <a:buNone/>
              <a:defRPr sz="27800">
                <a:solidFill>
                  <a:schemeClr val="tx2">
                    <a:lumMod val="90000"/>
                    <a:lumOff val="10000"/>
                  </a:schemeClr>
                </a:solidFill>
              </a:defRPr>
            </a:lvl1pPr>
          </a:lstStyle>
          <a:p>
            <a:pPr lvl="0"/>
            <a:r>
              <a:rPr lang="en-US" dirty="0"/>
              <a:t>##%</a:t>
            </a:r>
          </a:p>
        </p:txBody>
      </p:sp>
    </p:spTree>
    <p:extLst>
      <p:ext uri="{BB962C8B-B14F-4D97-AF65-F5344CB8AC3E}">
        <p14:creationId xmlns:p14="http://schemas.microsoft.com/office/powerpoint/2010/main" val="35568970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93776" y="4992624"/>
            <a:ext cx="11201400" cy="1225296"/>
          </a:xfrm>
        </p:spPr>
        <p:txBody>
          <a:bodyPr anchor="t">
            <a:normAutofit/>
          </a:bodyPr>
          <a:lstStyle>
            <a:lvl1pPr algn="ctr">
              <a:lnSpc>
                <a:spcPct val="120000"/>
              </a:lnSpc>
              <a:defRPr sz="2800">
                <a:solidFill>
                  <a:schemeClr val="tx1"/>
                </a:solidFill>
              </a:defRPr>
            </a:lvl1pPr>
          </a:lstStyle>
          <a:p>
            <a:r>
              <a:rPr lang="en-US" dirty="0"/>
              <a:t>Click to edit Master title style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FAE2D2C4-0829-4B37-AFA9-97EED5EA275A}" type="datetime1">
              <a:rPr lang="en-US" smtClean="0"/>
              <a:t>7/17/26</a:t>
            </a:fld>
            <a:endParaRPr lang="en-US"/>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493776" y="786384"/>
            <a:ext cx="11201400" cy="4206240"/>
          </a:xfrm>
        </p:spPr>
        <p:txBody>
          <a:bodyPr anchor="b">
            <a:normAutofit/>
          </a:bodyPr>
          <a:lstStyle>
            <a:lvl1pPr marL="0" indent="0" algn="ctr">
              <a:buNone/>
              <a:defRPr sz="27800">
                <a:solidFill>
                  <a:schemeClr val="tx1"/>
                </a:solidFill>
              </a:defRPr>
            </a:lvl1pPr>
          </a:lstStyle>
          <a:p>
            <a:pPr lvl="0"/>
            <a:r>
              <a:rPr lang="en-US" dirty="0"/>
              <a:t>##%</a:t>
            </a:r>
          </a:p>
        </p:txBody>
      </p:sp>
    </p:spTree>
    <p:extLst>
      <p:ext uri="{BB962C8B-B14F-4D97-AF65-F5344CB8AC3E}">
        <p14:creationId xmlns:p14="http://schemas.microsoft.com/office/powerpoint/2010/main" val="1912278903"/>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29768" y="4809744"/>
            <a:ext cx="5897880" cy="1353312"/>
          </a:xfrm>
        </p:spPr>
        <p:txBody>
          <a:bodyPr vert="horz" lIns="91440" tIns="45720" rIns="91440" bIns="45720" rtlCol="0" anchor="t">
            <a:normAutofit/>
          </a:bodyPr>
          <a:lstStyle>
            <a:lvl1pPr>
              <a:lnSpc>
                <a:spcPct val="120000"/>
              </a:lnSpc>
              <a:defRPr lang="en-US" sz="2800" dirty="0">
                <a:solidFill>
                  <a:schemeClr val="tx2">
                    <a:lumMod val="90000"/>
                    <a:lumOff val="10000"/>
                  </a:schemeClr>
                </a:solidFill>
              </a:defRPr>
            </a:lvl1pPr>
          </a:lstStyle>
          <a:p>
            <a:pPr lvl="0"/>
            <a:r>
              <a:rPr lang="en-US" dirty="0"/>
              <a:t>Click to edit Master title style</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DE13353C-D70D-4D92-85A4-BE6E7FCC2830}" type="datetime1">
              <a:rPr lang="en-US" smtClean="0"/>
              <a:t>7/17/26</a:t>
            </a:fld>
            <a:endParaRPr lang="en-US"/>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429768" y="603504"/>
            <a:ext cx="11201400" cy="4206240"/>
          </a:xfrm>
        </p:spPr>
        <p:txBody>
          <a:bodyPr vert="horz" lIns="91440" tIns="45720" rIns="91440" bIns="45720" rtlCol="0" anchor="b">
            <a:normAutofit/>
          </a:bodyPr>
          <a:lstStyle>
            <a:lvl1pPr marL="0" indent="0">
              <a:lnSpc>
                <a:spcPct val="90000"/>
              </a:lnSpc>
              <a:spcBef>
                <a:spcPts val="0"/>
              </a:spcBef>
              <a:buNone/>
              <a:defRPr lang="en-US" sz="27800" dirty="0">
                <a:solidFill>
                  <a:schemeClr val="tx2">
                    <a:lumMod val="90000"/>
                    <a:lumOff val="10000"/>
                  </a:schemeClr>
                </a:solidFill>
              </a:defRPr>
            </a:lvl1pPr>
          </a:lstStyle>
          <a:p>
            <a:pPr lvl="0"/>
            <a:r>
              <a:rPr lang="en-US" dirty="0"/>
              <a:t>##%</a:t>
            </a:r>
          </a:p>
        </p:txBody>
      </p:sp>
    </p:spTree>
    <p:extLst>
      <p:ext uri="{BB962C8B-B14F-4D97-AF65-F5344CB8AC3E}">
        <p14:creationId xmlns:p14="http://schemas.microsoft.com/office/powerpoint/2010/main" val="5821805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267622C3-A8C0-4CE4-AFAA-25D23CB3242F}" type="datetime1">
              <a:rPr lang="en-US" smtClean="0"/>
              <a:t>7/17/26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347781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B9B6EAC-4E38-4BC4-964B-55A6571A4EBF}" type="datetime1">
              <a:rPr lang="en-US" smtClean="0"/>
              <a:t>7/17/26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66731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B2DDD8-66B1-484C-ABC1-3F6C2E131531}" type="datetime1">
              <a:rPr lang="en-US" smtClean="0"/>
              <a:t>7/17/26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303223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36776" y="5276088"/>
            <a:ext cx="9061704" cy="466344"/>
          </a:xfrm>
        </p:spPr>
        <p:txBody>
          <a:bodyPr anchor="t">
            <a:normAutofit/>
          </a:bodyPr>
          <a:lstStyle>
            <a:lvl1pPr>
              <a:lnSpc>
                <a:spcPct val="120000"/>
              </a:lnSpc>
              <a:defRPr sz="2200" b="1">
                <a:solidFill>
                  <a:schemeClr val="tx2">
                    <a:lumMod val="75000"/>
                    <a:lumOff val="25000"/>
                  </a:schemeClr>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499616" y="1828800"/>
            <a:ext cx="9198864" cy="2871216"/>
          </a:xfrm>
        </p:spPr>
        <p:txBody>
          <a:bodyPr anchor="ctr">
            <a:normAutofit/>
          </a:bodyPr>
          <a:lstStyle>
            <a:lvl1pPr marL="137160" indent="-137160">
              <a:lnSpc>
                <a:spcPct val="100000"/>
              </a:lnSpc>
              <a:spcBef>
                <a:spcPts val="0"/>
              </a:spcBef>
              <a:buFont typeface="Arial" panose="020B0604020202020204" pitchFamily="34" charset="0"/>
              <a:buNone/>
              <a:defRPr sz="40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E66CBEC5-37D0-4E5C-8671-D7D2A06BE21B}" type="datetime1">
              <a:rPr lang="en-US" smtClean="0"/>
              <a:t>7/17/26</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637023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351F96B-ED98-BF55-D2B0-047000EF48E1}"/>
              </a:ext>
            </a:extLst>
          </p:cNvPr>
          <p:cNvSpPr/>
          <p:nvPr/>
        </p:nvSpPr>
        <p:spPr>
          <a:xfrm>
            <a:off x="806386" y="760151"/>
            <a:ext cx="10579222" cy="5337698"/>
          </a:xfrm>
          <a:prstGeom prst="roundRect">
            <a:avLst>
              <a:gd name="adj" fmla="val 609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55064" y="2093976"/>
            <a:ext cx="8695944" cy="2130552"/>
          </a:xfrm>
        </p:spPr>
        <p:txBody>
          <a:bodyPr anchor="ctr">
            <a:normAutofit/>
          </a:bodyPr>
          <a:lstStyle>
            <a:lvl1pPr marL="137160" indent="-137160">
              <a:lnSpc>
                <a:spcPct val="100000"/>
              </a:lnSpc>
              <a:spcBef>
                <a:spcPts val="0"/>
              </a:spcBef>
              <a:buFont typeface="Arial" panose="020B0604020202020204" pitchFamily="34" charset="0"/>
              <a:buNone/>
              <a:defRPr sz="36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5246FC37-12B5-4EB9-BB05-B5E210E93FF0}" type="datetime1">
              <a:rPr lang="en-US" smtClean="0"/>
              <a:t>7/17/26</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8657024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98556" y="4965192"/>
            <a:ext cx="9450699" cy="1289304"/>
          </a:xfrm>
        </p:spPr>
        <p:txBody>
          <a:bodyPr anchor="b">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438912"/>
            <a:ext cx="9619488" cy="4526280"/>
          </a:xfrm>
        </p:spPr>
        <p:txBody>
          <a:bodyPr anchor="ctr">
            <a:normAutofit/>
          </a:bodyPr>
          <a:lstStyle>
            <a:lvl1pPr marL="164592" indent="-164592">
              <a:lnSpc>
                <a:spcPct val="100000"/>
              </a:lnSpc>
              <a:spcBef>
                <a:spcPts val="0"/>
              </a:spcBef>
              <a:buFont typeface="Arial" panose="020B0604020202020204" pitchFamily="34" charset="0"/>
              <a:buNone/>
              <a:defRPr sz="48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A710F6F3-6829-4CDD-B3A1-8F321E27194A}" type="datetime1">
              <a:rPr lang="en-US" smtClean="0"/>
              <a:t>7/17/26</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078741786"/>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98556" y="4965192"/>
            <a:ext cx="9148947" cy="1289304"/>
          </a:xfrm>
        </p:spPr>
        <p:txBody>
          <a:bodyPr anchor="b">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179576"/>
            <a:ext cx="9317736" cy="3785616"/>
          </a:xfrm>
        </p:spPr>
        <p:txBody>
          <a:bodyPr anchor="b">
            <a:normAutofit/>
          </a:bodyPr>
          <a:lstStyle>
            <a:lvl1pPr marL="164592" indent="-164592">
              <a:lnSpc>
                <a:spcPct val="100000"/>
              </a:lnSpc>
              <a:spcBef>
                <a:spcPts val="0"/>
              </a:spcBef>
              <a:buFont typeface="Arial" panose="020B0604020202020204" pitchFamily="34" charset="0"/>
              <a:buNone/>
              <a:defRPr sz="4800"/>
            </a:lvl1pPr>
          </a:lstStyle>
          <a:p>
            <a:pPr lvl="0"/>
            <a:r>
              <a:rPr lang="en-US" dirty="0"/>
              <a:t>Click to edit Quote</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FCA6652C-AA1E-4738-883B-0336FAAA5DB1}" type="datetime1">
              <a:rPr lang="en-US" smtClean="0"/>
              <a:t>7/17/26</a:t>
            </a:fld>
            <a:endParaRPr lang="en-US"/>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096184263"/>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430213" y="2020825"/>
            <a:ext cx="5211762"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381750" y="2020824"/>
            <a:ext cx="521335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20F56A5-925A-45AB-8491-C696F304662B}" type="datetime1">
              <a:rPr lang="en-US" smtClean="0"/>
              <a:t>7/17/26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8434606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430213" y="2020888"/>
            <a:ext cx="5211762"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020888"/>
            <a:ext cx="521335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F882B41-9B9A-4653-8E8E-9D57A4983847}" type="datetime1">
              <a:rPr lang="en-US" smtClean="0"/>
              <a:t>7/17/26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89512461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6C80A14-C874-4C11-943E-4B7AAF73B997}" type="datetime1">
              <a:rPr lang="en-US" smtClean="0"/>
              <a:t>7/17/26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5806992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9A60914-BFFA-4E5B-B382-06A92C8508A8}" type="datetime1">
              <a:rPr lang="en-US" smtClean="0"/>
              <a:t>7/17/26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731742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5"/>
            <a:ext cx="3595634" cy="2212848"/>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823029"/>
            <a:ext cx="3309608" cy="3481355"/>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E6DEE75D-2E4A-469A-9092-8B43711F5315}" type="datetime1">
              <a:rPr lang="en-US" smtClean="0"/>
              <a:t>7/17/26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07376596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593592" cy="2212313"/>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4502843" y="342901"/>
            <a:ext cx="7346258"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1E6FD38-01FF-4539-8A35-AB19E4D5C3A7}" type="datetime1">
              <a:rPr lang="en-US" smtClean="0"/>
              <a:t>7/17/26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692932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8C5BFC-EF85-4C2B-8809-2F9E7D76A143}" type="datetime1">
              <a:rPr lang="en-US" smtClean="0"/>
              <a:t>7/17/26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48052480"/>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7370064" cy="1842020"/>
          </a:xfrm>
        </p:spPr>
        <p:txBody>
          <a:bodyPr anchor="b">
            <a:normAutofit/>
          </a:bodyPr>
          <a:lstStyle>
            <a:lvl1pPr>
              <a:defRPr sz="6000"/>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7370064" cy="22311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48805FF-0F6F-4DB7-B5D6-9BF14E40F716}" type="datetime1">
              <a:rPr lang="en-US" smtClean="0"/>
              <a:t>7/17/26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181718769"/>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53624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D380B3-E270-4064-8D13-292A875F6C31}" type="datetime1">
              <a:rPr lang="en-US" smtClean="0"/>
              <a:t>7/17/26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6908057"/>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D380B3-E270-4064-8D13-292A875F6C31}" type="datetime1">
              <a:rPr lang="en-US" smtClean="0"/>
              <a:t>7/17/26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4199730472"/>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380B3-E270-4064-8D13-292A875F6C31}" type="datetime1">
              <a:rPr lang="en-US" smtClean="0"/>
              <a:t>7/17/26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432108"/>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D380B3-E270-4064-8D13-292A875F6C31}" type="datetime1">
              <a:rPr lang="en-US" smtClean="0"/>
              <a:t>7/17/26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454027075"/>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380B3-E270-4064-8D13-292A875F6C31}" type="datetime1">
              <a:rPr lang="en-US" smtClean="0"/>
              <a:t>7/17/26</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1813978983"/>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C80A14-C874-4C11-943E-4B7AAF73B997}" type="datetime1">
              <a:rPr lang="en-US" smtClean="0"/>
              <a:t>7/17/26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427364434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9A60914-BFFA-4E5B-B382-06A92C8508A8}" type="datetime1">
              <a:rPr lang="en-US" smtClean="0"/>
              <a:t>7/17/26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Sample Footer Text</a:t>
            </a:r>
          </a:p>
        </p:txBody>
      </p:sp>
      <p:sp>
        <p:nvSpPr>
          <p:cNvPr id="9" name="Slide Number Placeholder 8"/>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95583232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6DEE75D-2E4A-469A-9092-8B43711F5315}" type="datetime1">
              <a:rPr lang="en-US" smtClean="0"/>
              <a:t>7/17/26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Sample Footer Text</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416208819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E6FD38-01FF-4539-8A35-AB19E4D5C3A7}" type="datetime1">
              <a:rPr lang="en-US" smtClean="0"/>
              <a:t>7/17/26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2647969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D380B3-E270-4064-8D13-292A875F6C31}" type="datetime1">
              <a:rPr lang="en-US" smtClean="0"/>
              <a:t>7/17/26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232540084"/>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D380B3-E270-4064-8D13-292A875F6C31}" type="datetime1">
              <a:rPr lang="en-US" smtClean="0"/>
              <a:t>7/17/26</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8E274F5D-21DC-40EF-8DBA-AB9BB119E939}" type="slidenum">
              <a:rPr lang="en-US" smtClean="0"/>
              <a:t>‹#›</a:t>
            </a:fld>
            <a:endParaRPr lang="en-US"/>
          </a:p>
        </p:txBody>
      </p:sp>
    </p:spTree>
    <p:extLst>
      <p:ext uri="{BB962C8B-B14F-4D97-AF65-F5344CB8AC3E}">
        <p14:creationId xmlns:p14="http://schemas.microsoft.com/office/powerpoint/2010/main" val="3507265406"/>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Title, Photo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vert="horz" lIns="91440" tIns="45720" rIns="91440" bIns="45720" rtlCol="0" anchor="b">
            <a:normAutofit/>
          </a:bodyPr>
          <a:lstStyle>
            <a:lvl1pPr>
              <a:defRPr lang="en-US" sz="44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vert="horz" lIns="91440" tIns="45720" rIns="91440" bIns="45720" rtlCol="0">
            <a:normAutofit/>
          </a:bodyPr>
          <a:lstStyle>
            <a:lvl1pPr marL="0" indent="0">
              <a:buNone/>
              <a:defRPr lang="en-US" dirty="0">
                <a:solidFill>
                  <a:schemeClr val="tx2"/>
                </a:solidFill>
              </a:defRPr>
            </a:lvl1pPr>
          </a:lstStyle>
          <a:p>
            <a:pPr lvl="0"/>
            <a:r>
              <a:rPr lang="en-US" dirty="0"/>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hasCustomPrompt="1"/>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6CD91AB5-8D64-469B-81DF-A26B406D2B54}" type="datetime1">
              <a:rPr lang="en-US" smtClean="0"/>
              <a:t>7/17/26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34592763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49322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519672"/>
            <a:ext cx="2843784" cy="338328"/>
          </a:xfrm>
          <a:prstGeom prst="rect">
            <a:avLst/>
          </a:prstGeom>
        </p:spPr>
        <p:txBody>
          <a:bodyPr vert="horz" lIns="91440" tIns="45720" rIns="91440" bIns="45720" rtlCol="0" anchor="ctr"/>
          <a:lstStyle>
            <a:lvl1pPr algn="l">
              <a:defRPr sz="800">
                <a:solidFill>
                  <a:schemeClr val="tx1"/>
                </a:solidFill>
              </a:defRPr>
            </a:lvl1pPr>
          </a:lstStyle>
          <a:p>
            <a:fld id="{E9D380B3-E270-4064-8D13-292A875F6C31}" type="datetime1">
              <a:rPr lang="en-US" smtClean="0"/>
              <a:t>7/17/26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60536" y="6519672"/>
            <a:ext cx="2642616" cy="338328"/>
          </a:xfrm>
          <a:prstGeom prst="rect">
            <a:avLst/>
          </a:prstGeom>
        </p:spPr>
        <p:txBody>
          <a:bodyPr vert="horz" lIns="91440" tIns="45720" rIns="91440" bIns="45720" rtlCol="0" anchor="ctr"/>
          <a:lstStyle>
            <a:lvl1pPr algn="r">
              <a:defRPr sz="8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75720" y="6519672"/>
            <a:ext cx="457200" cy="338328"/>
          </a:xfrm>
          <a:prstGeom prst="rect">
            <a:avLst/>
          </a:prstGeom>
        </p:spPr>
        <p:txBody>
          <a:bodyPr vert="horz" lIns="91440" tIns="45720" rIns="91440" bIns="45720" rtlCol="0" anchor="ctr"/>
          <a:lstStyle>
            <a:lvl1pPr algn="r">
              <a:defRPr sz="800">
                <a:solidFill>
                  <a:schemeClr val="tx1"/>
                </a:solidFill>
              </a:defRPr>
            </a:lvl1pPr>
          </a:lstStyle>
          <a:p>
            <a:fld id="{8E274F5D-21DC-40EF-8DBA-AB9BB119E939}" type="slidenum">
              <a:rPr lang="en-US" smtClean="0"/>
              <a:t>‹#›</a:t>
            </a:fld>
            <a:endParaRPr lang="en-US"/>
          </a:p>
        </p:txBody>
      </p:sp>
    </p:spTree>
    <p:extLst>
      <p:ext uri="{BB962C8B-B14F-4D97-AF65-F5344CB8AC3E}">
        <p14:creationId xmlns:p14="http://schemas.microsoft.com/office/powerpoint/2010/main" val="181944094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Lst>
  <p:hf sldNum="0"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9D380B3-E270-4064-8D13-292A875F6C31}" type="datetime1">
              <a:rPr lang="en-US" smtClean="0"/>
              <a:t>7/17/26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Sample Footer Text</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8E274F5D-21DC-40EF-8DBA-AB9BB119E93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343472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64.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5.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6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6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5.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seekme94/mini-careem" TargetMode="External"/><Relationship Id="rId2" Type="http://schemas.openxmlformats.org/officeDocument/2006/relationships/notesSlide" Target="../notesSlides/notesSlide24.xml"/><Relationship Id="rId1" Type="http://schemas.openxmlformats.org/officeDocument/2006/relationships/slideLayout" Target="../slideLayouts/slideLayout6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DA1CFD6-40C0-FFAA-5814-81D599EB6AA7}"/>
              </a:ext>
            </a:extLst>
          </p:cNvPr>
          <p:cNvPicPr>
            <a:picLocks noChangeAspect="1"/>
          </p:cNvPicPr>
          <p:nvPr/>
        </p:nvPicPr>
        <p:blipFill>
          <a:blip r:embed="rId3"/>
          <a:stretch>
            <a:fillRect/>
          </a:stretch>
        </p:blipFill>
        <p:spPr>
          <a:xfrm>
            <a:off x="3239" y="0"/>
            <a:ext cx="12185522" cy="6858000"/>
          </a:xfrm>
          <a:prstGeom prst="rect">
            <a:avLst/>
          </a:prstGeom>
          <a:blipFill>
            <a:blip r:embed="rId4"/>
            <a:stretch>
              <a:fillRect/>
            </a:stretch>
          </a:blipFill>
        </p:spPr>
      </p:pic>
      <p:sp>
        <p:nvSpPr>
          <p:cNvPr id="2" name="Title 1">
            <a:extLst>
              <a:ext uri="{FF2B5EF4-FFF2-40B4-BE49-F238E27FC236}">
                <a16:creationId xmlns:a16="http://schemas.microsoft.com/office/drawing/2014/main" id="{F9F8164C-4617-2869-475D-FD742B86E084}"/>
              </a:ext>
            </a:extLst>
          </p:cNvPr>
          <p:cNvSpPr>
            <a:spLocks noGrp="1"/>
          </p:cNvSpPr>
          <p:nvPr>
            <p:ph type="ctrTitle"/>
          </p:nvPr>
        </p:nvSpPr>
        <p:spPr>
          <a:xfrm>
            <a:off x="429768" y="1098536"/>
            <a:ext cx="11347704" cy="1608806"/>
          </a:xfrm>
        </p:spPr>
        <p:txBody>
          <a:bodyPr anchor="b">
            <a:normAutofit/>
          </a:bodyPr>
          <a:lstStyle/>
          <a:p>
            <a:r>
              <a:rPr lang="en-GB" dirty="0"/>
              <a:t>Microservices: a philosophically different way of solving modern software problems</a:t>
            </a:r>
          </a:p>
        </p:txBody>
      </p:sp>
      <p:sp>
        <p:nvSpPr>
          <p:cNvPr id="3" name="Subtitle 2">
            <a:extLst>
              <a:ext uri="{FF2B5EF4-FFF2-40B4-BE49-F238E27FC236}">
                <a16:creationId xmlns:a16="http://schemas.microsoft.com/office/drawing/2014/main" id="{953F1C0A-1B2C-50EB-58BC-B0539662C89B}"/>
              </a:ext>
            </a:extLst>
          </p:cNvPr>
          <p:cNvSpPr>
            <a:spLocks noGrp="1"/>
          </p:cNvSpPr>
          <p:nvPr>
            <p:ph type="subTitle" idx="1"/>
          </p:nvPr>
        </p:nvSpPr>
        <p:spPr>
          <a:xfrm>
            <a:off x="429768" y="2898648"/>
            <a:ext cx="11347704" cy="530352"/>
          </a:xfrm>
        </p:spPr>
        <p:txBody>
          <a:bodyPr>
            <a:normAutofit/>
          </a:bodyPr>
          <a:lstStyle/>
          <a:p>
            <a:r>
              <a:rPr lang="en-GB" dirty="0"/>
              <a:t>From one codebase in Dubai to a fleet of services on AWS — in 90 minutes.</a:t>
            </a:r>
          </a:p>
        </p:txBody>
      </p:sp>
    </p:spTree>
    <p:extLst>
      <p:ext uri="{BB962C8B-B14F-4D97-AF65-F5344CB8AC3E}">
        <p14:creationId xmlns:p14="http://schemas.microsoft.com/office/powerpoint/2010/main" val="2229893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1577380"/>
            <a:ext cx="6635750" cy="228600"/>
          </a:xfrm>
          <a:prstGeom prst="rect">
            <a:avLst/>
          </a:prstGeom>
          <a:noFill/>
          <a:ln/>
        </p:spPr>
        <p:txBody>
          <a:bodyPr wrap="square" lIns="16933" tIns="16933" rIns="16933" bIns="16933" rtlCol="0" anchor="t">
            <a:normAutofit/>
          </a:bodyPr>
          <a:lstStyle/>
          <a:p>
            <a:r>
              <a:rPr lang="en-US" sz="1200" kern="0" spc="216" dirty="0">
                <a:solidFill>
                  <a:srgbClr val="167A5B"/>
                </a:solidFill>
                <a:latin typeface="Courier New" pitchFamily="34" charset="0"/>
                <a:ea typeface="Courier New" pitchFamily="34" charset="-122"/>
                <a:cs typeface="Courier New" pitchFamily="34" charset="-120"/>
              </a:rPr>
              <a:t>A TRUE STORY · PART 1</a:t>
            </a:r>
            <a:endParaRPr lang="en-US" sz="1200" dirty="0"/>
          </a:p>
        </p:txBody>
      </p:sp>
      <p:sp>
        <p:nvSpPr>
          <p:cNvPr id="3" name="Text 1"/>
          <p:cNvSpPr/>
          <p:nvPr/>
        </p:nvSpPr>
        <p:spPr>
          <a:xfrm>
            <a:off x="762001" y="1971080"/>
            <a:ext cx="6213475" cy="947341"/>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Dubai, 2012: three founders </a:t>
            </a:r>
            <a:r>
              <a:rPr lang="en-US" sz="3300" b="1" dirty="0">
                <a:solidFill>
                  <a:srgbClr val="167A5B"/>
                </a:solidFill>
                <a:latin typeface="Georgia" pitchFamily="34" charset="0"/>
                <a:ea typeface="Georgia" pitchFamily="34" charset="-122"/>
                <a:cs typeface="Georgia" pitchFamily="34" charset="-120"/>
              </a:rPr>
              <a:t>and one codebase</a:t>
            </a:r>
            <a:endParaRPr lang="en-US" sz="3300" dirty="0"/>
          </a:p>
        </p:txBody>
      </p:sp>
      <p:sp>
        <p:nvSpPr>
          <p:cNvPr id="4" name="Text 2"/>
          <p:cNvSpPr/>
          <p:nvPr/>
        </p:nvSpPr>
        <p:spPr>
          <a:xfrm>
            <a:off x="762000" y="3172420"/>
            <a:ext cx="5334000" cy="1295400"/>
          </a:xfrm>
          <a:prstGeom prst="rect">
            <a:avLst/>
          </a:prstGeom>
          <a:noFill/>
          <a:ln/>
        </p:spPr>
        <p:txBody>
          <a:bodyPr wrap="square" lIns="16933" tIns="16933" rIns="16933" bIns="16933" rtlCol="0" anchor="t">
            <a:normAutofit lnSpcReduction="10000"/>
          </a:bodyPr>
          <a:lstStyle/>
          <a:p>
            <a:pPr>
              <a:lnSpc>
                <a:spcPct val="130263"/>
              </a:lnSpc>
            </a:pPr>
            <a:r>
              <a:rPr lang="en-US" sz="1650" dirty="0">
                <a:solidFill>
                  <a:srgbClr val="5C635E"/>
                </a:solidFill>
                <a:latin typeface="Arial" pitchFamily="34" charset="0"/>
                <a:ea typeface="Arial" pitchFamily="34" charset="-122"/>
                <a:cs typeface="Arial" pitchFamily="34" charset="-120"/>
              </a:rPr>
              <a:t>Careem started the way every startup does, i.e. a single ride-hailing app, built fast, shipped as </a:t>
            </a:r>
            <a:r>
              <a:rPr lang="en-US" sz="1650" b="1" dirty="0">
                <a:solidFill>
                  <a:srgbClr val="1A1D1B"/>
                </a:solidFill>
                <a:latin typeface="Arial" pitchFamily="34" charset="0"/>
                <a:ea typeface="Arial" pitchFamily="34" charset="-122"/>
                <a:cs typeface="Arial" pitchFamily="34" charset="-120"/>
              </a:rPr>
              <a:t>one deployable unit</a:t>
            </a:r>
            <a:r>
              <a:rPr lang="en-US" sz="1650" dirty="0">
                <a:solidFill>
                  <a:srgbClr val="5C635E"/>
                </a:solidFill>
                <a:latin typeface="Arial" pitchFamily="34" charset="0"/>
                <a:ea typeface="Arial" pitchFamily="34" charset="-122"/>
                <a:cs typeface="Arial" pitchFamily="34" charset="-120"/>
              </a:rPr>
              <a:t>. Booking, drivers, payments, maps: all one program, one database.</a:t>
            </a:r>
            <a:endParaRPr lang="en-US" sz="1650" dirty="0"/>
          </a:p>
        </p:txBody>
      </p:sp>
      <p:sp>
        <p:nvSpPr>
          <p:cNvPr id="5" name="Text 3"/>
          <p:cNvSpPr/>
          <p:nvPr/>
        </p:nvSpPr>
        <p:spPr>
          <a:xfrm>
            <a:off x="762000" y="5504060"/>
            <a:ext cx="10668000" cy="660400"/>
          </a:xfrm>
          <a:prstGeom prst="rect">
            <a:avLst/>
          </a:prstGeom>
          <a:noFill/>
          <a:ln/>
        </p:spPr>
        <p:txBody>
          <a:bodyPr wrap="square" lIns="16933" tIns="16933" rIns="16933" bIns="16933" rtlCol="0" anchor="t">
            <a:normAutofit/>
          </a:bodyPr>
          <a:lstStyle/>
          <a:p>
            <a:pPr>
              <a:lnSpc>
                <a:spcPct val="130263"/>
              </a:lnSpc>
            </a:pPr>
            <a:r>
              <a:rPr lang="en-US" sz="1650" dirty="0">
                <a:solidFill>
                  <a:srgbClr val="5C635E"/>
                </a:solidFill>
                <a:latin typeface="Arial" pitchFamily="34" charset="0"/>
                <a:ea typeface="Arial" pitchFamily="34" charset="-122"/>
                <a:cs typeface="Arial" pitchFamily="34" charset="-120"/>
              </a:rPr>
              <a:t>And that was the </a:t>
            </a:r>
            <a:r>
              <a:rPr lang="en-US" sz="1650" i="1" dirty="0">
                <a:solidFill>
                  <a:srgbClr val="5C635E"/>
                </a:solidFill>
                <a:latin typeface="Arial" pitchFamily="34" charset="0"/>
                <a:ea typeface="Arial" pitchFamily="34" charset="-122"/>
                <a:cs typeface="Arial" pitchFamily="34" charset="-120"/>
              </a:rPr>
              <a:t>right </a:t>
            </a:r>
            <a:r>
              <a:rPr lang="en-US" sz="1650" dirty="0">
                <a:solidFill>
                  <a:srgbClr val="5C635E"/>
                </a:solidFill>
                <a:latin typeface="Arial" pitchFamily="34" charset="0"/>
                <a:ea typeface="Arial" pitchFamily="34" charset="-122"/>
                <a:cs typeface="Arial" pitchFamily="34" charset="-120"/>
              </a:rPr>
              <a:t>choice. Remember this — it matters later.</a:t>
            </a:r>
            <a:endParaRPr lang="en-US" sz="1650" dirty="0"/>
          </a:p>
        </p:txBody>
      </p:sp>
      <p:pic>
        <p:nvPicPr>
          <p:cNvPr id="7" name="Picture 6">
            <a:extLst>
              <a:ext uri="{FF2B5EF4-FFF2-40B4-BE49-F238E27FC236}">
                <a16:creationId xmlns:a16="http://schemas.microsoft.com/office/drawing/2014/main" id="{5E1D4FF0-0374-DC5E-5F86-B4DA08745DAC}"/>
              </a:ext>
            </a:extLst>
          </p:cNvPr>
          <p:cNvPicPr>
            <a:picLocks noChangeAspect="1"/>
          </p:cNvPicPr>
          <p:nvPr/>
        </p:nvPicPr>
        <p:blipFill>
          <a:blip r:embed="rId3"/>
          <a:srcRect l="8126" t="8126" r="10586" b="10586"/>
          <a:stretch>
            <a:fillRect/>
          </a:stretch>
        </p:blipFill>
        <p:spPr>
          <a:xfrm>
            <a:off x="6812280" y="1971080"/>
            <a:ext cx="5164416" cy="3894604"/>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35000"/>
            <a:ext cx="11734800" cy="228600"/>
          </a:xfrm>
          <a:prstGeom prst="rect">
            <a:avLst/>
          </a:prstGeom>
          <a:noFill/>
          <a:ln/>
        </p:spPr>
        <p:txBody>
          <a:bodyPr wrap="square" lIns="16933" tIns="16933" rIns="16933" bIns="16933" rtlCol="0" anchor="t">
            <a:normAutofit/>
          </a:bodyPr>
          <a:lstStyle/>
          <a:p>
            <a:r>
              <a:rPr lang="en-US" sz="1200" kern="0" spc="216" dirty="0">
                <a:solidFill>
                  <a:srgbClr val="167A5B"/>
                </a:solidFill>
                <a:latin typeface="Courier New" pitchFamily="34" charset="0"/>
                <a:ea typeface="Courier New" pitchFamily="34" charset="-122"/>
                <a:cs typeface="Courier New" pitchFamily="34" charset="-120"/>
              </a:rPr>
              <a:t>A TRUE STORY · PART 2</a:t>
            </a:r>
            <a:endParaRPr lang="en-US" sz="1200" dirty="0"/>
          </a:p>
        </p:txBody>
      </p:sp>
      <p:sp>
        <p:nvSpPr>
          <p:cNvPr id="3" name="Text 1"/>
          <p:cNvSpPr/>
          <p:nvPr/>
        </p:nvSpPr>
        <p:spPr>
          <a:xfrm>
            <a:off x="762000" y="1028700"/>
            <a:ext cx="11734800" cy="486370"/>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Growth arrived faster than the architecture</a:t>
            </a:r>
            <a:endParaRPr lang="en-US" sz="3300" dirty="0"/>
          </a:p>
        </p:txBody>
      </p:sp>
      <p:grpSp>
        <p:nvGrpSpPr>
          <p:cNvPr id="17" name="Group 16">
            <a:extLst>
              <a:ext uri="{FF2B5EF4-FFF2-40B4-BE49-F238E27FC236}">
                <a16:creationId xmlns:a16="http://schemas.microsoft.com/office/drawing/2014/main" id="{C2FA3725-96A2-72A3-BFC3-B1CBD34E0183}"/>
              </a:ext>
            </a:extLst>
          </p:cNvPr>
          <p:cNvGrpSpPr/>
          <p:nvPr/>
        </p:nvGrpSpPr>
        <p:grpSpPr>
          <a:xfrm>
            <a:off x="762000" y="1972270"/>
            <a:ext cx="3725297" cy="1824832"/>
            <a:chOff x="762000" y="1972270"/>
            <a:chExt cx="3725297" cy="1824832"/>
          </a:xfrm>
        </p:grpSpPr>
        <p:sp>
          <p:nvSpPr>
            <p:cNvPr id="4" name="Shape 2"/>
            <p:cNvSpPr/>
            <p:nvPr/>
          </p:nvSpPr>
          <p:spPr>
            <a:xfrm>
              <a:off x="762000" y="1972270"/>
              <a:ext cx="3386633" cy="31750"/>
            </a:xfrm>
            <a:prstGeom prst="rect">
              <a:avLst/>
            </a:prstGeom>
            <a:solidFill>
              <a:srgbClr val="167A5B"/>
            </a:solidFill>
            <a:ln/>
          </p:spPr>
          <p:txBody>
            <a:bodyPr/>
            <a:lstStyle/>
            <a:p>
              <a:endParaRPr lang="en-GB" sz="1200"/>
            </a:p>
          </p:txBody>
        </p:sp>
        <p:sp>
          <p:nvSpPr>
            <p:cNvPr id="5" name="Text 3"/>
            <p:cNvSpPr/>
            <p:nvPr/>
          </p:nvSpPr>
          <p:spPr>
            <a:xfrm>
              <a:off x="762000" y="2232620"/>
              <a:ext cx="3725297" cy="635000"/>
            </a:xfrm>
            <a:prstGeom prst="rect">
              <a:avLst/>
            </a:prstGeom>
            <a:noFill/>
            <a:ln/>
          </p:spPr>
          <p:txBody>
            <a:bodyPr wrap="square" lIns="16933" tIns="16933" rIns="16933" bIns="16933" rtlCol="0" anchor="t">
              <a:normAutofit lnSpcReduction="10000"/>
            </a:bodyPr>
            <a:lstStyle/>
            <a:p>
              <a:pPr>
                <a:lnSpc>
                  <a:spcPct val="88073"/>
                </a:lnSpc>
              </a:pPr>
              <a:r>
                <a:rPr lang="en-US" sz="4800" b="1" dirty="0">
                  <a:solidFill>
                    <a:srgbClr val="167A5B"/>
                  </a:solidFill>
                  <a:latin typeface="Georgia" pitchFamily="34" charset="0"/>
                  <a:ea typeface="Georgia" pitchFamily="34" charset="-122"/>
                  <a:cs typeface="Georgia" pitchFamily="34" charset="-120"/>
                </a:rPr>
                <a:t>100+</a:t>
              </a:r>
              <a:endParaRPr lang="en-US" sz="4800" dirty="0"/>
            </a:p>
          </p:txBody>
        </p:sp>
        <p:sp>
          <p:nvSpPr>
            <p:cNvPr id="6" name="Text 4"/>
            <p:cNvSpPr/>
            <p:nvPr/>
          </p:nvSpPr>
          <p:spPr>
            <a:xfrm>
              <a:off x="762000" y="2956520"/>
              <a:ext cx="3725297" cy="298450"/>
            </a:xfrm>
            <a:prstGeom prst="rect">
              <a:avLst/>
            </a:prstGeom>
            <a:noFill/>
            <a:ln/>
          </p:spPr>
          <p:txBody>
            <a:bodyPr wrap="square" lIns="16933" tIns="16933" rIns="16933" bIns="16933" rtlCol="0" anchor="t">
              <a:normAutofit/>
            </a:bodyPr>
            <a:lstStyle/>
            <a:p>
              <a:r>
                <a:rPr lang="en-US" sz="1650" dirty="0">
                  <a:solidFill>
                    <a:srgbClr val="1A1D1B"/>
                  </a:solidFill>
                  <a:latin typeface="Arial" pitchFamily="34" charset="0"/>
                  <a:ea typeface="Arial" pitchFamily="34" charset="-122"/>
                  <a:cs typeface="Arial" pitchFamily="34" charset="-120"/>
                </a:rPr>
                <a:t>cities</a:t>
              </a:r>
              <a:endParaRPr lang="en-US" sz="1650" dirty="0"/>
            </a:p>
          </p:txBody>
        </p:sp>
        <p:sp>
          <p:nvSpPr>
            <p:cNvPr id="7" name="Text 5"/>
            <p:cNvSpPr/>
            <p:nvPr/>
          </p:nvSpPr>
          <p:spPr>
            <a:xfrm>
              <a:off x="762000" y="3293071"/>
              <a:ext cx="3488233" cy="504031"/>
            </a:xfrm>
            <a:prstGeom prst="rect">
              <a:avLst/>
            </a:prstGeom>
            <a:noFill/>
            <a:ln/>
          </p:spPr>
          <p:txBody>
            <a:bodyPr wrap="square" lIns="16933" tIns="16933" rIns="16933" bIns="16933" rtlCol="0" anchor="t">
              <a:normAutofit/>
            </a:bodyPr>
            <a:lstStyle/>
            <a:p>
              <a:pPr>
                <a:lnSpc>
                  <a:spcPct val="121613"/>
                </a:lnSpc>
              </a:pPr>
              <a:r>
                <a:rPr lang="en-US" sz="1300" dirty="0">
                  <a:solidFill>
                    <a:srgbClr val="5C635E"/>
                  </a:solidFill>
                  <a:latin typeface="Arial" pitchFamily="34" charset="0"/>
                  <a:ea typeface="Arial" pitchFamily="34" charset="-122"/>
                  <a:cs typeface="Arial" pitchFamily="34" charset="-120"/>
                </a:rPr>
                <a:t>Middle East, North Africa, South Asia with Karachi and Lahore among its largest markets</a:t>
              </a:r>
              <a:endParaRPr lang="en-US" sz="1300" dirty="0"/>
            </a:p>
          </p:txBody>
        </p:sp>
      </p:grpSp>
      <p:grpSp>
        <p:nvGrpSpPr>
          <p:cNvPr id="18" name="Group 17">
            <a:extLst>
              <a:ext uri="{FF2B5EF4-FFF2-40B4-BE49-F238E27FC236}">
                <a16:creationId xmlns:a16="http://schemas.microsoft.com/office/drawing/2014/main" id="{B9365FE0-75A9-58F3-68F4-0C3B6FA40820}"/>
              </a:ext>
            </a:extLst>
          </p:cNvPr>
          <p:cNvGrpSpPr/>
          <p:nvPr/>
        </p:nvGrpSpPr>
        <p:grpSpPr>
          <a:xfrm>
            <a:off x="4402634" y="1972270"/>
            <a:ext cx="3725297" cy="1824832"/>
            <a:chOff x="4402634" y="1972270"/>
            <a:chExt cx="3725297" cy="1824832"/>
          </a:xfrm>
        </p:grpSpPr>
        <p:sp>
          <p:nvSpPr>
            <p:cNvPr id="8" name="Shape 6"/>
            <p:cNvSpPr/>
            <p:nvPr/>
          </p:nvSpPr>
          <p:spPr>
            <a:xfrm>
              <a:off x="4402634" y="1972270"/>
              <a:ext cx="3386633" cy="31750"/>
            </a:xfrm>
            <a:prstGeom prst="rect">
              <a:avLst/>
            </a:prstGeom>
            <a:solidFill>
              <a:srgbClr val="167A5B"/>
            </a:solidFill>
            <a:ln/>
          </p:spPr>
          <p:txBody>
            <a:bodyPr/>
            <a:lstStyle/>
            <a:p>
              <a:endParaRPr lang="en-GB" sz="1200"/>
            </a:p>
          </p:txBody>
        </p:sp>
        <p:sp>
          <p:nvSpPr>
            <p:cNvPr id="9" name="Text 7"/>
            <p:cNvSpPr/>
            <p:nvPr/>
          </p:nvSpPr>
          <p:spPr>
            <a:xfrm>
              <a:off x="4402634" y="2232620"/>
              <a:ext cx="3725297" cy="635000"/>
            </a:xfrm>
            <a:prstGeom prst="rect">
              <a:avLst/>
            </a:prstGeom>
            <a:noFill/>
            <a:ln/>
          </p:spPr>
          <p:txBody>
            <a:bodyPr wrap="square" lIns="16933" tIns="16933" rIns="16933" bIns="16933" rtlCol="0" anchor="t">
              <a:normAutofit lnSpcReduction="10000"/>
            </a:bodyPr>
            <a:lstStyle/>
            <a:p>
              <a:pPr>
                <a:lnSpc>
                  <a:spcPct val="88073"/>
                </a:lnSpc>
              </a:pPr>
              <a:r>
                <a:rPr lang="en-US" sz="4800" b="1" dirty="0">
                  <a:solidFill>
                    <a:srgbClr val="167A5B"/>
                  </a:solidFill>
                  <a:latin typeface="Georgia" pitchFamily="34" charset="0"/>
                  <a:ea typeface="Georgia" pitchFamily="34" charset="-122"/>
                  <a:cs typeface="Georgia" pitchFamily="34" charset="-120"/>
                </a:rPr>
                <a:t>14</a:t>
              </a:r>
              <a:endParaRPr lang="en-US" sz="4800" dirty="0"/>
            </a:p>
          </p:txBody>
        </p:sp>
        <p:sp>
          <p:nvSpPr>
            <p:cNvPr id="10" name="Text 8"/>
            <p:cNvSpPr/>
            <p:nvPr/>
          </p:nvSpPr>
          <p:spPr>
            <a:xfrm>
              <a:off x="4402634" y="2956520"/>
              <a:ext cx="3725297" cy="298450"/>
            </a:xfrm>
            <a:prstGeom prst="rect">
              <a:avLst/>
            </a:prstGeom>
            <a:noFill/>
            <a:ln/>
          </p:spPr>
          <p:txBody>
            <a:bodyPr wrap="square" lIns="16933" tIns="16933" rIns="16933" bIns="16933" rtlCol="0" anchor="t">
              <a:normAutofit/>
            </a:bodyPr>
            <a:lstStyle/>
            <a:p>
              <a:r>
                <a:rPr lang="en-US" sz="1650" dirty="0">
                  <a:solidFill>
                    <a:srgbClr val="1A1D1B"/>
                  </a:solidFill>
                  <a:latin typeface="Arial" pitchFamily="34" charset="0"/>
                  <a:ea typeface="Arial" pitchFamily="34" charset="-122"/>
                  <a:cs typeface="Arial" pitchFamily="34" charset="-120"/>
                </a:rPr>
                <a:t>countries</a:t>
              </a:r>
              <a:endParaRPr lang="en-US" sz="1650" dirty="0"/>
            </a:p>
          </p:txBody>
        </p:sp>
        <p:sp>
          <p:nvSpPr>
            <p:cNvPr id="11" name="Text 9"/>
            <p:cNvSpPr/>
            <p:nvPr/>
          </p:nvSpPr>
          <p:spPr>
            <a:xfrm>
              <a:off x="4402634" y="3293071"/>
              <a:ext cx="3488233" cy="504031"/>
            </a:xfrm>
            <a:prstGeom prst="rect">
              <a:avLst/>
            </a:prstGeom>
            <a:noFill/>
            <a:ln/>
          </p:spPr>
          <p:txBody>
            <a:bodyPr wrap="square" lIns="16933" tIns="16933" rIns="16933" bIns="16933" rtlCol="0" anchor="t">
              <a:normAutofit/>
            </a:bodyPr>
            <a:lstStyle/>
            <a:p>
              <a:pPr>
                <a:lnSpc>
                  <a:spcPct val="121613"/>
                </a:lnSpc>
              </a:pPr>
              <a:r>
                <a:rPr lang="en-US" sz="1300" dirty="0">
                  <a:solidFill>
                    <a:srgbClr val="5C635E"/>
                  </a:solidFill>
                  <a:latin typeface="Arial" pitchFamily="34" charset="0"/>
                  <a:ea typeface="Arial" pitchFamily="34" charset="-122"/>
                  <a:cs typeface="Arial" pitchFamily="34" charset="-120"/>
                </a:rPr>
                <a:t>Different currencies, languages, payment habits but cash still king in Pakistan</a:t>
              </a:r>
              <a:endParaRPr lang="en-US" sz="1300" dirty="0"/>
            </a:p>
          </p:txBody>
        </p:sp>
      </p:grpSp>
      <p:grpSp>
        <p:nvGrpSpPr>
          <p:cNvPr id="19" name="Group 18">
            <a:extLst>
              <a:ext uri="{FF2B5EF4-FFF2-40B4-BE49-F238E27FC236}">
                <a16:creationId xmlns:a16="http://schemas.microsoft.com/office/drawing/2014/main" id="{637B875D-DE5A-1F2E-C8D6-493F78CB46D2}"/>
              </a:ext>
            </a:extLst>
          </p:cNvPr>
          <p:cNvGrpSpPr/>
          <p:nvPr/>
        </p:nvGrpSpPr>
        <p:grpSpPr>
          <a:xfrm>
            <a:off x="8043268" y="1972270"/>
            <a:ext cx="3725297" cy="1824832"/>
            <a:chOff x="8043268" y="1972270"/>
            <a:chExt cx="3725297" cy="1824832"/>
          </a:xfrm>
        </p:grpSpPr>
        <p:sp>
          <p:nvSpPr>
            <p:cNvPr id="12" name="Shape 10"/>
            <p:cNvSpPr/>
            <p:nvPr/>
          </p:nvSpPr>
          <p:spPr>
            <a:xfrm>
              <a:off x="8043268" y="1972270"/>
              <a:ext cx="3386633" cy="31750"/>
            </a:xfrm>
            <a:prstGeom prst="rect">
              <a:avLst/>
            </a:prstGeom>
            <a:solidFill>
              <a:srgbClr val="167A5B"/>
            </a:solidFill>
            <a:ln/>
          </p:spPr>
          <p:txBody>
            <a:bodyPr/>
            <a:lstStyle/>
            <a:p>
              <a:endParaRPr lang="en-GB" sz="1200"/>
            </a:p>
          </p:txBody>
        </p:sp>
        <p:sp>
          <p:nvSpPr>
            <p:cNvPr id="13" name="Text 11"/>
            <p:cNvSpPr/>
            <p:nvPr/>
          </p:nvSpPr>
          <p:spPr>
            <a:xfrm>
              <a:off x="8043268" y="2232620"/>
              <a:ext cx="3725297" cy="635000"/>
            </a:xfrm>
            <a:prstGeom prst="rect">
              <a:avLst/>
            </a:prstGeom>
            <a:noFill/>
            <a:ln/>
          </p:spPr>
          <p:txBody>
            <a:bodyPr wrap="square" lIns="16933" tIns="16933" rIns="16933" bIns="16933" rtlCol="0" anchor="t">
              <a:normAutofit lnSpcReduction="10000"/>
            </a:bodyPr>
            <a:lstStyle/>
            <a:p>
              <a:pPr>
                <a:lnSpc>
                  <a:spcPct val="88073"/>
                </a:lnSpc>
              </a:pPr>
              <a:r>
                <a:rPr lang="en-US" sz="4800" b="1" dirty="0">
                  <a:solidFill>
                    <a:srgbClr val="167A5B"/>
                  </a:solidFill>
                  <a:latin typeface="Georgia" pitchFamily="34" charset="0"/>
                  <a:ea typeface="Georgia" pitchFamily="34" charset="-122"/>
                  <a:cs typeface="Georgia" pitchFamily="34" charset="-120"/>
                </a:rPr>
                <a:t>1</a:t>
              </a:r>
              <a:endParaRPr lang="en-US" sz="4800" dirty="0"/>
            </a:p>
          </p:txBody>
        </p:sp>
        <p:sp>
          <p:nvSpPr>
            <p:cNvPr id="14" name="Text 12"/>
            <p:cNvSpPr/>
            <p:nvPr/>
          </p:nvSpPr>
          <p:spPr>
            <a:xfrm>
              <a:off x="8043268" y="2956520"/>
              <a:ext cx="3725297" cy="298450"/>
            </a:xfrm>
            <a:prstGeom prst="rect">
              <a:avLst/>
            </a:prstGeom>
            <a:noFill/>
            <a:ln/>
          </p:spPr>
          <p:txBody>
            <a:bodyPr wrap="square" lIns="16933" tIns="16933" rIns="16933" bIns="16933" rtlCol="0" anchor="t">
              <a:normAutofit/>
            </a:bodyPr>
            <a:lstStyle/>
            <a:p>
              <a:r>
                <a:rPr lang="en-US" sz="1650" dirty="0">
                  <a:solidFill>
                    <a:srgbClr val="1A1D1B"/>
                  </a:solidFill>
                  <a:latin typeface="Arial" pitchFamily="34" charset="0"/>
                  <a:ea typeface="Arial" pitchFamily="34" charset="-122"/>
                  <a:cs typeface="Arial" pitchFamily="34" charset="-120"/>
                </a:rPr>
                <a:t>codebase</a:t>
              </a:r>
              <a:endParaRPr lang="en-US" sz="1650" dirty="0"/>
            </a:p>
          </p:txBody>
        </p:sp>
        <p:sp>
          <p:nvSpPr>
            <p:cNvPr id="15" name="Text 13"/>
            <p:cNvSpPr/>
            <p:nvPr/>
          </p:nvSpPr>
          <p:spPr>
            <a:xfrm>
              <a:off x="8043268" y="3293071"/>
              <a:ext cx="3488233" cy="504031"/>
            </a:xfrm>
            <a:prstGeom prst="rect">
              <a:avLst/>
            </a:prstGeom>
            <a:noFill/>
            <a:ln/>
          </p:spPr>
          <p:txBody>
            <a:bodyPr wrap="square" lIns="16933" tIns="16933" rIns="16933" bIns="16933" rtlCol="0" anchor="t">
              <a:normAutofit/>
            </a:bodyPr>
            <a:lstStyle/>
            <a:p>
              <a:pPr>
                <a:lnSpc>
                  <a:spcPct val="121613"/>
                </a:lnSpc>
              </a:pPr>
              <a:r>
                <a:rPr lang="en-US" sz="1300" dirty="0">
                  <a:solidFill>
                    <a:srgbClr val="5C635E"/>
                  </a:solidFill>
                  <a:latin typeface="Arial" pitchFamily="34" charset="0"/>
                  <a:ea typeface="Arial" pitchFamily="34" charset="-122"/>
                  <a:cs typeface="Arial" pitchFamily="34" charset="-120"/>
                </a:rPr>
                <a:t>Every new feature, every city launch, every fix is merged into the same program</a:t>
              </a:r>
              <a:endParaRPr lang="en-US" sz="1300" dirty="0"/>
            </a:p>
          </p:txBody>
        </p:sp>
      </p:grpSp>
      <p:sp>
        <p:nvSpPr>
          <p:cNvPr id="16" name="Text 14"/>
          <p:cNvSpPr/>
          <p:nvPr/>
        </p:nvSpPr>
        <p:spPr>
          <a:xfrm>
            <a:off x="761999" y="5588000"/>
            <a:ext cx="10769501" cy="660400"/>
          </a:xfrm>
          <a:prstGeom prst="rect">
            <a:avLst/>
          </a:prstGeom>
          <a:noFill/>
          <a:ln/>
        </p:spPr>
        <p:txBody>
          <a:bodyPr wrap="square" lIns="16933" tIns="16933" rIns="16933" bIns="16933" rtlCol="0" anchor="t">
            <a:normAutofit/>
          </a:bodyPr>
          <a:lstStyle/>
          <a:p>
            <a:pPr>
              <a:lnSpc>
                <a:spcPct val="130263"/>
              </a:lnSpc>
            </a:pPr>
            <a:r>
              <a:rPr lang="en-US" sz="1650" dirty="0">
                <a:solidFill>
                  <a:srgbClr val="5C635E"/>
                </a:solidFill>
                <a:latin typeface="Arial" pitchFamily="34" charset="0"/>
                <a:ea typeface="Arial" pitchFamily="34" charset="-122"/>
                <a:cs typeface="Arial" pitchFamily="34" charset="-120"/>
              </a:rPr>
              <a:t>Ask yourself: what happens to </a:t>
            </a:r>
            <a:r>
              <a:rPr lang="en-US" sz="1650" b="1" dirty="0">
                <a:solidFill>
                  <a:srgbClr val="1A1D1B"/>
                </a:solidFill>
                <a:latin typeface="Arial" pitchFamily="34" charset="0"/>
                <a:ea typeface="Arial" pitchFamily="34" charset="-122"/>
                <a:cs typeface="Arial" pitchFamily="34" charset="-120"/>
              </a:rPr>
              <a:t>one program </a:t>
            </a:r>
            <a:r>
              <a:rPr lang="en-US" sz="1650" dirty="0">
                <a:solidFill>
                  <a:srgbClr val="5C635E"/>
                </a:solidFill>
                <a:latin typeface="Arial" pitchFamily="34" charset="0"/>
                <a:ea typeface="Arial" pitchFamily="34" charset="-122"/>
                <a:cs typeface="Arial" pitchFamily="34" charset="-120"/>
              </a:rPr>
              <a:t>when dozens of engineers update it every day?</a:t>
            </a:r>
            <a:endParaRPr lang="en-US" sz="16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35000"/>
            <a:ext cx="11734800" cy="228600"/>
          </a:xfrm>
          <a:prstGeom prst="rect">
            <a:avLst/>
          </a:prstGeom>
          <a:noFill/>
          <a:ln/>
        </p:spPr>
        <p:txBody>
          <a:bodyPr wrap="square" lIns="16933" tIns="16933" rIns="16933" bIns="16933" rtlCol="0" anchor="t">
            <a:normAutofit/>
          </a:bodyPr>
          <a:lstStyle/>
          <a:p>
            <a:r>
              <a:rPr lang="en-US" sz="1200" kern="0" spc="216" dirty="0">
                <a:solidFill>
                  <a:srgbClr val="167A5B"/>
                </a:solidFill>
                <a:latin typeface="Courier New" pitchFamily="34" charset="0"/>
                <a:ea typeface="Courier New" pitchFamily="34" charset="-122"/>
                <a:cs typeface="Courier New" pitchFamily="34" charset="-120"/>
              </a:rPr>
              <a:t>A TRUE STORY · PART 3</a:t>
            </a:r>
            <a:endParaRPr lang="en-US" sz="1200" dirty="0"/>
          </a:p>
        </p:txBody>
      </p:sp>
      <p:sp>
        <p:nvSpPr>
          <p:cNvPr id="3" name="Text 1"/>
          <p:cNvSpPr/>
          <p:nvPr/>
        </p:nvSpPr>
        <p:spPr>
          <a:xfrm>
            <a:off x="762000" y="1028700"/>
            <a:ext cx="11734800" cy="486370"/>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The monolith became the bottleneck</a:t>
            </a:r>
            <a:endParaRPr lang="en-US" sz="3300" dirty="0"/>
          </a:p>
        </p:txBody>
      </p:sp>
      <p:sp>
        <p:nvSpPr>
          <p:cNvPr id="5" name="Text 3"/>
          <p:cNvSpPr/>
          <p:nvPr/>
        </p:nvSpPr>
        <p:spPr>
          <a:xfrm>
            <a:off x="1137940" y="1934170"/>
            <a:ext cx="4923668" cy="943173"/>
          </a:xfrm>
          <a:prstGeom prst="rect">
            <a:avLst/>
          </a:prstGeom>
          <a:noFill/>
          <a:ln/>
        </p:spPr>
        <p:txBody>
          <a:bodyPr wrap="square" lIns="16933" tIns="16933" rIns="16933" bIns="16933" rtlCol="0" anchor="t">
            <a:normAutofit/>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One bug, total outage. </a:t>
            </a:r>
            <a:r>
              <a:rPr lang="en-US" sz="1650" dirty="0">
                <a:solidFill>
                  <a:schemeClr val="tx1">
                    <a:lumMod val="85000"/>
                    <a:lumOff val="15000"/>
                  </a:schemeClr>
                </a:solidFill>
                <a:latin typeface="Arial" pitchFamily="34" charset="0"/>
                <a:ea typeface="Arial" pitchFamily="34" charset="-122"/>
                <a:cs typeface="Arial" pitchFamily="34" charset="-120"/>
              </a:rPr>
              <a:t>A fault in a payment module could take down ride booking in every city at once.</a:t>
            </a:r>
            <a:endParaRPr lang="en-US" sz="1650" dirty="0">
              <a:solidFill>
                <a:schemeClr val="tx1">
                  <a:lumMod val="85000"/>
                  <a:lumOff val="15000"/>
                </a:schemeClr>
              </a:solidFill>
            </a:endParaRPr>
          </a:p>
        </p:txBody>
      </p:sp>
      <p:sp>
        <p:nvSpPr>
          <p:cNvPr id="7" name="Text 5"/>
          <p:cNvSpPr/>
          <p:nvPr/>
        </p:nvSpPr>
        <p:spPr>
          <a:xfrm>
            <a:off x="6649740" y="1934170"/>
            <a:ext cx="4923668" cy="943173"/>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Deploys became events. </a:t>
            </a:r>
            <a:r>
              <a:rPr lang="en-US" sz="1650" dirty="0">
                <a:solidFill>
                  <a:schemeClr val="tx1">
                    <a:lumMod val="85000"/>
                    <a:lumOff val="15000"/>
                  </a:schemeClr>
                </a:solidFill>
                <a:latin typeface="Arial" pitchFamily="34" charset="0"/>
                <a:ea typeface="Arial" pitchFamily="34" charset="-122"/>
                <a:cs typeface="Arial" pitchFamily="34" charset="-120"/>
              </a:rPr>
              <a:t>Shipping anything meant re-deploying everything, which is slow, risky and scheduled.</a:t>
            </a:r>
            <a:endParaRPr lang="en-US" sz="1650" dirty="0">
              <a:solidFill>
                <a:schemeClr val="tx1">
                  <a:lumMod val="85000"/>
                  <a:lumOff val="15000"/>
                </a:schemeClr>
              </a:solidFill>
            </a:endParaRPr>
          </a:p>
        </p:txBody>
      </p:sp>
      <p:sp>
        <p:nvSpPr>
          <p:cNvPr id="9" name="Text 7"/>
          <p:cNvSpPr/>
          <p:nvPr/>
        </p:nvSpPr>
        <p:spPr>
          <a:xfrm>
            <a:off x="1137940" y="3055144"/>
            <a:ext cx="4923668" cy="943173"/>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Scaling was all-or-nothing. </a:t>
            </a:r>
            <a:r>
              <a:rPr lang="en-US" sz="1650" dirty="0">
                <a:solidFill>
                  <a:schemeClr val="tx1">
                    <a:lumMod val="85000"/>
                    <a:lumOff val="15000"/>
                  </a:schemeClr>
                </a:solidFill>
                <a:latin typeface="Arial" pitchFamily="34" charset="0"/>
                <a:ea typeface="Arial" pitchFamily="34" charset="-122"/>
                <a:cs typeface="Arial" pitchFamily="34" charset="-120"/>
              </a:rPr>
              <a:t>Ramadan-night demand spikes hit ride matching but you had to scale the entire app to cope up.</a:t>
            </a:r>
            <a:endParaRPr lang="en-US" sz="1650" dirty="0">
              <a:solidFill>
                <a:schemeClr val="tx1">
                  <a:lumMod val="85000"/>
                  <a:lumOff val="15000"/>
                </a:schemeClr>
              </a:solidFill>
            </a:endParaRPr>
          </a:p>
        </p:txBody>
      </p:sp>
      <p:sp>
        <p:nvSpPr>
          <p:cNvPr id="11" name="Text 9"/>
          <p:cNvSpPr/>
          <p:nvPr/>
        </p:nvSpPr>
        <p:spPr>
          <a:xfrm>
            <a:off x="6649740" y="3055144"/>
            <a:ext cx="4923668" cy="943173"/>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Teams stepped on each other. </a:t>
            </a:r>
            <a:r>
              <a:rPr lang="en-US" sz="1650" dirty="0">
                <a:solidFill>
                  <a:schemeClr val="tx1">
                    <a:lumMod val="85000"/>
                    <a:lumOff val="15000"/>
                  </a:schemeClr>
                </a:solidFill>
                <a:latin typeface="Arial" pitchFamily="34" charset="0"/>
                <a:ea typeface="Arial" pitchFamily="34" charset="-122"/>
                <a:cs typeface="Arial" pitchFamily="34" charset="-120"/>
              </a:rPr>
              <a:t>Dozens of engineers, one merge queue. Coordination cost grew faster than the team.</a:t>
            </a:r>
            <a:endParaRPr lang="en-US" sz="1650" dirty="0">
              <a:solidFill>
                <a:schemeClr val="tx1">
                  <a:lumMod val="85000"/>
                  <a:lumOff val="15000"/>
                </a:schemeClr>
              </a:solidFill>
            </a:endParaRPr>
          </a:p>
        </p:txBody>
      </p:sp>
      <p:sp>
        <p:nvSpPr>
          <p:cNvPr id="12" name="Shape 10"/>
          <p:cNvSpPr/>
          <p:nvPr/>
        </p:nvSpPr>
        <p:spPr>
          <a:xfrm>
            <a:off x="762000" y="5355035"/>
            <a:ext cx="10668000" cy="867965"/>
          </a:xfrm>
          <a:prstGeom prst="roundRect">
            <a:avLst>
              <a:gd name="adj" fmla="val 10242"/>
            </a:avLst>
          </a:prstGeom>
          <a:solidFill>
            <a:srgbClr val="EBF3EF"/>
          </a:solidFill>
          <a:ln/>
        </p:spPr>
        <p:txBody>
          <a:bodyPr/>
          <a:lstStyle/>
          <a:p>
            <a:endParaRPr lang="en-GB" sz="1200"/>
          </a:p>
        </p:txBody>
      </p:sp>
      <p:grpSp>
        <p:nvGrpSpPr>
          <p:cNvPr id="4" name="Group 3">
            <a:extLst>
              <a:ext uri="{FF2B5EF4-FFF2-40B4-BE49-F238E27FC236}">
                <a16:creationId xmlns:a16="http://schemas.microsoft.com/office/drawing/2014/main" id="{2F386D63-C854-08EB-A461-3933F1EA1B49}"/>
              </a:ext>
            </a:extLst>
          </p:cNvPr>
          <p:cNvGrpSpPr/>
          <p:nvPr/>
        </p:nvGrpSpPr>
        <p:grpSpPr>
          <a:xfrm>
            <a:off x="1066801" y="5609035"/>
            <a:ext cx="8876288" cy="385365"/>
            <a:chOff x="1066801" y="5609035"/>
            <a:chExt cx="8876288" cy="385365"/>
          </a:xfrm>
        </p:grpSpPr>
        <p:sp>
          <p:nvSpPr>
            <p:cNvPr id="13" name="Text 11"/>
            <p:cNvSpPr/>
            <p:nvPr/>
          </p:nvSpPr>
          <p:spPr>
            <a:xfrm>
              <a:off x="1066801" y="5611217"/>
              <a:ext cx="196651" cy="381000"/>
            </a:xfrm>
            <a:prstGeom prst="rect">
              <a:avLst/>
            </a:prstGeom>
            <a:noFill/>
            <a:ln/>
          </p:spPr>
          <p:txBody>
            <a:bodyPr wrap="square" lIns="16933" tIns="16933" rIns="16933" bIns="16933" rtlCol="0" anchor="t">
              <a:normAutofit lnSpcReduction="10000"/>
            </a:bodyPr>
            <a:lstStyle/>
            <a:p>
              <a:pPr>
                <a:lnSpc>
                  <a:spcPct val="88889"/>
                </a:lnSpc>
              </a:pPr>
              <a:r>
                <a:rPr lang="en-US" sz="2800" dirty="0">
                  <a:solidFill>
                    <a:srgbClr val="167A5B"/>
                  </a:solidFill>
                  <a:latin typeface="Georgia" pitchFamily="34" charset="0"/>
                  <a:ea typeface="Georgia" pitchFamily="34" charset="-122"/>
                  <a:cs typeface="Georgia" pitchFamily="34" charset="-120"/>
                </a:rPr>
                <a:t>”</a:t>
              </a:r>
              <a:endParaRPr lang="en-US" sz="2800" dirty="0"/>
            </a:p>
          </p:txBody>
        </p:sp>
        <p:sp>
          <p:nvSpPr>
            <p:cNvPr id="14" name="Text 12"/>
            <p:cNvSpPr/>
            <p:nvPr/>
          </p:nvSpPr>
          <p:spPr>
            <a:xfrm>
              <a:off x="1441252" y="5609035"/>
              <a:ext cx="8501837" cy="385365"/>
            </a:xfrm>
            <a:prstGeom prst="rect">
              <a:avLst/>
            </a:prstGeom>
            <a:noFill/>
            <a:ln/>
          </p:spPr>
          <p:txBody>
            <a:bodyPr wrap="square" lIns="16933" tIns="16933" rIns="16933" bIns="16933" rtlCol="0" anchor="t">
              <a:normAutofit lnSpcReduction="10000"/>
            </a:bodyPr>
            <a:lstStyle/>
            <a:p>
              <a:pPr>
                <a:lnSpc>
                  <a:spcPct val="118125"/>
                </a:lnSpc>
              </a:pPr>
              <a:r>
                <a:rPr lang="en-US" sz="2100" dirty="0">
                  <a:solidFill>
                    <a:srgbClr val="1A1D1B"/>
                  </a:solidFill>
                  <a:latin typeface="Georgia" pitchFamily="34" charset="0"/>
                  <a:ea typeface="Georgia" pitchFamily="34" charset="-122"/>
                  <a:cs typeface="Georgia" pitchFamily="34" charset="-120"/>
                </a:rPr>
                <a:t>The problem wasn't bad code. It was good code trapped in one body.</a:t>
              </a:r>
              <a:endParaRPr lang="en-US" sz="21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35000"/>
            <a:ext cx="11734800" cy="228600"/>
          </a:xfrm>
          <a:prstGeom prst="rect">
            <a:avLst/>
          </a:prstGeom>
          <a:noFill/>
          <a:ln/>
        </p:spPr>
        <p:txBody>
          <a:bodyPr wrap="square" lIns="16933" tIns="16933" rIns="16933" bIns="16933" rtlCol="0" anchor="t">
            <a:normAutofit/>
          </a:bodyPr>
          <a:lstStyle/>
          <a:p>
            <a:r>
              <a:rPr lang="en-US" sz="1200" kern="0" spc="216" dirty="0">
                <a:solidFill>
                  <a:srgbClr val="167A5B"/>
                </a:solidFill>
                <a:latin typeface="Courier New" pitchFamily="34" charset="0"/>
                <a:ea typeface="Courier New" pitchFamily="34" charset="-122"/>
                <a:cs typeface="Courier New" pitchFamily="34" charset="-120"/>
              </a:rPr>
              <a:t>A TRUE STORY · PART 4</a:t>
            </a:r>
            <a:endParaRPr lang="en-US" sz="1200" dirty="0"/>
          </a:p>
        </p:txBody>
      </p:sp>
      <p:sp>
        <p:nvSpPr>
          <p:cNvPr id="3" name="Text 1"/>
          <p:cNvSpPr/>
          <p:nvPr/>
        </p:nvSpPr>
        <p:spPr>
          <a:xfrm>
            <a:off x="762000" y="1028700"/>
            <a:ext cx="11734800" cy="486370"/>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Careem rebuilt itself as a fleet of services</a:t>
            </a:r>
            <a:endParaRPr lang="en-US" sz="3300" dirty="0"/>
          </a:p>
        </p:txBody>
      </p:sp>
      <p:grpSp>
        <p:nvGrpSpPr>
          <p:cNvPr id="31" name="Group 30">
            <a:extLst>
              <a:ext uri="{FF2B5EF4-FFF2-40B4-BE49-F238E27FC236}">
                <a16:creationId xmlns:a16="http://schemas.microsoft.com/office/drawing/2014/main" id="{74A36ADC-BF86-0993-5F7B-53FCC3C99E13}"/>
              </a:ext>
            </a:extLst>
          </p:cNvPr>
          <p:cNvGrpSpPr/>
          <p:nvPr/>
        </p:nvGrpSpPr>
        <p:grpSpPr>
          <a:xfrm>
            <a:off x="762000" y="2465685"/>
            <a:ext cx="4182110" cy="2298700"/>
            <a:chOff x="762000" y="2465685"/>
            <a:chExt cx="4182110" cy="2298700"/>
          </a:xfrm>
        </p:grpSpPr>
        <p:sp>
          <p:nvSpPr>
            <p:cNvPr id="4" name="Shape 2"/>
            <p:cNvSpPr/>
            <p:nvPr/>
          </p:nvSpPr>
          <p:spPr>
            <a:xfrm>
              <a:off x="762000" y="2465685"/>
              <a:ext cx="4127500" cy="2298700"/>
            </a:xfrm>
            <a:prstGeom prst="roundRect">
              <a:avLst>
                <a:gd name="adj" fmla="val 4420"/>
              </a:avLst>
            </a:prstGeom>
            <a:solidFill>
              <a:srgbClr val="FFFFFF"/>
            </a:solidFill>
            <a:ln w="28575">
              <a:solidFill>
                <a:srgbClr val="1A1D1B"/>
              </a:solidFill>
              <a:prstDash val="solid"/>
            </a:ln>
          </p:spPr>
          <p:txBody>
            <a:bodyPr/>
            <a:lstStyle/>
            <a:p>
              <a:endParaRPr lang="en-GB" sz="1200"/>
            </a:p>
          </p:txBody>
        </p:sp>
        <p:sp>
          <p:nvSpPr>
            <p:cNvPr id="5" name="Text 3"/>
            <p:cNvSpPr/>
            <p:nvPr/>
          </p:nvSpPr>
          <p:spPr>
            <a:xfrm>
              <a:off x="1060450" y="2764135"/>
              <a:ext cx="3883660" cy="228600"/>
            </a:xfrm>
            <a:prstGeom prst="rect">
              <a:avLst/>
            </a:prstGeom>
            <a:noFill/>
            <a:ln/>
          </p:spPr>
          <p:txBody>
            <a:bodyPr wrap="square" lIns="16933" tIns="16933" rIns="16933" bIns="16933" rtlCol="0" anchor="t">
              <a:normAutofit/>
            </a:bodyPr>
            <a:lstStyle/>
            <a:p>
              <a:r>
                <a:rPr lang="en-US" sz="1200" kern="0" spc="168" dirty="0">
                  <a:solidFill>
                    <a:srgbClr val="5C635E"/>
                  </a:solidFill>
                  <a:latin typeface="Courier New" pitchFamily="34" charset="0"/>
                  <a:ea typeface="Courier New" pitchFamily="34" charset="-122"/>
                  <a:cs typeface="Courier New" pitchFamily="34" charset="-120"/>
                </a:rPr>
                <a:t>BEFORE</a:t>
              </a:r>
              <a:endParaRPr lang="en-US" sz="1200" dirty="0"/>
            </a:p>
          </p:txBody>
        </p:sp>
        <p:sp>
          <p:nvSpPr>
            <p:cNvPr id="6" name="Text 4"/>
            <p:cNvSpPr/>
            <p:nvPr/>
          </p:nvSpPr>
          <p:spPr>
            <a:xfrm>
              <a:off x="1060450" y="3068935"/>
              <a:ext cx="3883660" cy="266700"/>
            </a:xfrm>
            <a:prstGeom prst="rect">
              <a:avLst/>
            </a:prstGeom>
            <a:noFill/>
            <a:ln/>
          </p:spPr>
          <p:txBody>
            <a:bodyPr wrap="square" lIns="16933" tIns="16933" rIns="16933" bIns="16933" rtlCol="0" anchor="t">
              <a:normAutofit lnSpcReduction="10000"/>
            </a:bodyPr>
            <a:lstStyle/>
            <a:p>
              <a:r>
                <a:rPr lang="en-US" sz="1650" b="1" dirty="0">
                  <a:solidFill>
                    <a:srgbClr val="1A1D1B"/>
                  </a:solidFill>
                  <a:latin typeface="Arial" pitchFamily="34" charset="0"/>
                  <a:ea typeface="Arial" pitchFamily="34" charset="-122"/>
                  <a:cs typeface="Arial" pitchFamily="34" charset="-120"/>
                </a:rPr>
                <a:t>The Careem App</a:t>
              </a:r>
              <a:endParaRPr lang="en-US" sz="1650" dirty="0"/>
            </a:p>
          </p:txBody>
        </p:sp>
        <p:sp>
          <p:nvSpPr>
            <p:cNvPr id="7" name="Text 5"/>
            <p:cNvSpPr/>
            <p:nvPr/>
          </p:nvSpPr>
          <p:spPr>
            <a:xfrm>
              <a:off x="1060450" y="3411835"/>
              <a:ext cx="3883660" cy="241300"/>
            </a:xfrm>
            <a:prstGeom prst="rect">
              <a:avLst/>
            </a:prstGeom>
            <a:noFill/>
            <a:ln/>
          </p:spPr>
          <p:txBody>
            <a:bodyPr wrap="square" lIns="16933" tIns="16933" rIns="16933" bIns="16933" rtlCol="0" anchor="t">
              <a:normAutofit/>
            </a:bodyPr>
            <a:lstStyle/>
            <a:p>
              <a:r>
                <a:rPr lang="en-US" sz="1300" dirty="0">
                  <a:solidFill>
                    <a:srgbClr val="5C635E"/>
                  </a:solidFill>
                  <a:latin typeface="Arial" pitchFamily="34" charset="0"/>
                  <a:ea typeface="Arial" pitchFamily="34" charset="-122"/>
                  <a:cs typeface="Arial" pitchFamily="34" charset="-120"/>
                </a:rPr>
                <a:t>booking + drivers + pricing</a:t>
              </a:r>
              <a:endParaRPr lang="en-US" sz="1300" dirty="0"/>
            </a:p>
          </p:txBody>
        </p:sp>
        <p:sp>
          <p:nvSpPr>
            <p:cNvPr id="8" name="Text 6"/>
            <p:cNvSpPr/>
            <p:nvPr/>
          </p:nvSpPr>
          <p:spPr>
            <a:xfrm>
              <a:off x="1060450" y="3691235"/>
              <a:ext cx="3883660" cy="241300"/>
            </a:xfrm>
            <a:prstGeom prst="rect">
              <a:avLst/>
            </a:prstGeom>
            <a:noFill/>
            <a:ln/>
          </p:spPr>
          <p:txBody>
            <a:bodyPr wrap="square" lIns="16933" tIns="16933" rIns="16933" bIns="16933" rtlCol="0" anchor="t">
              <a:normAutofit/>
            </a:bodyPr>
            <a:lstStyle/>
            <a:p>
              <a:r>
                <a:rPr lang="en-US" sz="1300" dirty="0">
                  <a:solidFill>
                    <a:srgbClr val="5C635E"/>
                  </a:solidFill>
                  <a:latin typeface="Arial" pitchFamily="34" charset="0"/>
                  <a:ea typeface="Arial" pitchFamily="34" charset="-122"/>
                  <a:cs typeface="Arial" pitchFamily="34" charset="-120"/>
                </a:rPr>
                <a:t>+ payments + wallets</a:t>
              </a:r>
              <a:endParaRPr lang="en-US" sz="1300" dirty="0"/>
            </a:p>
          </p:txBody>
        </p:sp>
        <p:sp>
          <p:nvSpPr>
            <p:cNvPr id="9" name="Text 7"/>
            <p:cNvSpPr/>
            <p:nvPr/>
          </p:nvSpPr>
          <p:spPr>
            <a:xfrm>
              <a:off x="1060450" y="3970635"/>
              <a:ext cx="3883660" cy="241300"/>
            </a:xfrm>
            <a:prstGeom prst="rect">
              <a:avLst/>
            </a:prstGeom>
            <a:noFill/>
            <a:ln/>
          </p:spPr>
          <p:txBody>
            <a:bodyPr wrap="square" lIns="16933" tIns="16933" rIns="16933" bIns="16933" rtlCol="0" anchor="t">
              <a:normAutofit/>
            </a:bodyPr>
            <a:lstStyle/>
            <a:p>
              <a:r>
                <a:rPr lang="en-US" sz="1300" dirty="0">
                  <a:solidFill>
                    <a:srgbClr val="5C635E"/>
                  </a:solidFill>
                  <a:latin typeface="Arial" pitchFamily="34" charset="0"/>
                  <a:ea typeface="Arial" pitchFamily="34" charset="-122"/>
                  <a:cs typeface="Arial" pitchFamily="34" charset="-120"/>
                </a:rPr>
                <a:t>+ food + deliveries + maps</a:t>
              </a:r>
              <a:endParaRPr lang="en-US" sz="1300" dirty="0"/>
            </a:p>
          </p:txBody>
        </p:sp>
        <p:sp>
          <p:nvSpPr>
            <p:cNvPr id="10" name="Text 8"/>
            <p:cNvSpPr/>
            <p:nvPr/>
          </p:nvSpPr>
          <p:spPr>
            <a:xfrm>
              <a:off x="1060450" y="4250035"/>
              <a:ext cx="3883660" cy="241300"/>
            </a:xfrm>
            <a:prstGeom prst="rect">
              <a:avLst/>
            </a:prstGeom>
            <a:noFill/>
            <a:ln/>
          </p:spPr>
          <p:txBody>
            <a:bodyPr wrap="square" lIns="16933" tIns="16933" rIns="16933" bIns="16933" rtlCol="0" anchor="t">
              <a:normAutofit/>
            </a:bodyPr>
            <a:lstStyle/>
            <a:p>
              <a:r>
                <a:rPr lang="en-US" sz="1300" dirty="0">
                  <a:solidFill>
                    <a:srgbClr val="1A1D1B"/>
                  </a:solidFill>
                  <a:latin typeface="Courier New" pitchFamily="34" charset="0"/>
                  <a:ea typeface="Courier New" pitchFamily="34" charset="-122"/>
                  <a:cs typeface="Courier New" pitchFamily="34" charset="-120"/>
                </a:rPr>
                <a:t>→ one deploy, one database</a:t>
              </a:r>
              <a:endParaRPr lang="en-US" sz="1300" dirty="0"/>
            </a:p>
          </p:txBody>
        </p:sp>
      </p:grpSp>
      <p:sp>
        <p:nvSpPr>
          <p:cNvPr id="11" name="Text 9"/>
          <p:cNvSpPr/>
          <p:nvPr/>
        </p:nvSpPr>
        <p:spPr>
          <a:xfrm>
            <a:off x="4864100" y="3348335"/>
            <a:ext cx="812800" cy="558800"/>
          </a:xfrm>
          <a:prstGeom prst="rect">
            <a:avLst/>
          </a:prstGeom>
          <a:noFill/>
          <a:ln/>
        </p:spPr>
        <p:txBody>
          <a:bodyPr wrap="square" lIns="16933" tIns="16933" rIns="16933" bIns="16933" rtlCol="0" anchor="t">
            <a:normAutofit/>
          </a:bodyPr>
          <a:lstStyle/>
          <a:p>
            <a:pPr algn="ctr"/>
            <a:r>
              <a:rPr lang="en-US" sz="3200" dirty="0">
                <a:solidFill>
                  <a:srgbClr val="167A5B"/>
                </a:solidFill>
                <a:latin typeface="Arial" pitchFamily="34" charset="0"/>
                <a:ea typeface="Arial" pitchFamily="34" charset="-122"/>
                <a:cs typeface="Arial" pitchFamily="34" charset="-120"/>
              </a:rPr>
              <a:t>→</a:t>
            </a:r>
            <a:endParaRPr lang="en-US" sz="3200" dirty="0"/>
          </a:p>
        </p:txBody>
      </p:sp>
      <p:grpSp>
        <p:nvGrpSpPr>
          <p:cNvPr id="32" name="Group 31">
            <a:extLst>
              <a:ext uri="{FF2B5EF4-FFF2-40B4-BE49-F238E27FC236}">
                <a16:creationId xmlns:a16="http://schemas.microsoft.com/office/drawing/2014/main" id="{1DBB0B48-31B1-FFE7-89AE-290CC75AEDF6}"/>
              </a:ext>
            </a:extLst>
          </p:cNvPr>
          <p:cNvGrpSpPr/>
          <p:nvPr/>
        </p:nvGrpSpPr>
        <p:grpSpPr>
          <a:xfrm>
            <a:off x="5651500" y="2630785"/>
            <a:ext cx="1841500" cy="571500"/>
            <a:chOff x="5651500" y="2630785"/>
            <a:chExt cx="1841500" cy="571500"/>
          </a:xfrm>
        </p:grpSpPr>
        <p:sp>
          <p:nvSpPr>
            <p:cNvPr id="12" name="Shape 10"/>
            <p:cNvSpPr/>
            <p:nvPr/>
          </p:nvSpPr>
          <p:spPr>
            <a:xfrm>
              <a:off x="5651500" y="2630785"/>
              <a:ext cx="1841500" cy="571500"/>
            </a:xfrm>
            <a:prstGeom prst="roundRect">
              <a:avLst>
                <a:gd name="adj" fmla="val 15556"/>
              </a:avLst>
            </a:prstGeom>
            <a:solidFill>
              <a:srgbClr val="EBF3EF"/>
            </a:solidFill>
            <a:ln w="19050">
              <a:solidFill>
                <a:srgbClr val="B3CFC2"/>
              </a:solidFill>
              <a:prstDash val="solid"/>
            </a:ln>
          </p:spPr>
          <p:txBody>
            <a:bodyPr/>
            <a:lstStyle/>
            <a:p>
              <a:endParaRPr lang="en-GB" sz="1200"/>
            </a:p>
          </p:txBody>
        </p:sp>
        <p:sp>
          <p:nvSpPr>
            <p:cNvPr id="13" name="Text 11"/>
            <p:cNvSpPr/>
            <p:nvPr/>
          </p:nvSpPr>
          <p:spPr>
            <a:xfrm>
              <a:off x="5801678" y="2808585"/>
              <a:ext cx="1541145" cy="241300"/>
            </a:xfrm>
            <a:prstGeom prst="rect">
              <a:avLst/>
            </a:prstGeom>
            <a:noFill/>
            <a:ln/>
          </p:spPr>
          <p:txBody>
            <a:bodyPr wrap="square" lIns="16933" tIns="16933" rIns="16933" bIns="16933" rtlCol="0" anchor="t">
              <a:normAutofit/>
            </a:bodyPr>
            <a:lstStyle/>
            <a:p>
              <a:pPr algn="ctr"/>
              <a:r>
                <a:rPr lang="en-US" sz="1300" dirty="0">
                  <a:solidFill>
                    <a:srgbClr val="1A1D1B"/>
                  </a:solidFill>
                  <a:latin typeface="Arial" pitchFamily="34" charset="0"/>
                  <a:ea typeface="Arial" pitchFamily="34" charset="-122"/>
                  <a:cs typeface="Arial" pitchFamily="34" charset="-120"/>
                </a:rPr>
                <a:t>Rides</a:t>
              </a:r>
              <a:endParaRPr lang="en-US" sz="1300" dirty="0"/>
            </a:p>
          </p:txBody>
        </p:sp>
      </p:grpSp>
      <p:grpSp>
        <p:nvGrpSpPr>
          <p:cNvPr id="33" name="Group 32">
            <a:extLst>
              <a:ext uri="{FF2B5EF4-FFF2-40B4-BE49-F238E27FC236}">
                <a16:creationId xmlns:a16="http://schemas.microsoft.com/office/drawing/2014/main" id="{5C21F494-3413-77DD-E25F-9218BDD4F78B}"/>
              </a:ext>
            </a:extLst>
          </p:cNvPr>
          <p:cNvGrpSpPr/>
          <p:nvPr/>
        </p:nvGrpSpPr>
        <p:grpSpPr>
          <a:xfrm>
            <a:off x="7620000" y="2630785"/>
            <a:ext cx="1841500" cy="571500"/>
            <a:chOff x="7620000" y="2630785"/>
            <a:chExt cx="1841500" cy="571500"/>
          </a:xfrm>
        </p:grpSpPr>
        <p:sp>
          <p:nvSpPr>
            <p:cNvPr id="14" name="Shape 12"/>
            <p:cNvSpPr/>
            <p:nvPr/>
          </p:nvSpPr>
          <p:spPr>
            <a:xfrm>
              <a:off x="7620000" y="2630785"/>
              <a:ext cx="1841500" cy="571500"/>
            </a:xfrm>
            <a:prstGeom prst="roundRect">
              <a:avLst>
                <a:gd name="adj" fmla="val 15556"/>
              </a:avLst>
            </a:prstGeom>
            <a:solidFill>
              <a:srgbClr val="EBF3EF"/>
            </a:solidFill>
            <a:ln w="19050">
              <a:solidFill>
                <a:srgbClr val="B3CFC2"/>
              </a:solidFill>
              <a:prstDash val="solid"/>
            </a:ln>
          </p:spPr>
          <p:txBody>
            <a:bodyPr/>
            <a:lstStyle/>
            <a:p>
              <a:endParaRPr lang="en-GB" sz="1200"/>
            </a:p>
          </p:txBody>
        </p:sp>
        <p:sp>
          <p:nvSpPr>
            <p:cNvPr id="15" name="Text 13"/>
            <p:cNvSpPr/>
            <p:nvPr/>
          </p:nvSpPr>
          <p:spPr>
            <a:xfrm>
              <a:off x="7770178" y="2808585"/>
              <a:ext cx="1541145" cy="241300"/>
            </a:xfrm>
            <a:prstGeom prst="rect">
              <a:avLst/>
            </a:prstGeom>
            <a:noFill/>
            <a:ln/>
          </p:spPr>
          <p:txBody>
            <a:bodyPr wrap="square" lIns="16933" tIns="16933" rIns="16933" bIns="16933" rtlCol="0" anchor="t">
              <a:normAutofit/>
            </a:bodyPr>
            <a:lstStyle/>
            <a:p>
              <a:pPr algn="ctr"/>
              <a:r>
                <a:rPr lang="en-US" sz="1300" dirty="0">
                  <a:solidFill>
                    <a:srgbClr val="1A1D1B"/>
                  </a:solidFill>
                  <a:latin typeface="Arial" pitchFamily="34" charset="0"/>
                  <a:ea typeface="Arial" pitchFamily="34" charset="-122"/>
                  <a:cs typeface="Arial" pitchFamily="34" charset="-120"/>
                </a:rPr>
                <a:t>Scheduling</a:t>
              </a:r>
              <a:endParaRPr lang="en-US" sz="1300" dirty="0"/>
            </a:p>
          </p:txBody>
        </p:sp>
      </p:grpSp>
      <p:grpSp>
        <p:nvGrpSpPr>
          <p:cNvPr id="34" name="Group 33">
            <a:extLst>
              <a:ext uri="{FF2B5EF4-FFF2-40B4-BE49-F238E27FC236}">
                <a16:creationId xmlns:a16="http://schemas.microsoft.com/office/drawing/2014/main" id="{8EB3A0A0-A5CA-78B7-58D0-6C01AE013FCB}"/>
              </a:ext>
            </a:extLst>
          </p:cNvPr>
          <p:cNvGrpSpPr/>
          <p:nvPr/>
        </p:nvGrpSpPr>
        <p:grpSpPr>
          <a:xfrm>
            <a:off x="9588500" y="2630785"/>
            <a:ext cx="1841500" cy="571500"/>
            <a:chOff x="9588500" y="2630785"/>
            <a:chExt cx="1841500" cy="571500"/>
          </a:xfrm>
        </p:grpSpPr>
        <p:sp>
          <p:nvSpPr>
            <p:cNvPr id="16" name="Shape 14"/>
            <p:cNvSpPr/>
            <p:nvPr/>
          </p:nvSpPr>
          <p:spPr>
            <a:xfrm>
              <a:off x="9588500" y="2630785"/>
              <a:ext cx="1841500" cy="571500"/>
            </a:xfrm>
            <a:prstGeom prst="roundRect">
              <a:avLst>
                <a:gd name="adj" fmla="val 15556"/>
              </a:avLst>
            </a:prstGeom>
            <a:solidFill>
              <a:srgbClr val="EBF3EF"/>
            </a:solidFill>
            <a:ln w="19050">
              <a:solidFill>
                <a:srgbClr val="B3CFC2"/>
              </a:solidFill>
              <a:prstDash val="solid"/>
            </a:ln>
          </p:spPr>
          <p:txBody>
            <a:bodyPr/>
            <a:lstStyle/>
            <a:p>
              <a:endParaRPr lang="en-GB" sz="1200"/>
            </a:p>
          </p:txBody>
        </p:sp>
        <p:sp>
          <p:nvSpPr>
            <p:cNvPr id="17" name="Text 15"/>
            <p:cNvSpPr/>
            <p:nvPr/>
          </p:nvSpPr>
          <p:spPr>
            <a:xfrm>
              <a:off x="9738678" y="2808585"/>
              <a:ext cx="1541145" cy="241300"/>
            </a:xfrm>
            <a:prstGeom prst="rect">
              <a:avLst/>
            </a:prstGeom>
            <a:noFill/>
            <a:ln/>
          </p:spPr>
          <p:txBody>
            <a:bodyPr wrap="square" lIns="16933" tIns="16933" rIns="16933" bIns="16933" rtlCol="0" anchor="t">
              <a:normAutofit/>
            </a:bodyPr>
            <a:lstStyle/>
            <a:p>
              <a:pPr algn="ctr"/>
              <a:r>
                <a:rPr lang="en-US" sz="1300" dirty="0">
                  <a:solidFill>
                    <a:srgbClr val="1A1D1B"/>
                  </a:solidFill>
                  <a:latin typeface="Arial" pitchFamily="34" charset="0"/>
                  <a:ea typeface="Arial" pitchFamily="34" charset="-122"/>
                  <a:cs typeface="Arial" pitchFamily="34" charset="-120"/>
                </a:rPr>
                <a:t>Payments</a:t>
              </a:r>
              <a:endParaRPr lang="en-US" sz="1300" dirty="0"/>
            </a:p>
          </p:txBody>
        </p:sp>
      </p:grpSp>
      <p:grpSp>
        <p:nvGrpSpPr>
          <p:cNvPr id="35" name="Group 34">
            <a:extLst>
              <a:ext uri="{FF2B5EF4-FFF2-40B4-BE49-F238E27FC236}">
                <a16:creationId xmlns:a16="http://schemas.microsoft.com/office/drawing/2014/main" id="{82102BFC-0AF7-C536-0445-CA26DF33AD6C}"/>
              </a:ext>
            </a:extLst>
          </p:cNvPr>
          <p:cNvGrpSpPr/>
          <p:nvPr/>
        </p:nvGrpSpPr>
        <p:grpSpPr>
          <a:xfrm>
            <a:off x="5651500" y="3329285"/>
            <a:ext cx="1841500" cy="571500"/>
            <a:chOff x="5651500" y="3329285"/>
            <a:chExt cx="1841500" cy="571500"/>
          </a:xfrm>
        </p:grpSpPr>
        <p:sp>
          <p:nvSpPr>
            <p:cNvPr id="18" name="Shape 16"/>
            <p:cNvSpPr/>
            <p:nvPr/>
          </p:nvSpPr>
          <p:spPr>
            <a:xfrm>
              <a:off x="5651500" y="3329285"/>
              <a:ext cx="1841500" cy="571500"/>
            </a:xfrm>
            <a:prstGeom prst="roundRect">
              <a:avLst>
                <a:gd name="adj" fmla="val 15556"/>
              </a:avLst>
            </a:prstGeom>
            <a:solidFill>
              <a:srgbClr val="EBF3EF"/>
            </a:solidFill>
            <a:ln w="19050">
              <a:solidFill>
                <a:srgbClr val="B3CFC2"/>
              </a:solidFill>
              <a:prstDash val="solid"/>
            </a:ln>
          </p:spPr>
          <p:txBody>
            <a:bodyPr/>
            <a:lstStyle/>
            <a:p>
              <a:endParaRPr lang="en-GB" sz="1200"/>
            </a:p>
          </p:txBody>
        </p:sp>
        <p:sp>
          <p:nvSpPr>
            <p:cNvPr id="19" name="Text 17"/>
            <p:cNvSpPr/>
            <p:nvPr/>
          </p:nvSpPr>
          <p:spPr>
            <a:xfrm>
              <a:off x="5801678" y="3507085"/>
              <a:ext cx="1541145" cy="241300"/>
            </a:xfrm>
            <a:prstGeom prst="rect">
              <a:avLst/>
            </a:prstGeom>
            <a:noFill/>
            <a:ln/>
          </p:spPr>
          <p:txBody>
            <a:bodyPr wrap="square" lIns="16933" tIns="16933" rIns="16933" bIns="16933" rtlCol="0" anchor="t">
              <a:normAutofit/>
            </a:bodyPr>
            <a:lstStyle/>
            <a:p>
              <a:pPr algn="ctr"/>
              <a:r>
                <a:rPr lang="en-US" sz="1300" dirty="0">
                  <a:solidFill>
                    <a:srgbClr val="1A1D1B"/>
                  </a:solidFill>
                  <a:latin typeface="Arial" pitchFamily="34" charset="0"/>
                  <a:ea typeface="Arial" pitchFamily="34" charset="-122"/>
                  <a:cs typeface="Arial" pitchFamily="34" charset="-120"/>
                </a:rPr>
                <a:t>Deliveries</a:t>
              </a:r>
              <a:endParaRPr lang="en-US" sz="1300" dirty="0"/>
            </a:p>
          </p:txBody>
        </p:sp>
      </p:grpSp>
      <p:grpSp>
        <p:nvGrpSpPr>
          <p:cNvPr id="36" name="Group 35">
            <a:extLst>
              <a:ext uri="{FF2B5EF4-FFF2-40B4-BE49-F238E27FC236}">
                <a16:creationId xmlns:a16="http://schemas.microsoft.com/office/drawing/2014/main" id="{14833C69-12E6-14C5-8F9F-1EF820B2C874}"/>
              </a:ext>
            </a:extLst>
          </p:cNvPr>
          <p:cNvGrpSpPr/>
          <p:nvPr/>
        </p:nvGrpSpPr>
        <p:grpSpPr>
          <a:xfrm>
            <a:off x="7620000" y="3329285"/>
            <a:ext cx="1841500" cy="571500"/>
            <a:chOff x="7620000" y="3329285"/>
            <a:chExt cx="1841500" cy="571500"/>
          </a:xfrm>
        </p:grpSpPr>
        <p:sp>
          <p:nvSpPr>
            <p:cNvPr id="20" name="Shape 18"/>
            <p:cNvSpPr/>
            <p:nvPr/>
          </p:nvSpPr>
          <p:spPr>
            <a:xfrm>
              <a:off x="7620000" y="3329285"/>
              <a:ext cx="1841500" cy="571500"/>
            </a:xfrm>
            <a:prstGeom prst="roundRect">
              <a:avLst>
                <a:gd name="adj" fmla="val 15556"/>
              </a:avLst>
            </a:prstGeom>
            <a:solidFill>
              <a:srgbClr val="EBF3EF"/>
            </a:solidFill>
            <a:ln w="19050">
              <a:solidFill>
                <a:srgbClr val="B3CFC2"/>
              </a:solidFill>
              <a:prstDash val="solid"/>
            </a:ln>
          </p:spPr>
          <p:txBody>
            <a:bodyPr/>
            <a:lstStyle/>
            <a:p>
              <a:endParaRPr lang="en-GB" sz="1200"/>
            </a:p>
          </p:txBody>
        </p:sp>
        <p:sp>
          <p:nvSpPr>
            <p:cNvPr id="21" name="Text 19"/>
            <p:cNvSpPr/>
            <p:nvPr/>
          </p:nvSpPr>
          <p:spPr>
            <a:xfrm>
              <a:off x="7770178" y="3507085"/>
              <a:ext cx="1541145" cy="241300"/>
            </a:xfrm>
            <a:prstGeom prst="rect">
              <a:avLst/>
            </a:prstGeom>
            <a:noFill/>
            <a:ln/>
          </p:spPr>
          <p:txBody>
            <a:bodyPr wrap="square" lIns="16933" tIns="16933" rIns="16933" bIns="16933" rtlCol="0" anchor="t">
              <a:normAutofit/>
            </a:bodyPr>
            <a:lstStyle/>
            <a:p>
              <a:pPr algn="ctr"/>
              <a:r>
                <a:rPr lang="en-US" sz="1300" dirty="0">
                  <a:solidFill>
                    <a:srgbClr val="1A1D1B"/>
                  </a:solidFill>
                  <a:latin typeface="Arial" pitchFamily="34" charset="0"/>
                  <a:ea typeface="Arial" pitchFamily="34" charset="-122"/>
                  <a:cs typeface="Arial" pitchFamily="34" charset="-120"/>
                </a:rPr>
                <a:t>Identity</a:t>
              </a:r>
              <a:endParaRPr lang="en-US" sz="1300" dirty="0"/>
            </a:p>
          </p:txBody>
        </p:sp>
      </p:grpSp>
      <p:grpSp>
        <p:nvGrpSpPr>
          <p:cNvPr id="37" name="Group 36">
            <a:extLst>
              <a:ext uri="{FF2B5EF4-FFF2-40B4-BE49-F238E27FC236}">
                <a16:creationId xmlns:a16="http://schemas.microsoft.com/office/drawing/2014/main" id="{59DC6C20-3EA8-FB81-9837-706BCA19997C}"/>
              </a:ext>
            </a:extLst>
          </p:cNvPr>
          <p:cNvGrpSpPr/>
          <p:nvPr/>
        </p:nvGrpSpPr>
        <p:grpSpPr>
          <a:xfrm>
            <a:off x="9588500" y="3329285"/>
            <a:ext cx="1841500" cy="571500"/>
            <a:chOff x="9588500" y="3329285"/>
            <a:chExt cx="1841500" cy="571500"/>
          </a:xfrm>
        </p:grpSpPr>
        <p:sp>
          <p:nvSpPr>
            <p:cNvPr id="22" name="Shape 20"/>
            <p:cNvSpPr/>
            <p:nvPr/>
          </p:nvSpPr>
          <p:spPr>
            <a:xfrm>
              <a:off x="9588500" y="3329285"/>
              <a:ext cx="1841500" cy="571500"/>
            </a:xfrm>
            <a:prstGeom prst="roundRect">
              <a:avLst>
                <a:gd name="adj" fmla="val 15556"/>
              </a:avLst>
            </a:prstGeom>
            <a:solidFill>
              <a:srgbClr val="EBF3EF"/>
            </a:solidFill>
            <a:ln w="19050">
              <a:solidFill>
                <a:srgbClr val="B3CFC2"/>
              </a:solidFill>
              <a:prstDash val="solid"/>
            </a:ln>
          </p:spPr>
          <p:txBody>
            <a:bodyPr/>
            <a:lstStyle/>
            <a:p>
              <a:endParaRPr lang="en-GB" sz="1200"/>
            </a:p>
          </p:txBody>
        </p:sp>
        <p:sp>
          <p:nvSpPr>
            <p:cNvPr id="23" name="Text 21"/>
            <p:cNvSpPr/>
            <p:nvPr/>
          </p:nvSpPr>
          <p:spPr>
            <a:xfrm>
              <a:off x="9738678" y="3507085"/>
              <a:ext cx="1541145" cy="241300"/>
            </a:xfrm>
            <a:prstGeom prst="rect">
              <a:avLst/>
            </a:prstGeom>
            <a:noFill/>
            <a:ln/>
          </p:spPr>
          <p:txBody>
            <a:bodyPr wrap="square" lIns="16933" tIns="16933" rIns="16933" bIns="16933" rtlCol="0" anchor="t">
              <a:normAutofit/>
            </a:bodyPr>
            <a:lstStyle/>
            <a:p>
              <a:pPr algn="ctr"/>
              <a:r>
                <a:rPr lang="en-US" sz="1300" dirty="0">
                  <a:solidFill>
                    <a:srgbClr val="1A1D1B"/>
                  </a:solidFill>
                  <a:latin typeface="Arial" pitchFamily="34" charset="0"/>
                  <a:ea typeface="Arial" pitchFamily="34" charset="-122"/>
                  <a:cs typeface="Arial" pitchFamily="34" charset="-120"/>
                </a:rPr>
                <a:t>Maps</a:t>
              </a:r>
              <a:endParaRPr lang="en-US" sz="1300" dirty="0"/>
            </a:p>
          </p:txBody>
        </p:sp>
      </p:grpSp>
      <p:grpSp>
        <p:nvGrpSpPr>
          <p:cNvPr id="38" name="Group 37">
            <a:extLst>
              <a:ext uri="{FF2B5EF4-FFF2-40B4-BE49-F238E27FC236}">
                <a16:creationId xmlns:a16="http://schemas.microsoft.com/office/drawing/2014/main" id="{CB881F3F-28C5-3966-107E-A861EE89A55E}"/>
              </a:ext>
            </a:extLst>
          </p:cNvPr>
          <p:cNvGrpSpPr/>
          <p:nvPr/>
        </p:nvGrpSpPr>
        <p:grpSpPr>
          <a:xfrm>
            <a:off x="5651500" y="4027785"/>
            <a:ext cx="1841500" cy="571500"/>
            <a:chOff x="5651500" y="4027785"/>
            <a:chExt cx="1841500" cy="571500"/>
          </a:xfrm>
        </p:grpSpPr>
        <p:sp>
          <p:nvSpPr>
            <p:cNvPr id="24" name="Shape 22"/>
            <p:cNvSpPr/>
            <p:nvPr/>
          </p:nvSpPr>
          <p:spPr>
            <a:xfrm>
              <a:off x="5651500" y="4027785"/>
              <a:ext cx="1841500" cy="571500"/>
            </a:xfrm>
            <a:prstGeom prst="roundRect">
              <a:avLst>
                <a:gd name="adj" fmla="val 15556"/>
              </a:avLst>
            </a:prstGeom>
            <a:solidFill>
              <a:srgbClr val="EBF3EF"/>
            </a:solidFill>
            <a:ln w="19050">
              <a:solidFill>
                <a:srgbClr val="B3CFC2"/>
              </a:solidFill>
              <a:prstDash val="solid"/>
            </a:ln>
          </p:spPr>
          <p:txBody>
            <a:bodyPr/>
            <a:lstStyle/>
            <a:p>
              <a:endParaRPr lang="en-GB" sz="1200"/>
            </a:p>
          </p:txBody>
        </p:sp>
        <p:sp>
          <p:nvSpPr>
            <p:cNvPr id="25" name="Text 23"/>
            <p:cNvSpPr/>
            <p:nvPr/>
          </p:nvSpPr>
          <p:spPr>
            <a:xfrm>
              <a:off x="5801678" y="4205585"/>
              <a:ext cx="1541145" cy="241300"/>
            </a:xfrm>
            <a:prstGeom prst="rect">
              <a:avLst/>
            </a:prstGeom>
            <a:noFill/>
            <a:ln/>
          </p:spPr>
          <p:txBody>
            <a:bodyPr wrap="square" lIns="16933" tIns="16933" rIns="16933" bIns="16933" rtlCol="0" anchor="t">
              <a:normAutofit/>
            </a:bodyPr>
            <a:lstStyle/>
            <a:p>
              <a:pPr algn="ctr"/>
              <a:r>
                <a:rPr lang="en-US" sz="1300" dirty="0">
                  <a:solidFill>
                    <a:srgbClr val="1A1D1B"/>
                  </a:solidFill>
                  <a:latin typeface="Arial" pitchFamily="34" charset="0"/>
                  <a:ea typeface="Arial" pitchFamily="34" charset="-122"/>
                  <a:cs typeface="Arial" pitchFamily="34" charset="-120"/>
                </a:rPr>
                <a:t>Wallet</a:t>
              </a:r>
              <a:endParaRPr lang="en-US" sz="1300" dirty="0"/>
            </a:p>
          </p:txBody>
        </p:sp>
      </p:grpSp>
      <p:grpSp>
        <p:nvGrpSpPr>
          <p:cNvPr id="39" name="Group 38">
            <a:extLst>
              <a:ext uri="{FF2B5EF4-FFF2-40B4-BE49-F238E27FC236}">
                <a16:creationId xmlns:a16="http://schemas.microsoft.com/office/drawing/2014/main" id="{F349BBC3-83FA-FCE1-49E5-B79EAA90F4AA}"/>
              </a:ext>
            </a:extLst>
          </p:cNvPr>
          <p:cNvGrpSpPr/>
          <p:nvPr/>
        </p:nvGrpSpPr>
        <p:grpSpPr>
          <a:xfrm>
            <a:off x="7620000" y="4027785"/>
            <a:ext cx="1841500" cy="571500"/>
            <a:chOff x="7620000" y="4027785"/>
            <a:chExt cx="1841500" cy="571500"/>
          </a:xfrm>
        </p:grpSpPr>
        <p:sp>
          <p:nvSpPr>
            <p:cNvPr id="26" name="Shape 24"/>
            <p:cNvSpPr/>
            <p:nvPr/>
          </p:nvSpPr>
          <p:spPr>
            <a:xfrm>
              <a:off x="7620000" y="4027785"/>
              <a:ext cx="1841500" cy="571500"/>
            </a:xfrm>
            <a:prstGeom prst="roundRect">
              <a:avLst>
                <a:gd name="adj" fmla="val 15556"/>
              </a:avLst>
            </a:prstGeom>
            <a:solidFill>
              <a:srgbClr val="EBF3EF"/>
            </a:solidFill>
            <a:ln w="19050">
              <a:solidFill>
                <a:srgbClr val="B3CFC2"/>
              </a:solidFill>
              <a:prstDash val="solid"/>
            </a:ln>
          </p:spPr>
          <p:txBody>
            <a:bodyPr/>
            <a:lstStyle/>
            <a:p>
              <a:endParaRPr lang="en-GB" sz="1200"/>
            </a:p>
          </p:txBody>
        </p:sp>
        <p:sp>
          <p:nvSpPr>
            <p:cNvPr id="27" name="Text 25"/>
            <p:cNvSpPr/>
            <p:nvPr/>
          </p:nvSpPr>
          <p:spPr>
            <a:xfrm>
              <a:off x="7770178" y="4205585"/>
              <a:ext cx="1541145" cy="241300"/>
            </a:xfrm>
            <a:prstGeom prst="rect">
              <a:avLst/>
            </a:prstGeom>
            <a:noFill/>
            <a:ln/>
          </p:spPr>
          <p:txBody>
            <a:bodyPr wrap="square" lIns="16933" tIns="16933" rIns="16933" bIns="16933" rtlCol="0" anchor="t">
              <a:normAutofit/>
            </a:bodyPr>
            <a:lstStyle/>
            <a:p>
              <a:pPr algn="ctr"/>
              <a:r>
                <a:rPr lang="en-US" sz="1300" dirty="0">
                  <a:solidFill>
                    <a:srgbClr val="1A1D1B"/>
                  </a:solidFill>
                  <a:latin typeface="Arial" pitchFamily="34" charset="0"/>
                  <a:ea typeface="Arial" pitchFamily="34" charset="-122"/>
                  <a:cs typeface="Arial" pitchFamily="34" charset="-120"/>
                </a:rPr>
                <a:t>Notifications</a:t>
              </a:r>
              <a:endParaRPr lang="en-US" sz="1300" dirty="0"/>
            </a:p>
          </p:txBody>
        </p:sp>
      </p:grpSp>
      <p:grpSp>
        <p:nvGrpSpPr>
          <p:cNvPr id="40" name="Group 39">
            <a:extLst>
              <a:ext uri="{FF2B5EF4-FFF2-40B4-BE49-F238E27FC236}">
                <a16:creationId xmlns:a16="http://schemas.microsoft.com/office/drawing/2014/main" id="{755E5509-D23B-05AB-27CD-325E04AE12AA}"/>
              </a:ext>
            </a:extLst>
          </p:cNvPr>
          <p:cNvGrpSpPr/>
          <p:nvPr/>
        </p:nvGrpSpPr>
        <p:grpSpPr>
          <a:xfrm>
            <a:off x="9588500" y="4027785"/>
            <a:ext cx="1841500" cy="571500"/>
            <a:chOff x="9588500" y="4027785"/>
            <a:chExt cx="1841500" cy="571500"/>
          </a:xfrm>
        </p:grpSpPr>
        <p:sp>
          <p:nvSpPr>
            <p:cNvPr id="28" name="Shape 26"/>
            <p:cNvSpPr/>
            <p:nvPr/>
          </p:nvSpPr>
          <p:spPr>
            <a:xfrm>
              <a:off x="9588500" y="4027785"/>
              <a:ext cx="1841500" cy="571500"/>
            </a:xfrm>
            <a:prstGeom prst="roundRect">
              <a:avLst>
                <a:gd name="adj" fmla="val 15556"/>
              </a:avLst>
            </a:prstGeom>
            <a:ln w="19050">
              <a:solidFill>
                <a:srgbClr val="B3CFC2"/>
              </a:solidFill>
              <a:prstDash val="dash"/>
            </a:ln>
          </p:spPr>
          <p:txBody>
            <a:bodyPr/>
            <a:lstStyle/>
            <a:p>
              <a:endParaRPr lang="en-GB" sz="1200"/>
            </a:p>
          </p:txBody>
        </p:sp>
        <p:sp>
          <p:nvSpPr>
            <p:cNvPr id="29" name="Text 27"/>
            <p:cNvSpPr/>
            <p:nvPr/>
          </p:nvSpPr>
          <p:spPr>
            <a:xfrm>
              <a:off x="9738678" y="4205585"/>
              <a:ext cx="1541145" cy="241300"/>
            </a:xfrm>
            <a:prstGeom prst="rect">
              <a:avLst/>
            </a:prstGeom>
            <a:noFill/>
            <a:ln/>
          </p:spPr>
          <p:txBody>
            <a:bodyPr wrap="square" lIns="16933" tIns="16933" rIns="16933" bIns="16933" rtlCol="0" anchor="t">
              <a:normAutofit/>
            </a:bodyPr>
            <a:lstStyle/>
            <a:p>
              <a:pPr algn="ctr"/>
              <a:r>
                <a:rPr lang="en-US" sz="1300" dirty="0">
                  <a:solidFill>
                    <a:srgbClr val="5C635E"/>
                  </a:solidFill>
                  <a:latin typeface="Arial" pitchFamily="34" charset="0"/>
                  <a:ea typeface="Arial" pitchFamily="34" charset="-122"/>
                  <a:cs typeface="Arial" pitchFamily="34" charset="-120"/>
                </a:rPr>
                <a:t>…dozens more</a:t>
              </a:r>
              <a:endParaRPr lang="en-US" sz="1300" dirty="0"/>
            </a:p>
          </p:txBody>
        </p:sp>
      </p:grpSp>
      <p:sp>
        <p:nvSpPr>
          <p:cNvPr id="30" name="Text 28"/>
          <p:cNvSpPr/>
          <p:nvPr/>
        </p:nvSpPr>
        <p:spPr>
          <a:xfrm>
            <a:off x="762000" y="5588000"/>
            <a:ext cx="10988040" cy="660400"/>
          </a:xfrm>
          <a:prstGeom prst="rect">
            <a:avLst/>
          </a:prstGeom>
          <a:noFill/>
          <a:ln/>
        </p:spPr>
        <p:txBody>
          <a:bodyPr wrap="square" lIns="16933" tIns="16933" rIns="16933" bIns="16933" rtlCol="0" anchor="t">
            <a:normAutofit/>
          </a:bodyPr>
          <a:lstStyle/>
          <a:p>
            <a:pPr>
              <a:lnSpc>
                <a:spcPct val="130263"/>
              </a:lnSpc>
            </a:pPr>
            <a:r>
              <a:rPr lang="en-US" sz="1650" dirty="0">
                <a:solidFill>
                  <a:srgbClr val="5C635E"/>
                </a:solidFill>
                <a:latin typeface="Arial" pitchFamily="34" charset="0"/>
                <a:ea typeface="Arial" pitchFamily="34" charset="-122"/>
                <a:cs typeface="Arial" pitchFamily="34" charset="-120"/>
              </a:rPr>
              <a:t>Not one big-bang software rewrite; services were </a:t>
            </a:r>
            <a:r>
              <a:rPr lang="en-US" sz="1650" b="1" dirty="0">
                <a:solidFill>
                  <a:srgbClr val="1A1D1B"/>
                </a:solidFill>
                <a:latin typeface="Arial" pitchFamily="34" charset="0"/>
                <a:ea typeface="Arial" pitchFamily="34" charset="-122"/>
                <a:cs typeface="Arial" pitchFamily="34" charset="-120"/>
              </a:rPr>
              <a:t>dismantled one at a time </a:t>
            </a:r>
            <a:r>
              <a:rPr lang="en-US" sz="1650" dirty="0">
                <a:solidFill>
                  <a:srgbClr val="5C635E"/>
                </a:solidFill>
                <a:latin typeface="Arial" pitchFamily="34" charset="0"/>
                <a:ea typeface="Arial" pitchFamily="34" charset="-122"/>
                <a:cs typeface="Arial" pitchFamily="34" charset="-120"/>
              </a:rPr>
              <a:t>while the monolith kept running.</a:t>
            </a:r>
          </a:p>
          <a:p>
            <a:pPr>
              <a:lnSpc>
                <a:spcPct val="130263"/>
              </a:lnSpc>
            </a:pPr>
            <a:r>
              <a:rPr lang="en-US" sz="1650" dirty="0">
                <a:solidFill>
                  <a:srgbClr val="5C635E"/>
                </a:solidFill>
                <a:latin typeface="Arial" pitchFamily="34" charset="0"/>
                <a:ea typeface="Arial" pitchFamily="34" charset="-122"/>
                <a:cs typeface="Arial" pitchFamily="34" charset="-120"/>
              </a:rPr>
              <a:t>This is called strangler pattern.</a:t>
            </a:r>
            <a:endParaRPr lang="en-US" sz="16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62000" y="1066801"/>
            <a:ext cx="11734800" cy="977900"/>
          </a:xfrm>
          <a:prstGeom prst="rect">
            <a:avLst/>
          </a:prstGeom>
          <a:noFill/>
          <a:ln/>
        </p:spPr>
        <p:txBody>
          <a:bodyPr wrap="square" lIns="16933" tIns="16933" rIns="16933" bIns="16933" rtlCol="0" anchor="t">
            <a:normAutofit lnSpcReduction="10000"/>
          </a:bodyPr>
          <a:lstStyle/>
          <a:p>
            <a:pPr>
              <a:lnSpc>
                <a:spcPct val="87719"/>
              </a:lnSpc>
            </a:pPr>
            <a:r>
              <a:rPr lang="en-US" sz="7500" b="1" kern="0" spc="-75" dirty="0">
                <a:solidFill>
                  <a:schemeClr val="tx1">
                    <a:lumMod val="85000"/>
                    <a:lumOff val="15000"/>
                  </a:schemeClr>
                </a:solidFill>
                <a:latin typeface="Georgia" pitchFamily="34" charset="0"/>
                <a:ea typeface="Georgia" pitchFamily="34" charset="-122"/>
                <a:cs typeface="Georgia" pitchFamily="34" charset="-120"/>
              </a:rPr>
              <a:t>$3.1 billion</a:t>
            </a:r>
            <a:endParaRPr lang="en-US" sz="7500" dirty="0">
              <a:solidFill>
                <a:schemeClr val="tx1">
                  <a:lumMod val="85000"/>
                  <a:lumOff val="15000"/>
                </a:schemeClr>
              </a:solidFill>
            </a:endParaRPr>
          </a:p>
        </p:txBody>
      </p:sp>
      <p:sp>
        <p:nvSpPr>
          <p:cNvPr id="4" name="Text 2"/>
          <p:cNvSpPr/>
          <p:nvPr/>
        </p:nvSpPr>
        <p:spPr>
          <a:xfrm>
            <a:off x="762001" y="2247902"/>
            <a:ext cx="8829675" cy="798711"/>
          </a:xfrm>
          <a:prstGeom prst="rect">
            <a:avLst/>
          </a:prstGeom>
          <a:noFill/>
          <a:ln/>
        </p:spPr>
        <p:txBody>
          <a:bodyPr wrap="square" lIns="16933" tIns="16933" rIns="16933" bIns="16933" rtlCol="0" anchor="t">
            <a:normAutofit lnSpcReduction="10000"/>
          </a:bodyPr>
          <a:lstStyle/>
          <a:p>
            <a:pPr>
              <a:lnSpc>
                <a:spcPct val="126875"/>
              </a:lnSpc>
            </a:pPr>
            <a:r>
              <a:rPr lang="en-US" sz="2100" dirty="0">
                <a:solidFill>
                  <a:schemeClr val="tx1">
                    <a:lumMod val="85000"/>
                    <a:lumOff val="15000"/>
                  </a:schemeClr>
                </a:solidFill>
                <a:latin typeface="Arial" pitchFamily="34" charset="0"/>
                <a:ea typeface="Arial" pitchFamily="34" charset="-122"/>
                <a:cs typeface="Arial" pitchFamily="34" charset="-120"/>
              </a:rPr>
              <a:t>Uber's 2019 acquisition of Careem — the largest tech exit the region had seen.</a:t>
            </a:r>
            <a:endParaRPr lang="en-US" sz="2100" dirty="0">
              <a:solidFill>
                <a:schemeClr val="tx1">
                  <a:lumMod val="85000"/>
                  <a:lumOff val="15000"/>
                </a:schemeClr>
              </a:solidFill>
            </a:endParaRPr>
          </a:p>
        </p:txBody>
      </p:sp>
      <p:sp>
        <p:nvSpPr>
          <p:cNvPr id="5" name="Text 3"/>
          <p:cNvSpPr/>
          <p:nvPr/>
        </p:nvSpPr>
        <p:spPr>
          <a:xfrm>
            <a:off x="762001" y="3249814"/>
            <a:ext cx="8829675" cy="660400"/>
          </a:xfrm>
          <a:prstGeom prst="rect">
            <a:avLst/>
          </a:prstGeom>
          <a:noFill/>
          <a:ln/>
        </p:spPr>
        <p:txBody>
          <a:bodyPr wrap="square" lIns="16933" tIns="16933" rIns="16933" bIns="16933" rtlCol="0" anchor="t">
            <a:normAutofit/>
          </a:bodyPr>
          <a:lstStyle/>
          <a:p>
            <a:pPr>
              <a:lnSpc>
                <a:spcPct val="130263"/>
              </a:lnSpc>
            </a:pPr>
            <a:r>
              <a:rPr lang="en-US" sz="1650" dirty="0">
                <a:solidFill>
                  <a:schemeClr val="tx1">
                    <a:lumMod val="85000"/>
                    <a:lumOff val="15000"/>
                  </a:schemeClr>
                </a:solidFill>
                <a:latin typeface="Arial" pitchFamily="34" charset="0"/>
                <a:ea typeface="Arial" pitchFamily="34" charset="-122"/>
                <a:cs typeface="Arial" pitchFamily="34" charset="-120"/>
              </a:rPr>
              <a:t>Today Careem is a </a:t>
            </a:r>
            <a:r>
              <a:rPr lang="en-US" sz="1650" b="1" dirty="0">
                <a:solidFill>
                  <a:schemeClr val="tx1">
                    <a:lumMod val="85000"/>
                    <a:lumOff val="15000"/>
                  </a:schemeClr>
                </a:solidFill>
                <a:latin typeface="Arial" pitchFamily="34" charset="0"/>
                <a:ea typeface="Arial" pitchFamily="34" charset="-122"/>
                <a:cs typeface="Arial" pitchFamily="34" charset="-120"/>
              </a:rPr>
              <a:t>super app </a:t>
            </a:r>
            <a:r>
              <a:rPr lang="en-US" sz="1650" dirty="0">
                <a:solidFill>
                  <a:schemeClr val="tx1">
                    <a:lumMod val="85000"/>
                    <a:lumOff val="15000"/>
                  </a:schemeClr>
                </a:solidFill>
                <a:latin typeface="Arial" pitchFamily="34" charset="0"/>
                <a:ea typeface="Arial" pitchFamily="34" charset="-122"/>
                <a:cs typeface="Arial" pitchFamily="34" charset="-120"/>
              </a:rPr>
              <a:t>— rides, food, groceries, payments — and every one of those verticals shipping independently, because everyone is its own service.</a:t>
            </a:r>
            <a:endParaRPr lang="en-US" sz="1650" dirty="0">
              <a:solidFill>
                <a:schemeClr val="tx1">
                  <a:lumMod val="85000"/>
                  <a:lumOff val="15000"/>
                </a:schemeClr>
              </a:solidFill>
            </a:endParaRPr>
          </a:p>
        </p:txBody>
      </p:sp>
      <p:sp>
        <p:nvSpPr>
          <p:cNvPr id="6" name="Shape 4"/>
          <p:cNvSpPr/>
          <p:nvPr/>
        </p:nvSpPr>
        <p:spPr>
          <a:xfrm>
            <a:off x="762000" y="5139631"/>
            <a:ext cx="10668000" cy="6350"/>
          </a:xfrm>
          <a:prstGeom prst="rect">
            <a:avLst/>
          </a:prstGeom>
          <a:solidFill>
            <a:srgbClr val="FFFFFF">
              <a:alpha val="20000"/>
            </a:srgbClr>
          </a:solidFill>
          <a:ln/>
        </p:spPr>
        <p:txBody>
          <a:bodyPr/>
          <a:lstStyle/>
          <a:p>
            <a:endParaRPr lang="en-GB" sz="1200"/>
          </a:p>
        </p:txBody>
      </p:sp>
      <p:sp>
        <p:nvSpPr>
          <p:cNvPr id="7" name="Text 5"/>
          <p:cNvSpPr/>
          <p:nvPr/>
        </p:nvSpPr>
        <p:spPr>
          <a:xfrm>
            <a:off x="762000" y="5399981"/>
            <a:ext cx="10988040" cy="330200"/>
          </a:xfrm>
          <a:prstGeom prst="rect">
            <a:avLst/>
          </a:prstGeom>
          <a:noFill/>
          <a:ln/>
        </p:spPr>
        <p:txBody>
          <a:bodyPr wrap="square" lIns="16933" tIns="16933" rIns="16933" bIns="16933" rtlCol="0" anchor="t">
            <a:normAutofit lnSpcReduction="10000"/>
          </a:bodyPr>
          <a:lstStyle/>
          <a:p>
            <a:r>
              <a:rPr lang="en-US" sz="2100" i="1" dirty="0">
                <a:solidFill>
                  <a:schemeClr val="tx1">
                    <a:lumMod val="85000"/>
                    <a:lumOff val="15000"/>
                  </a:schemeClr>
                </a:solidFill>
                <a:latin typeface="Georgia" pitchFamily="34" charset="0"/>
                <a:ea typeface="Georgia" pitchFamily="34" charset="-122"/>
                <a:cs typeface="Georgia" pitchFamily="34" charset="-120"/>
              </a:rPr>
              <a:t>The architecture didn't just survive the growth. It enabled it.</a:t>
            </a:r>
            <a:endParaRPr lang="en-US" sz="2100" dirty="0">
              <a:solidFill>
                <a:schemeClr val="tx1">
                  <a:lumMod val="85000"/>
                  <a:lumOff val="15000"/>
                </a:schemeClr>
              </a:solidFill>
            </a:endParaRPr>
          </a:p>
        </p:txBody>
      </p:sp>
      <p:sp>
        <p:nvSpPr>
          <p:cNvPr id="9" name="Text 0">
            <a:extLst>
              <a:ext uri="{FF2B5EF4-FFF2-40B4-BE49-F238E27FC236}">
                <a16:creationId xmlns:a16="http://schemas.microsoft.com/office/drawing/2014/main" id="{6E17058C-2E23-5A89-14F9-AAF82760FA17}"/>
              </a:ext>
            </a:extLst>
          </p:cNvPr>
          <p:cNvSpPr/>
          <p:nvPr/>
        </p:nvSpPr>
        <p:spPr>
          <a:xfrm>
            <a:off x="762000" y="635000"/>
            <a:ext cx="11734800" cy="228600"/>
          </a:xfrm>
          <a:prstGeom prst="rect">
            <a:avLst/>
          </a:prstGeom>
          <a:noFill/>
          <a:ln/>
        </p:spPr>
        <p:txBody>
          <a:bodyPr wrap="square" lIns="16933" tIns="16933" rIns="16933" bIns="16933" rtlCol="0" anchor="t">
            <a:normAutofit/>
          </a:bodyPr>
          <a:lstStyle/>
          <a:p>
            <a:r>
              <a:rPr lang="en-US" sz="1200" kern="0" spc="216" dirty="0">
                <a:solidFill>
                  <a:srgbClr val="167A5B"/>
                </a:solidFill>
                <a:latin typeface="Courier New" pitchFamily="34" charset="0"/>
                <a:ea typeface="Courier New" pitchFamily="34" charset="-122"/>
                <a:cs typeface="Courier New" pitchFamily="34" charset="-120"/>
              </a:rPr>
              <a:t>A TRUE STORY · The Payoff</a:t>
            </a:r>
            <a:endParaRPr lang="en-US" sz="1200" dirty="0"/>
          </a:p>
        </p:txBody>
      </p:sp>
      <p:sp>
        <p:nvSpPr>
          <p:cNvPr id="10" name="Text 3">
            <a:extLst>
              <a:ext uri="{FF2B5EF4-FFF2-40B4-BE49-F238E27FC236}">
                <a16:creationId xmlns:a16="http://schemas.microsoft.com/office/drawing/2014/main" id="{0309A857-B866-3E35-7A83-F844B423369A}"/>
              </a:ext>
            </a:extLst>
          </p:cNvPr>
          <p:cNvSpPr/>
          <p:nvPr/>
        </p:nvSpPr>
        <p:spPr>
          <a:xfrm>
            <a:off x="762001" y="4113415"/>
            <a:ext cx="8829675" cy="660400"/>
          </a:xfrm>
          <a:prstGeom prst="rect">
            <a:avLst/>
          </a:prstGeom>
          <a:noFill/>
          <a:ln/>
        </p:spPr>
        <p:txBody>
          <a:bodyPr wrap="square" lIns="16933" tIns="16933" rIns="16933" bIns="16933" rtlCol="0" anchor="t">
            <a:normAutofit/>
          </a:bodyPr>
          <a:lstStyle/>
          <a:p>
            <a:pPr>
              <a:lnSpc>
                <a:spcPct val="130263"/>
              </a:lnSpc>
            </a:pPr>
            <a:r>
              <a:rPr lang="en-US" sz="1650" b="1" dirty="0">
                <a:solidFill>
                  <a:schemeClr val="tx1">
                    <a:lumMod val="85000"/>
                    <a:lumOff val="15000"/>
                  </a:schemeClr>
                </a:solidFill>
                <a:latin typeface="Arial" pitchFamily="34" charset="0"/>
                <a:ea typeface="Arial" pitchFamily="34" charset="-122"/>
                <a:cs typeface="Arial" pitchFamily="34" charset="-120"/>
              </a:rPr>
              <a:t>Yet! </a:t>
            </a:r>
            <a:r>
              <a:rPr lang="en-US" sz="1650" dirty="0">
                <a:solidFill>
                  <a:schemeClr val="tx1">
                    <a:lumMod val="85000"/>
                    <a:lumOff val="15000"/>
                  </a:schemeClr>
                </a:solidFill>
                <a:latin typeface="Arial" pitchFamily="34" charset="0"/>
                <a:ea typeface="Arial" pitchFamily="34" charset="-122"/>
                <a:cs typeface="Arial" pitchFamily="34" charset="-120"/>
              </a:rPr>
              <a:t>It is one system. Or more accurately, </a:t>
            </a:r>
            <a:r>
              <a:rPr lang="en-US" sz="1650" b="1" dirty="0">
                <a:solidFill>
                  <a:schemeClr val="tx1">
                    <a:lumMod val="85000"/>
                    <a:lumOff val="15000"/>
                  </a:schemeClr>
                </a:solidFill>
                <a:latin typeface="Arial" pitchFamily="34" charset="0"/>
                <a:ea typeface="Arial" pitchFamily="34" charset="-122"/>
                <a:cs typeface="Arial" pitchFamily="34" charset="-120"/>
              </a:rPr>
              <a:t>one ecosystem</a:t>
            </a:r>
            <a:r>
              <a:rPr lang="en-US" sz="1650" dirty="0">
                <a:solidFill>
                  <a:schemeClr val="tx1">
                    <a:lumMod val="85000"/>
                    <a:lumOff val="15000"/>
                  </a:schemeClr>
                </a:solidFill>
                <a:latin typeface="Arial" pitchFamily="34" charset="0"/>
                <a:ea typeface="Arial" pitchFamily="34" charset="-122"/>
                <a:cs typeface="Arial" pitchFamily="34" charset="-120"/>
              </a:rPr>
              <a:t>.</a:t>
            </a:r>
            <a:endParaRPr lang="en-US" sz="1650" dirty="0">
              <a:solidFill>
                <a:schemeClr val="tx1">
                  <a:lumMod val="85000"/>
                  <a:lumOff val="1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906000" y="571500"/>
            <a:ext cx="1676400" cy="1295400"/>
          </a:xfrm>
          <a:prstGeom prst="rect">
            <a:avLst/>
          </a:prstGeom>
          <a:noFill/>
          <a:ln/>
        </p:spPr>
        <p:txBody>
          <a:bodyPr wrap="square" lIns="16933" tIns="16933" rIns="16933" bIns="16933" rtlCol="0" anchor="t">
            <a:normAutofit fontScale="92500" lnSpcReduction="10000"/>
          </a:bodyPr>
          <a:lstStyle/>
          <a:p>
            <a:pPr>
              <a:lnSpc>
                <a:spcPct val="88106"/>
              </a:lnSpc>
            </a:pPr>
            <a:r>
              <a:rPr lang="en-US" sz="10001" dirty="0">
                <a:solidFill>
                  <a:srgbClr val="8FD4B8">
                    <a:alpha val="28000"/>
                  </a:srgbClr>
                </a:solidFill>
                <a:latin typeface="Courier New" pitchFamily="34" charset="0"/>
                <a:ea typeface="Courier New" pitchFamily="34" charset="-122"/>
                <a:cs typeface="Courier New" pitchFamily="34" charset="-120"/>
              </a:rPr>
              <a:t>01</a:t>
            </a:r>
            <a:endParaRPr lang="en-US" sz="10001" dirty="0"/>
          </a:p>
        </p:txBody>
      </p:sp>
      <p:sp>
        <p:nvSpPr>
          <p:cNvPr id="4" name="Text 2"/>
          <p:cNvSpPr/>
          <p:nvPr/>
        </p:nvSpPr>
        <p:spPr>
          <a:xfrm>
            <a:off x="762000" y="3429000"/>
            <a:ext cx="10892118" cy="1342033"/>
          </a:xfrm>
          <a:prstGeom prst="rect">
            <a:avLst/>
          </a:prstGeom>
          <a:noFill/>
          <a:ln/>
        </p:spPr>
        <p:txBody>
          <a:bodyPr wrap="square" lIns="16933" tIns="16933" rIns="16933" bIns="16933" rtlCol="0" anchor="t">
            <a:normAutofit fontScale="85000" lnSpcReduction="10000"/>
          </a:bodyPr>
          <a:lstStyle/>
          <a:p>
            <a:pPr>
              <a:lnSpc>
                <a:spcPct val="95119"/>
              </a:lnSpc>
            </a:pPr>
            <a:r>
              <a:rPr lang="en-US" sz="4800" b="1" dirty="0">
                <a:solidFill>
                  <a:schemeClr val="tx1">
                    <a:lumMod val="85000"/>
                    <a:lumOff val="15000"/>
                  </a:schemeClr>
                </a:solidFill>
                <a:latin typeface="Georgia" pitchFamily="34" charset="0"/>
                <a:ea typeface="Georgia" pitchFamily="34" charset="-122"/>
                <a:cs typeface="Georgia" pitchFamily="34" charset="-120"/>
              </a:rPr>
              <a:t>A philosophy, </a:t>
            </a:r>
            <a:r>
              <a:rPr lang="en-US" sz="4800" b="1" dirty="0">
                <a:solidFill>
                  <a:srgbClr val="167A5B"/>
                </a:solidFill>
                <a:latin typeface="Georgia" pitchFamily="34" charset="0"/>
                <a:ea typeface="Georgia" pitchFamily="34" charset="-122"/>
                <a:cs typeface="Georgia" pitchFamily="34" charset="-120"/>
              </a:rPr>
              <a:t>not just an architecture,</a:t>
            </a:r>
            <a:r>
              <a:rPr lang="en-US" sz="4800" b="1" dirty="0">
                <a:solidFill>
                  <a:schemeClr val="tx1">
                    <a:lumMod val="85000"/>
                    <a:lumOff val="15000"/>
                  </a:schemeClr>
                </a:solidFill>
                <a:latin typeface="Georgia" pitchFamily="34" charset="0"/>
                <a:ea typeface="Georgia" pitchFamily="34" charset="-122"/>
                <a:cs typeface="Georgia" pitchFamily="34" charset="-120"/>
              </a:rPr>
              <a:t> to solve Scale/Scope trap</a:t>
            </a:r>
            <a:endParaRPr lang="en-US" sz="4800" dirty="0">
              <a:solidFill>
                <a:srgbClr val="167A5B"/>
              </a:solidFill>
            </a:endParaRPr>
          </a:p>
        </p:txBody>
      </p:sp>
      <p:sp>
        <p:nvSpPr>
          <p:cNvPr id="7" name="Text 0">
            <a:extLst>
              <a:ext uri="{FF2B5EF4-FFF2-40B4-BE49-F238E27FC236}">
                <a16:creationId xmlns:a16="http://schemas.microsoft.com/office/drawing/2014/main" id="{471E9E78-BD8D-94AB-14B0-D4FB6CCAD43A}"/>
              </a:ext>
            </a:extLst>
          </p:cNvPr>
          <p:cNvSpPr/>
          <p:nvPr/>
        </p:nvSpPr>
        <p:spPr>
          <a:xfrm>
            <a:off x="762000" y="635000"/>
            <a:ext cx="11734800" cy="228600"/>
          </a:xfrm>
          <a:prstGeom prst="rect">
            <a:avLst/>
          </a:prstGeom>
          <a:noFill/>
          <a:ln/>
        </p:spPr>
        <p:txBody>
          <a:bodyPr wrap="square" lIns="16933" tIns="16933" rIns="16933" bIns="16933" rtlCol="0" anchor="t">
            <a:normAutofit/>
          </a:bodyPr>
          <a:lstStyle/>
          <a:p>
            <a:r>
              <a:rPr lang="en-US" sz="1200" kern="0" spc="216" dirty="0">
                <a:solidFill>
                  <a:srgbClr val="167A5B"/>
                </a:solidFill>
                <a:latin typeface="Courier New" pitchFamily="34" charset="0"/>
                <a:ea typeface="Courier New" pitchFamily="34" charset="-122"/>
                <a:cs typeface="Courier New" pitchFamily="34" charset="-120"/>
              </a:rPr>
              <a:t>Part One</a:t>
            </a:r>
            <a:endParaRPr lang="en-US" sz="1200" dirty="0"/>
          </a:p>
        </p:txBody>
      </p:sp>
      <p:sp>
        <p:nvSpPr>
          <p:cNvPr id="9" name="Text 1">
            <a:extLst>
              <a:ext uri="{FF2B5EF4-FFF2-40B4-BE49-F238E27FC236}">
                <a16:creationId xmlns:a16="http://schemas.microsoft.com/office/drawing/2014/main" id="{BEC462A2-7E1C-1929-D9B1-6E4F02071458}"/>
              </a:ext>
            </a:extLst>
          </p:cNvPr>
          <p:cNvSpPr/>
          <p:nvPr/>
        </p:nvSpPr>
        <p:spPr>
          <a:xfrm>
            <a:off x="762000" y="1028700"/>
            <a:ext cx="11734800" cy="486370"/>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Microservices</a:t>
            </a:r>
            <a:endParaRPr lang="en-US" sz="3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35000"/>
            <a:ext cx="11734800" cy="486370"/>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The monolith mindset vs the service mindset</a:t>
            </a:r>
            <a:endParaRPr lang="en-US" sz="3300" dirty="0"/>
          </a:p>
        </p:txBody>
      </p:sp>
      <p:sp>
        <p:nvSpPr>
          <p:cNvPr id="3" name="Shape 1"/>
          <p:cNvSpPr/>
          <p:nvPr/>
        </p:nvSpPr>
        <p:spPr>
          <a:xfrm>
            <a:off x="762000" y="1540470"/>
            <a:ext cx="10668000" cy="4682530"/>
          </a:xfrm>
          <a:prstGeom prst="roundRect">
            <a:avLst>
              <a:gd name="adj" fmla="val 2441"/>
            </a:avLst>
          </a:prstGeom>
          <a:ln w="19050">
            <a:solidFill>
              <a:srgbClr val="E4E5E1"/>
            </a:solidFill>
            <a:prstDash val="solid"/>
          </a:ln>
        </p:spPr>
        <p:txBody>
          <a:bodyPr/>
          <a:lstStyle/>
          <a:p>
            <a:endParaRPr lang="en-GB" sz="1200"/>
          </a:p>
        </p:txBody>
      </p:sp>
      <p:sp>
        <p:nvSpPr>
          <p:cNvPr id="4" name="Shape 2"/>
          <p:cNvSpPr/>
          <p:nvPr/>
        </p:nvSpPr>
        <p:spPr>
          <a:xfrm>
            <a:off x="774700" y="1553170"/>
            <a:ext cx="5321300" cy="4657130"/>
          </a:xfrm>
          <a:prstGeom prst="rect">
            <a:avLst/>
          </a:prstGeom>
          <a:solidFill>
            <a:srgbClr val="FFFFFF"/>
          </a:solidFill>
          <a:ln/>
        </p:spPr>
        <p:txBody>
          <a:bodyPr/>
          <a:lstStyle/>
          <a:p>
            <a:endParaRPr lang="en-GB" sz="1200"/>
          </a:p>
        </p:txBody>
      </p:sp>
      <p:sp>
        <p:nvSpPr>
          <p:cNvPr id="5" name="Shape 3"/>
          <p:cNvSpPr/>
          <p:nvPr/>
        </p:nvSpPr>
        <p:spPr>
          <a:xfrm>
            <a:off x="6083300" y="1553170"/>
            <a:ext cx="12700" cy="4657130"/>
          </a:xfrm>
          <a:prstGeom prst="rect">
            <a:avLst/>
          </a:prstGeom>
          <a:solidFill>
            <a:srgbClr val="E4E5E1"/>
          </a:solidFill>
          <a:ln/>
        </p:spPr>
        <p:txBody>
          <a:bodyPr/>
          <a:lstStyle/>
          <a:p>
            <a:endParaRPr lang="en-GB" sz="1200"/>
          </a:p>
        </p:txBody>
      </p:sp>
      <p:sp>
        <p:nvSpPr>
          <p:cNvPr id="6" name="Text 4"/>
          <p:cNvSpPr/>
          <p:nvPr/>
        </p:nvSpPr>
        <p:spPr>
          <a:xfrm>
            <a:off x="1130300" y="1857970"/>
            <a:ext cx="5057140" cy="419100"/>
          </a:xfrm>
          <a:prstGeom prst="rect">
            <a:avLst/>
          </a:prstGeom>
          <a:noFill/>
          <a:ln/>
        </p:spPr>
        <p:txBody>
          <a:bodyPr wrap="square" lIns="16933" tIns="16933" rIns="16933" bIns="16933" rtlCol="0" anchor="t">
            <a:noAutofit/>
          </a:bodyPr>
          <a:lstStyle/>
          <a:p>
            <a:r>
              <a:rPr lang="en-US" sz="2800" kern="0" spc="168" dirty="0">
                <a:solidFill>
                  <a:srgbClr val="5C635E"/>
                </a:solidFill>
                <a:latin typeface="Courier New" pitchFamily="34" charset="0"/>
                <a:ea typeface="Courier New" pitchFamily="34" charset="-122"/>
                <a:cs typeface="Courier New" pitchFamily="34" charset="-120"/>
              </a:rPr>
              <a:t>MONOLITH MINDSET</a:t>
            </a:r>
            <a:endParaRPr lang="en-US" sz="2800" dirty="0"/>
          </a:p>
        </p:txBody>
      </p:sp>
      <p:sp>
        <p:nvSpPr>
          <p:cNvPr id="7" name="Text 5"/>
          <p:cNvSpPr/>
          <p:nvPr/>
        </p:nvSpPr>
        <p:spPr>
          <a:xfrm>
            <a:off x="1130300" y="2395338"/>
            <a:ext cx="4860290" cy="325041"/>
          </a:xfrm>
          <a:prstGeom prst="rect">
            <a:avLst/>
          </a:prstGeom>
          <a:noFill/>
          <a:ln/>
        </p:spPr>
        <p:txBody>
          <a:bodyPr wrap="square" lIns="16933" tIns="16933" rIns="16933" bIns="16933" rtlCol="0" anchor="t">
            <a:normAutofit/>
          </a:bodyPr>
          <a:lstStyle/>
          <a:p>
            <a:pPr>
              <a:lnSpc>
                <a:spcPct val="121579"/>
              </a:lnSpc>
            </a:pPr>
            <a:r>
              <a:rPr lang="en-US" sz="1650" dirty="0">
                <a:solidFill>
                  <a:schemeClr val="tx1">
                    <a:lumMod val="85000"/>
                    <a:lumOff val="15000"/>
                  </a:schemeClr>
                </a:solidFill>
                <a:latin typeface="Arial" pitchFamily="34" charset="0"/>
                <a:ea typeface="Arial" pitchFamily="34" charset="-122"/>
                <a:cs typeface="Arial" pitchFamily="34" charset="-120"/>
              </a:rPr>
              <a:t>Build </a:t>
            </a:r>
            <a:r>
              <a:rPr lang="en-US" sz="1650" b="1" dirty="0">
                <a:solidFill>
                  <a:schemeClr val="tx1">
                    <a:lumMod val="85000"/>
                    <a:lumOff val="15000"/>
                  </a:schemeClr>
                </a:solidFill>
                <a:latin typeface="Arial" pitchFamily="34" charset="0"/>
                <a:ea typeface="Arial" pitchFamily="34" charset="-122"/>
                <a:cs typeface="Arial" pitchFamily="34" charset="-120"/>
              </a:rPr>
              <a:t>one system </a:t>
            </a:r>
            <a:r>
              <a:rPr lang="en-US" sz="1650" dirty="0">
                <a:solidFill>
                  <a:schemeClr val="tx1">
                    <a:lumMod val="85000"/>
                    <a:lumOff val="15000"/>
                  </a:schemeClr>
                </a:solidFill>
                <a:latin typeface="Arial" pitchFamily="34" charset="0"/>
                <a:ea typeface="Arial" pitchFamily="34" charset="-122"/>
                <a:cs typeface="Arial" pitchFamily="34" charset="-120"/>
              </a:rPr>
              <a:t>that does everything</a:t>
            </a:r>
            <a:endParaRPr lang="en-US" sz="1650" dirty="0">
              <a:solidFill>
                <a:schemeClr val="tx1">
                  <a:lumMod val="85000"/>
                  <a:lumOff val="15000"/>
                </a:schemeClr>
              </a:solidFill>
            </a:endParaRPr>
          </a:p>
        </p:txBody>
      </p:sp>
      <p:sp>
        <p:nvSpPr>
          <p:cNvPr id="8" name="Text 6"/>
          <p:cNvSpPr/>
          <p:nvPr/>
        </p:nvSpPr>
        <p:spPr>
          <a:xfrm>
            <a:off x="1130300" y="2910879"/>
            <a:ext cx="4860290" cy="325041"/>
          </a:xfrm>
          <a:prstGeom prst="rect">
            <a:avLst/>
          </a:prstGeom>
          <a:noFill/>
          <a:ln/>
        </p:spPr>
        <p:txBody>
          <a:bodyPr wrap="square" lIns="16933" tIns="16933" rIns="16933" bIns="16933" rtlCol="0" anchor="t">
            <a:normAutofit/>
          </a:bodyPr>
          <a:lstStyle/>
          <a:p>
            <a:pPr>
              <a:lnSpc>
                <a:spcPct val="121579"/>
              </a:lnSpc>
            </a:pPr>
            <a:r>
              <a:rPr lang="en-US" sz="1650" dirty="0">
                <a:solidFill>
                  <a:schemeClr val="tx1">
                    <a:lumMod val="85000"/>
                    <a:lumOff val="15000"/>
                  </a:schemeClr>
                </a:solidFill>
                <a:latin typeface="Arial" pitchFamily="34" charset="0"/>
                <a:ea typeface="Arial" pitchFamily="34" charset="-122"/>
                <a:cs typeface="Arial" pitchFamily="34" charset="-120"/>
              </a:rPr>
              <a:t>Share </a:t>
            </a:r>
            <a:r>
              <a:rPr lang="en-US" sz="1650" b="1" dirty="0">
                <a:solidFill>
                  <a:schemeClr val="tx1">
                    <a:lumMod val="85000"/>
                    <a:lumOff val="15000"/>
                  </a:schemeClr>
                </a:solidFill>
                <a:latin typeface="Arial" pitchFamily="34" charset="0"/>
                <a:ea typeface="Arial" pitchFamily="34" charset="-122"/>
                <a:cs typeface="Arial" pitchFamily="34" charset="-120"/>
              </a:rPr>
              <a:t>one database</a:t>
            </a:r>
            <a:r>
              <a:rPr lang="en-US" sz="1650" dirty="0">
                <a:solidFill>
                  <a:schemeClr val="tx1">
                    <a:lumMod val="85000"/>
                    <a:lumOff val="15000"/>
                  </a:schemeClr>
                </a:solidFill>
                <a:latin typeface="Arial" pitchFamily="34" charset="0"/>
                <a:ea typeface="Arial" pitchFamily="34" charset="-122"/>
                <a:cs typeface="Arial" pitchFamily="34" charset="-120"/>
              </a:rPr>
              <a:t>, one schema, one truth</a:t>
            </a:r>
            <a:endParaRPr lang="en-US" sz="1650" dirty="0">
              <a:solidFill>
                <a:schemeClr val="tx1">
                  <a:lumMod val="85000"/>
                  <a:lumOff val="15000"/>
                </a:schemeClr>
              </a:solidFill>
            </a:endParaRPr>
          </a:p>
        </p:txBody>
      </p:sp>
      <p:sp>
        <p:nvSpPr>
          <p:cNvPr id="9" name="Text 7"/>
          <p:cNvSpPr/>
          <p:nvPr/>
        </p:nvSpPr>
        <p:spPr>
          <a:xfrm>
            <a:off x="1130300" y="3426420"/>
            <a:ext cx="4860290" cy="325041"/>
          </a:xfrm>
          <a:prstGeom prst="rect">
            <a:avLst/>
          </a:prstGeom>
          <a:noFill/>
          <a:ln/>
        </p:spPr>
        <p:txBody>
          <a:bodyPr wrap="square" lIns="16933" tIns="16933" rIns="16933" bIns="16933" rtlCol="0" anchor="t">
            <a:normAutofit/>
          </a:bodyPr>
          <a:lstStyle/>
          <a:p>
            <a:pPr>
              <a:lnSpc>
                <a:spcPct val="121579"/>
              </a:lnSpc>
            </a:pPr>
            <a:r>
              <a:rPr lang="en-US" sz="1650" dirty="0">
                <a:solidFill>
                  <a:schemeClr val="tx1">
                    <a:lumMod val="85000"/>
                    <a:lumOff val="15000"/>
                  </a:schemeClr>
                </a:solidFill>
                <a:latin typeface="Arial" pitchFamily="34" charset="0"/>
                <a:ea typeface="Arial" pitchFamily="34" charset="-122"/>
                <a:cs typeface="Arial" pitchFamily="34" charset="-120"/>
              </a:rPr>
              <a:t>Pick </a:t>
            </a:r>
            <a:r>
              <a:rPr lang="en-US" sz="1650" b="1" dirty="0">
                <a:solidFill>
                  <a:schemeClr val="tx1">
                    <a:lumMod val="85000"/>
                    <a:lumOff val="15000"/>
                  </a:schemeClr>
                </a:solidFill>
                <a:latin typeface="Arial" pitchFamily="34" charset="0"/>
                <a:ea typeface="Arial" pitchFamily="34" charset="-122"/>
                <a:cs typeface="Arial" pitchFamily="34" charset="-120"/>
              </a:rPr>
              <a:t>one language </a:t>
            </a:r>
            <a:r>
              <a:rPr lang="en-US" sz="1650" dirty="0">
                <a:solidFill>
                  <a:schemeClr val="tx1">
                    <a:lumMod val="85000"/>
                    <a:lumOff val="15000"/>
                  </a:schemeClr>
                </a:solidFill>
                <a:latin typeface="Arial" pitchFamily="34" charset="0"/>
                <a:ea typeface="Arial" pitchFamily="34" charset="-122"/>
                <a:cs typeface="Arial" pitchFamily="34" charset="-120"/>
              </a:rPr>
              <a:t>for the whole company</a:t>
            </a:r>
            <a:endParaRPr lang="en-US" sz="1650" dirty="0">
              <a:solidFill>
                <a:schemeClr val="tx1">
                  <a:lumMod val="85000"/>
                  <a:lumOff val="15000"/>
                </a:schemeClr>
              </a:solidFill>
            </a:endParaRPr>
          </a:p>
        </p:txBody>
      </p:sp>
      <p:sp>
        <p:nvSpPr>
          <p:cNvPr id="10" name="Text 8"/>
          <p:cNvSpPr/>
          <p:nvPr/>
        </p:nvSpPr>
        <p:spPr>
          <a:xfrm>
            <a:off x="1130300" y="3941960"/>
            <a:ext cx="4860290" cy="325041"/>
          </a:xfrm>
          <a:prstGeom prst="rect">
            <a:avLst/>
          </a:prstGeom>
          <a:noFill/>
          <a:ln/>
        </p:spPr>
        <p:txBody>
          <a:bodyPr wrap="square" lIns="16933" tIns="16933" rIns="16933" bIns="16933" rtlCol="0" anchor="t">
            <a:normAutofit/>
          </a:bodyPr>
          <a:lstStyle/>
          <a:p>
            <a:pPr>
              <a:lnSpc>
                <a:spcPct val="121579"/>
              </a:lnSpc>
            </a:pPr>
            <a:r>
              <a:rPr lang="en-US" sz="1650" dirty="0">
                <a:solidFill>
                  <a:schemeClr val="tx1">
                    <a:lumMod val="85000"/>
                    <a:lumOff val="15000"/>
                  </a:schemeClr>
                </a:solidFill>
                <a:latin typeface="Arial" pitchFamily="34" charset="0"/>
                <a:ea typeface="Arial" pitchFamily="34" charset="-122"/>
                <a:cs typeface="Arial" pitchFamily="34" charset="-120"/>
              </a:rPr>
              <a:t>Release </a:t>
            </a:r>
            <a:r>
              <a:rPr lang="en-US" sz="1650" b="1" dirty="0">
                <a:solidFill>
                  <a:schemeClr val="tx1">
                    <a:lumMod val="85000"/>
                    <a:lumOff val="15000"/>
                  </a:schemeClr>
                </a:solidFill>
                <a:latin typeface="Arial" pitchFamily="34" charset="0"/>
                <a:ea typeface="Arial" pitchFamily="34" charset="-122"/>
                <a:cs typeface="Arial" pitchFamily="34" charset="-120"/>
              </a:rPr>
              <a:t>everything together</a:t>
            </a:r>
            <a:r>
              <a:rPr lang="en-US" sz="1650" dirty="0">
                <a:solidFill>
                  <a:schemeClr val="tx1">
                    <a:lumMod val="85000"/>
                    <a:lumOff val="15000"/>
                  </a:schemeClr>
                </a:solidFill>
                <a:latin typeface="Arial" pitchFamily="34" charset="0"/>
                <a:ea typeface="Arial" pitchFamily="34" charset="-122"/>
                <a:cs typeface="Arial" pitchFamily="34" charset="-120"/>
              </a:rPr>
              <a:t>, carefully</a:t>
            </a:r>
            <a:endParaRPr lang="en-US" sz="1650" dirty="0">
              <a:solidFill>
                <a:schemeClr val="tx1">
                  <a:lumMod val="85000"/>
                  <a:lumOff val="15000"/>
                </a:schemeClr>
              </a:solidFill>
            </a:endParaRPr>
          </a:p>
        </p:txBody>
      </p:sp>
      <p:sp>
        <p:nvSpPr>
          <p:cNvPr id="11" name="Text 9"/>
          <p:cNvSpPr/>
          <p:nvPr/>
        </p:nvSpPr>
        <p:spPr>
          <a:xfrm>
            <a:off x="1130300" y="4457501"/>
            <a:ext cx="4860290" cy="325041"/>
          </a:xfrm>
          <a:prstGeom prst="rect">
            <a:avLst/>
          </a:prstGeom>
          <a:noFill/>
          <a:ln/>
        </p:spPr>
        <p:txBody>
          <a:bodyPr wrap="square" lIns="16933" tIns="16933" rIns="16933" bIns="16933" rtlCol="0" anchor="t">
            <a:normAutofit/>
          </a:bodyPr>
          <a:lstStyle/>
          <a:p>
            <a:pPr>
              <a:lnSpc>
                <a:spcPct val="121579"/>
              </a:lnSpc>
            </a:pPr>
            <a:r>
              <a:rPr lang="en-US" sz="1650" dirty="0">
                <a:solidFill>
                  <a:schemeClr val="tx1">
                    <a:lumMod val="85000"/>
                    <a:lumOff val="15000"/>
                  </a:schemeClr>
                </a:solidFill>
                <a:latin typeface="Arial" pitchFamily="34" charset="0"/>
                <a:ea typeface="Arial" pitchFamily="34" charset="-122"/>
                <a:cs typeface="Arial" pitchFamily="34" charset="-120"/>
              </a:rPr>
              <a:t>Organize teams by </a:t>
            </a:r>
            <a:r>
              <a:rPr lang="en-US" sz="1650" b="1" dirty="0">
                <a:solidFill>
                  <a:schemeClr val="tx1">
                    <a:lumMod val="85000"/>
                    <a:lumOff val="15000"/>
                  </a:schemeClr>
                </a:solidFill>
                <a:latin typeface="Arial" pitchFamily="34" charset="0"/>
                <a:ea typeface="Arial" pitchFamily="34" charset="-122"/>
                <a:cs typeface="Arial" pitchFamily="34" charset="-120"/>
              </a:rPr>
              <a:t>layer:</a:t>
            </a:r>
            <a:r>
              <a:rPr lang="en-US" sz="1650" dirty="0">
                <a:solidFill>
                  <a:schemeClr val="tx1">
                    <a:lumMod val="85000"/>
                    <a:lumOff val="15000"/>
                  </a:schemeClr>
                </a:solidFill>
                <a:latin typeface="Arial" pitchFamily="34" charset="0"/>
                <a:ea typeface="Arial" pitchFamily="34" charset="-122"/>
                <a:cs typeface="Arial" pitchFamily="34" charset="-120"/>
              </a:rPr>
              <a:t> UI, Backend, Data</a:t>
            </a:r>
            <a:endParaRPr lang="en-US" sz="1650" dirty="0">
              <a:solidFill>
                <a:schemeClr val="tx1">
                  <a:lumMod val="85000"/>
                  <a:lumOff val="15000"/>
                </a:schemeClr>
              </a:solidFill>
            </a:endParaRPr>
          </a:p>
        </p:txBody>
      </p:sp>
      <p:sp>
        <p:nvSpPr>
          <p:cNvPr id="12" name="Shape 10"/>
          <p:cNvSpPr/>
          <p:nvPr/>
        </p:nvSpPr>
        <p:spPr>
          <a:xfrm>
            <a:off x="6096000" y="1553170"/>
            <a:ext cx="5321300" cy="4657130"/>
          </a:xfrm>
          <a:prstGeom prst="rect">
            <a:avLst/>
          </a:prstGeom>
          <a:solidFill>
            <a:srgbClr val="EBF3EF"/>
          </a:solidFill>
          <a:ln/>
        </p:spPr>
        <p:txBody>
          <a:bodyPr/>
          <a:lstStyle/>
          <a:p>
            <a:endParaRPr lang="en-GB" sz="1200"/>
          </a:p>
        </p:txBody>
      </p:sp>
      <p:sp>
        <p:nvSpPr>
          <p:cNvPr id="13" name="Text 11"/>
          <p:cNvSpPr/>
          <p:nvPr/>
        </p:nvSpPr>
        <p:spPr>
          <a:xfrm>
            <a:off x="6451600" y="1857970"/>
            <a:ext cx="5071110" cy="419100"/>
          </a:xfrm>
          <a:prstGeom prst="rect">
            <a:avLst/>
          </a:prstGeom>
          <a:noFill/>
          <a:ln/>
        </p:spPr>
        <p:txBody>
          <a:bodyPr wrap="square" lIns="16933" tIns="16933" rIns="16933" bIns="16933" rtlCol="0" anchor="t">
            <a:noAutofit/>
          </a:bodyPr>
          <a:lstStyle/>
          <a:p>
            <a:r>
              <a:rPr lang="en-US" sz="2800" kern="0" spc="168" dirty="0">
                <a:solidFill>
                  <a:srgbClr val="167A5B"/>
                </a:solidFill>
                <a:latin typeface="Courier New" pitchFamily="34" charset="0"/>
                <a:ea typeface="Courier New" pitchFamily="34" charset="-122"/>
                <a:cs typeface="Courier New" pitchFamily="34" charset="-120"/>
              </a:rPr>
              <a:t>SERVICE MINDSET</a:t>
            </a:r>
            <a:endParaRPr lang="en-US" sz="2800" dirty="0"/>
          </a:p>
        </p:txBody>
      </p:sp>
      <p:sp>
        <p:nvSpPr>
          <p:cNvPr id="14" name="Text 12"/>
          <p:cNvSpPr/>
          <p:nvPr/>
        </p:nvSpPr>
        <p:spPr>
          <a:xfrm>
            <a:off x="6451601" y="2395340"/>
            <a:ext cx="4952999" cy="515540"/>
          </a:xfrm>
          <a:prstGeom prst="rect">
            <a:avLst/>
          </a:prstGeom>
          <a:noFill/>
          <a:ln/>
        </p:spPr>
        <p:txBody>
          <a:bodyPr wrap="square" lIns="16933" tIns="16933" rIns="16933" bIns="16933" rtlCol="0" anchor="t">
            <a:normAutofit/>
          </a:bodyPr>
          <a:lstStyle/>
          <a:p>
            <a:pPr>
              <a:lnSpc>
                <a:spcPct val="121579"/>
              </a:lnSpc>
            </a:pPr>
            <a:r>
              <a:rPr lang="en-US" sz="1650" dirty="0">
                <a:solidFill>
                  <a:srgbClr val="1A1D1B"/>
                </a:solidFill>
                <a:latin typeface="Arial" pitchFamily="34" charset="0"/>
                <a:ea typeface="Arial" pitchFamily="34" charset="-122"/>
                <a:cs typeface="Arial" pitchFamily="34" charset="-120"/>
              </a:rPr>
              <a:t>Build </a:t>
            </a:r>
            <a:r>
              <a:rPr lang="en-US" sz="1650" b="1" dirty="0">
                <a:solidFill>
                  <a:srgbClr val="167A5B"/>
                </a:solidFill>
                <a:latin typeface="Arial" pitchFamily="34" charset="0"/>
                <a:ea typeface="Arial" pitchFamily="34" charset="-122"/>
                <a:cs typeface="Arial" pitchFamily="34" charset="-120"/>
              </a:rPr>
              <a:t>small systems</a:t>
            </a:r>
            <a:r>
              <a:rPr lang="en-US" sz="1650" dirty="0">
                <a:solidFill>
                  <a:srgbClr val="1A1D1B"/>
                </a:solidFill>
                <a:latin typeface="Arial" pitchFamily="34" charset="0"/>
                <a:ea typeface="Arial" pitchFamily="34" charset="-122"/>
                <a:cs typeface="Arial" pitchFamily="34" charset="-120"/>
              </a:rPr>
              <a:t>, each doing one thing well</a:t>
            </a:r>
            <a:endParaRPr lang="en-US" sz="1650" dirty="0"/>
          </a:p>
        </p:txBody>
      </p:sp>
      <p:sp>
        <p:nvSpPr>
          <p:cNvPr id="15" name="Text 13"/>
          <p:cNvSpPr/>
          <p:nvPr/>
        </p:nvSpPr>
        <p:spPr>
          <a:xfrm>
            <a:off x="6451600" y="2907255"/>
            <a:ext cx="4952999" cy="325041"/>
          </a:xfrm>
          <a:prstGeom prst="rect">
            <a:avLst/>
          </a:prstGeom>
          <a:noFill/>
          <a:ln/>
        </p:spPr>
        <p:txBody>
          <a:bodyPr wrap="square" lIns="16933" tIns="16933" rIns="16933" bIns="16933" rtlCol="0" anchor="t">
            <a:normAutofit/>
          </a:bodyPr>
          <a:lstStyle/>
          <a:p>
            <a:pPr>
              <a:lnSpc>
                <a:spcPct val="121579"/>
              </a:lnSpc>
            </a:pPr>
            <a:r>
              <a:rPr lang="en-US" sz="1650" dirty="0">
                <a:solidFill>
                  <a:srgbClr val="1A1D1B"/>
                </a:solidFill>
                <a:latin typeface="Arial" pitchFamily="34" charset="0"/>
                <a:ea typeface="Arial" pitchFamily="34" charset="-122"/>
                <a:cs typeface="Arial" pitchFamily="34" charset="-120"/>
              </a:rPr>
              <a:t>Each service </a:t>
            </a:r>
            <a:r>
              <a:rPr lang="en-US" sz="1650" b="1" dirty="0">
                <a:solidFill>
                  <a:srgbClr val="167A5B"/>
                </a:solidFill>
                <a:latin typeface="Arial" pitchFamily="34" charset="0"/>
                <a:ea typeface="Arial" pitchFamily="34" charset="-122"/>
                <a:cs typeface="Arial" pitchFamily="34" charset="-120"/>
              </a:rPr>
              <a:t>owns its own data</a:t>
            </a:r>
            <a:endParaRPr lang="en-US" sz="1650" dirty="0"/>
          </a:p>
        </p:txBody>
      </p:sp>
      <p:sp>
        <p:nvSpPr>
          <p:cNvPr id="16" name="Text 14"/>
          <p:cNvSpPr/>
          <p:nvPr/>
        </p:nvSpPr>
        <p:spPr>
          <a:xfrm>
            <a:off x="6451600" y="3422795"/>
            <a:ext cx="4952999" cy="325041"/>
          </a:xfrm>
          <a:prstGeom prst="rect">
            <a:avLst/>
          </a:prstGeom>
          <a:noFill/>
          <a:ln/>
        </p:spPr>
        <p:txBody>
          <a:bodyPr wrap="square" lIns="16933" tIns="16933" rIns="16933" bIns="16933" rtlCol="0" anchor="t">
            <a:normAutofit/>
          </a:bodyPr>
          <a:lstStyle/>
          <a:p>
            <a:pPr>
              <a:lnSpc>
                <a:spcPct val="121579"/>
              </a:lnSpc>
            </a:pPr>
            <a:r>
              <a:rPr lang="en-US" sz="1650" dirty="0">
                <a:solidFill>
                  <a:srgbClr val="1A1D1B"/>
                </a:solidFill>
                <a:latin typeface="Arial" pitchFamily="34" charset="0"/>
                <a:ea typeface="Arial" pitchFamily="34" charset="-122"/>
                <a:cs typeface="Arial" pitchFamily="34" charset="-120"/>
              </a:rPr>
              <a:t>Pick </a:t>
            </a:r>
            <a:r>
              <a:rPr lang="en-US" sz="1650" b="1" dirty="0">
                <a:solidFill>
                  <a:srgbClr val="167A5B"/>
                </a:solidFill>
                <a:latin typeface="Arial" pitchFamily="34" charset="0"/>
                <a:ea typeface="Arial" pitchFamily="34" charset="-122"/>
                <a:cs typeface="Arial" pitchFamily="34" charset="-120"/>
              </a:rPr>
              <a:t>the right tools per job</a:t>
            </a:r>
            <a:endParaRPr lang="en-US" sz="1650" dirty="0"/>
          </a:p>
        </p:txBody>
      </p:sp>
      <p:sp>
        <p:nvSpPr>
          <p:cNvPr id="17" name="Text 15"/>
          <p:cNvSpPr/>
          <p:nvPr/>
        </p:nvSpPr>
        <p:spPr>
          <a:xfrm>
            <a:off x="6451600" y="3938336"/>
            <a:ext cx="4952999" cy="325041"/>
          </a:xfrm>
          <a:prstGeom prst="rect">
            <a:avLst/>
          </a:prstGeom>
          <a:noFill/>
          <a:ln/>
        </p:spPr>
        <p:txBody>
          <a:bodyPr wrap="square" lIns="16933" tIns="16933" rIns="16933" bIns="16933" rtlCol="0" anchor="t">
            <a:normAutofit/>
          </a:bodyPr>
          <a:lstStyle/>
          <a:p>
            <a:pPr>
              <a:lnSpc>
                <a:spcPct val="121579"/>
              </a:lnSpc>
            </a:pPr>
            <a:r>
              <a:rPr lang="en-US" sz="1650" dirty="0">
                <a:solidFill>
                  <a:srgbClr val="1A1D1B"/>
                </a:solidFill>
                <a:latin typeface="Arial" pitchFamily="34" charset="0"/>
                <a:ea typeface="Arial" pitchFamily="34" charset="-122"/>
                <a:cs typeface="Arial" pitchFamily="34" charset="-120"/>
              </a:rPr>
              <a:t>Release </a:t>
            </a:r>
            <a:r>
              <a:rPr lang="en-US" sz="1650" b="1" dirty="0">
                <a:solidFill>
                  <a:srgbClr val="167A5B"/>
                </a:solidFill>
                <a:latin typeface="Arial" pitchFamily="34" charset="0"/>
                <a:ea typeface="Arial" pitchFamily="34" charset="-122"/>
                <a:cs typeface="Arial" pitchFamily="34" charset="-120"/>
              </a:rPr>
              <a:t>each piece independently</a:t>
            </a:r>
            <a:r>
              <a:rPr lang="en-US" sz="1650" dirty="0">
                <a:solidFill>
                  <a:srgbClr val="1A1D1B"/>
                </a:solidFill>
                <a:latin typeface="Arial" pitchFamily="34" charset="0"/>
                <a:ea typeface="Arial" pitchFamily="34" charset="-122"/>
                <a:cs typeface="Arial" pitchFamily="34" charset="-120"/>
              </a:rPr>
              <a:t>, constantly</a:t>
            </a:r>
            <a:endParaRPr lang="en-US" sz="1650" dirty="0"/>
          </a:p>
        </p:txBody>
      </p:sp>
      <p:sp>
        <p:nvSpPr>
          <p:cNvPr id="18" name="Text 16"/>
          <p:cNvSpPr/>
          <p:nvPr/>
        </p:nvSpPr>
        <p:spPr>
          <a:xfrm>
            <a:off x="6451601" y="4453877"/>
            <a:ext cx="4952998" cy="618331"/>
          </a:xfrm>
          <a:prstGeom prst="rect">
            <a:avLst/>
          </a:prstGeom>
          <a:noFill/>
          <a:ln/>
        </p:spPr>
        <p:txBody>
          <a:bodyPr wrap="square" lIns="16933" tIns="16933" rIns="16933" bIns="16933" rtlCol="0" anchor="t">
            <a:normAutofit lnSpcReduction="10000"/>
          </a:bodyPr>
          <a:lstStyle/>
          <a:p>
            <a:pPr>
              <a:lnSpc>
                <a:spcPct val="121579"/>
              </a:lnSpc>
            </a:pPr>
            <a:r>
              <a:rPr lang="en-US" sz="1650" dirty="0">
                <a:solidFill>
                  <a:srgbClr val="1A1D1B"/>
                </a:solidFill>
                <a:latin typeface="Arial" pitchFamily="34" charset="0"/>
                <a:ea typeface="Arial" pitchFamily="34" charset="-122"/>
                <a:cs typeface="Arial" pitchFamily="34" charset="-120"/>
              </a:rPr>
              <a:t>Organize teams by </a:t>
            </a:r>
            <a:r>
              <a:rPr lang="en-US" sz="1650" b="1" dirty="0">
                <a:solidFill>
                  <a:srgbClr val="167A5B"/>
                </a:solidFill>
                <a:latin typeface="Arial" pitchFamily="34" charset="0"/>
                <a:ea typeface="Arial" pitchFamily="34" charset="-122"/>
                <a:cs typeface="Arial" pitchFamily="34" charset="-120"/>
              </a:rPr>
              <a:t>business capability </a:t>
            </a:r>
            <a:r>
              <a:rPr lang="en-US" sz="1650" dirty="0">
                <a:solidFill>
                  <a:srgbClr val="1A1D1B"/>
                </a:solidFill>
                <a:latin typeface="Arial" pitchFamily="34" charset="0"/>
                <a:ea typeface="Arial" pitchFamily="34" charset="-122"/>
                <a:cs typeface="Arial" pitchFamily="34" charset="-120"/>
              </a:rPr>
              <a:t>like orders, payments, notifications, etc.</a:t>
            </a:r>
            <a:endParaRPr lang="en-US" sz="16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35000"/>
            <a:ext cx="11734800" cy="486370"/>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Each service owns its data, its stack, its fate</a:t>
            </a:r>
            <a:endParaRPr lang="en-US" sz="3300" dirty="0"/>
          </a:p>
        </p:txBody>
      </p:sp>
      <p:grpSp>
        <p:nvGrpSpPr>
          <p:cNvPr id="19" name="Group 18">
            <a:extLst>
              <a:ext uri="{FF2B5EF4-FFF2-40B4-BE49-F238E27FC236}">
                <a16:creationId xmlns:a16="http://schemas.microsoft.com/office/drawing/2014/main" id="{CACCD898-4472-9A11-97A6-8AFE59984DEF}"/>
              </a:ext>
            </a:extLst>
          </p:cNvPr>
          <p:cNvGrpSpPr/>
          <p:nvPr/>
        </p:nvGrpSpPr>
        <p:grpSpPr>
          <a:xfrm>
            <a:off x="762001" y="1603970"/>
            <a:ext cx="3369667" cy="4619030"/>
            <a:chOff x="762001" y="1603970"/>
            <a:chExt cx="3369667" cy="4619030"/>
          </a:xfrm>
        </p:grpSpPr>
        <p:sp>
          <p:nvSpPr>
            <p:cNvPr id="3" name="Shape 1"/>
            <p:cNvSpPr/>
            <p:nvPr/>
          </p:nvSpPr>
          <p:spPr>
            <a:xfrm>
              <a:off x="762001" y="1603970"/>
              <a:ext cx="3369667" cy="4619030"/>
            </a:xfrm>
            <a:prstGeom prst="roundRect">
              <a:avLst>
                <a:gd name="adj" fmla="val 3392"/>
              </a:avLst>
            </a:prstGeom>
            <a:solidFill>
              <a:srgbClr val="FFFFFF"/>
            </a:solidFill>
            <a:ln w="19050">
              <a:solidFill>
                <a:srgbClr val="E4E5E1"/>
              </a:solidFill>
              <a:prstDash val="solid"/>
            </a:ln>
          </p:spPr>
          <p:txBody>
            <a:bodyPr/>
            <a:lstStyle/>
            <a:p>
              <a:endParaRPr lang="en-GB" sz="1200"/>
            </a:p>
          </p:txBody>
        </p:sp>
        <p:sp>
          <p:nvSpPr>
            <p:cNvPr id="4" name="Shape 2"/>
            <p:cNvSpPr/>
            <p:nvPr/>
          </p:nvSpPr>
          <p:spPr>
            <a:xfrm>
              <a:off x="1104900" y="1946870"/>
              <a:ext cx="457200" cy="457200"/>
            </a:xfrm>
            <a:prstGeom prst="ellipse">
              <a:avLst/>
            </a:prstGeom>
            <a:solidFill>
              <a:srgbClr val="EBF3EF"/>
            </a:solidFill>
            <a:ln/>
          </p:spPr>
          <p:txBody>
            <a:bodyPr/>
            <a:lstStyle/>
            <a:p>
              <a:endParaRPr lang="en-GB" sz="1200"/>
            </a:p>
          </p:txBody>
        </p:sp>
        <p:sp>
          <p:nvSpPr>
            <p:cNvPr id="5" name="Text 3"/>
            <p:cNvSpPr/>
            <p:nvPr/>
          </p:nvSpPr>
          <p:spPr>
            <a:xfrm>
              <a:off x="1079500" y="1946870"/>
              <a:ext cx="508000" cy="482600"/>
            </a:xfrm>
            <a:prstGeom prst="rect">
              <a:avLst/>
            </a:prstGeom>
            <a:noFill/>
            <a:ln/>
          </p:spPr>
          <p:txBody>
            <a:bodyPr wrap="square" lIns="16933" tIns="16933" rIns="16933" bIns="16933" rtlCol="0" anchor="ctr">
              <a:normAutofit/>
            </a:bodyPr>
            <a:lstStyle/>
            <a:p>
              <a:pPr algn="ctr"/>
              <a:r>
                <a:rPr lang="en-US" sz="1500" dirty="0">
                  <a:solidFill>
                    <a:srgbClr val="167A5B"/>
                  </a:solidFill>
                  <a:latin typeface="Courier New" pitchFamily="34" charset="0"/>
                  <a:ea typeface="Courier New" pitchFamily="34" charset="-122"/>
                  <a:cs typeface="Courier New" pitchFamily="34" charset="-120"/>
                </a:rPr>
                <a:t>DB</a:t>
              </a:r>
              <a:endParaRPr lang="en-US" sz="1500" dirty="0"/>
            </a:p>
          </p:txBody>
        </p:sp>
        <p:sp>
          <p:nvSpPr>
            <p:cNvPr id="6" name="Text 4"/>
            <p:cNvSpPr/>
            <p:nvPr/>
          </p:nvSpPr>
          <p:spPr>
            <a:xfrm>
              <a:off x="1104900" y="2569170"/>
              <a:ext cx="2952254" cy="345381"/>
            </a:xfrm>
            <a:prstGeom prst="rect">
              <a:avLst/>
            </a:prstGeom>
            <a:noFill/>
            <a:ln/>
          </p:spPr>
          <p:txBody>
            <a:bodyPr wrap="square" lIns="16933" tIns="16933" rIns="16933" bIns="16933" rtlCol="0" anchor="t">
              <a:normAutofit lnSpcReduction="10000"/>
            </a:bodyPr>
            <a:lstStyle/>
            <a:p>
              <a:pPr>
                <a:lnSpc>
                  <a:spcPct val="105000"/>
                </a:lnSpc>
              </a:pPr>
              <a:r>
                <a:rPr lang="en-US" sz="2100" b="1" dirty="0">
                  <a:solidFill>
                    <a:srgbClr val="1A1D1B"/>
                  </a:solidFill>
                  <a:latin typeface="Arial" pitchFamily="34" charset="0"/>
                  <a:ea typeface="Arial" pitchFamily="34" charset="-122"/>
                  <a:cs typeface="Arial" pitchFamily="34" charset="-120"/>
                </a:rPr>
                <a:t>Its data</a:t>
              </a:r>
              <a:endParaRPr lang="en-US" sz="2100" dirty="0"/>
            </a:p>
          </p:txBody>
        </p:sp>
      </p:grpSp>
      <p:sp>
        <p:nvSpPr>
          <p:cNvPr id="7" name="Text 5"/>
          <p:cNvSpPr/>
          <p:nvPr/>
        </p:nvSpPr>
        <p:spPr>
          <a:xfrm>
            <a:off x="1104901" y="3054251"/>
            <a:ext cx="2764383" cy="1276350"/>
          </a:xfrm>
          <a:prstGeom prst="rect">
            <a:avLst/>
          </a:prstGeom>
          <a:noFill/>
          <a:ln/>
        </p:spPr>
        <p:txBody>
          <a:bodyPr wrap="square" lIns="16933" tIns="16933" rIns="16933" bIns="16933" rtlCol="0" anchor="t">
            <a:normAutofit/>
          </a:bodyPr>
          <a:lstStyle/>
          <a:p>
            <a:pPr>
              <a:lnSpc>
                <a:spcPct val="125806"/>
              </a:lnSpc>
            </a:pPr>
            <a:r>
              <a:rPr lang="en-US" sz="1300" dirty="0">
                <a:solidFill>
                  <a:srgbClr val="5C635E"/>
                </a:solidFill>
                <a:latin typeface="Arial" pitchFamily="34" charset="0"/>
                <a:ea typeface="Arial" pitchFamily="34" charset="-122"/>
                <a:cs typeface="Arial" pitchFamily="34" charset="-120"/>
              </a:rPr>
              <a:t>Nobody else queries your tables. Other services must </a:t>
            </a:r>
            <a:r>
              <a:rPr lang="en-US" sz="1300" b="1" dirty="0">
                <a:solidFill>
                  <a:srgbClr val="1A1D1B"/>
                </a:solidFill>
                <a:latin typeface="Arial" pitchFamily="34" charset="0"/>
                <a:ea typeface="Arial" pitchFamily="34" charset="-122"/>
                <a:cs typeface="Arial" pitchFamily="34" charset="-120"/>
              </a:rPr>
              <a:t>ask through your API </a:t>
            </a:r>
            <a:r>
              <a:rPr lang="en-US" sz="1300" dirty="0">
                <a:solidFill>
                  <a:srgbClr val="5C635E"/>
                </a:solidFill>
                <a:latin typeface="Arial" pitchFamily="34" charset="0"/>
                <a:ea typeface="Arial" pitchFamily="34" charset="-122"/>
                <a:cs typeface="Arial" pitchFamily="34" charset="-120"/>
              </a:rPr>
              <a:t>. The database is an implementation detail, not a contract.</a:t>
            </a:r>
            <a:endParaRPr lang="en-US" sz="1300" dirty="0"/>
          </a:p>
        </p:txBody>
      </p:sp>
      <p:grpSp>
        <p:nvGrpSpPr>
          <p:cNvPr id="20" name="Group 19">
            <a:extLst>
              <a:ext uri="{FF2B5EF4-FFF2-40B4-BE49-F238E27FC236}">
                <a16:creationId xmlns:a16="http://schemas.microsoft.com/office/drawing/2014/main" id="{54C11BD3-7BA2-5805-2817-C18E03C58DF1}"/>
              </a:ext>
            </a:extLst>
          </p:cNvPr>
          <p:cNvGrpSpPr/>
          <p:nvPr/>
        </p:nvGrpSpPr>
        <p:grpSpPr>
          <a:xfrm>
            <a:off x="4411067" y="1603970"/>
            <a:ext cx="3369767" cy="4619030"/>
            <a:chOff x="4411067" y="1603970"/>
            <a:chExt cx="3369767" cy="4619030"/>
          </a:xfrm>
        </p:grpSpPr>
        <p:sp>
          <p:nvSpPr>
            <p:cNvPr id="8" name="Shape 6"/>
            <p:cNvSpPr/>
            <p:nvPr/>
          </p:nvSpPr>
          <p:spPr>
            <a:xfrm>
              <a:off x="4411067" y="1603970"/>
              <a:ext cx="3369767" cy="4619030"/>
            </a:xfrm>
            <a:prstGeom prst="roundRect">
              <a:avLst>
                <a:gd name="adj" fmla="val 3392"/>
              </a:avLst>
            </a:prstGeom>
            <a:solidFill>
              <a:srgbClr val="FFFFFF"/>
            </a:solidFill>
            <a:ln w="19050">
              <a:solidFill>
                <a:srgbClr val="E4E5E1"/>
              </a:solidFill>
              <a:prstDash val="solid"/>
            </a:ln>
          </p:spPr>
          <p:txBody>
            <a:bodyPr/>
            <a:lstStyle/>
            <a:p>
              <a:endParaRPr lang="en-GB" sz="1200"/>
            </a:p>
          </p:txBody>
        </p:sp>
        <p:sp>
          <p:nvSpPr>
            <p:cNvPr id="9" name="Shape 7"/>
            <p:cNvSpPr/>
            <p:nvPr/>
          </p:nvSpPr>
          <p:spPr>
            <a:xfrm>
              <a:off x="4753967" y="1946870"/>
              <a:ext cx="457200" cy="457200"/>
            </a:xfrm>
            <a:prstGeom prst="ellipse">
              <a:avLst/>
            </a:prstGeom>
            <a:solidFill>
              <a:srgbClr val="EBF3EF"/>
            </a:solidFill>
            <a:ln/>
          </p:spPr>
          <p:txBody>
            <a:bodyPr/>
            <a:lstStyle/>
            <a:p>
              <a:endParaRPr lang="en-GB" sz="1200"/>
            </a:p>
          </p:txBody>
        </p:sp>
        <p:sp>
          <p:nvSpPr>
            <p:cNvPr id="10" name="Text 8"/>
            <p:cNvSpPr/>
            <p:nvPr/>
          </p:nvSpPr>
          <p:spPr>
            <a:xfrm>
              <a:off x="4728567" y="1946870"/>
              <a:ext cx="508000" cy="482600"/>
            </a:xfrm>
            <a:prstGeom prst="rect">
              <a:avLst/>
            </a:prstGeom>
            <a:noFill/>
            <a:ln/>
          </p:spPr>
          <p:txBody>
            <a:bodyPr wrap="square" lIns="16933" tIns="16933" rIns="16933" bIns="16933" rtlCol="0" anchor="ctr">
              <a:normAutofit/>
            </a:bodyPr>
            <a:lstStyle/>
            <a:p>
              <a:pPr algn="ctr"/>
              <a:r>
                <a:rPr lang="en-US" sz="1500" dirty="0">
                  <a:solidFill>
                    <a:srgbClr val="167A5B"/>
                  </a:solidFill>
                  <a:latin typeface="Courier New" pitchFamily="34" charset="0"/>
                  <a:ea typeface="Courier New" pitchFamily="34" charset="-122"/>
                  <a:cs typeface="Courier New" pitchFamily="34" charset="-120"/>
                </a:rPr>
                <a:t>{}</a:t>
              </a:r>
              <a:endParaRPr lang="en-US" sz="1500" dirty="0"/>
            </a:p>
          </p:txBody>
        </p:sp>
        <p:sp>
          <p:nvSpPr>
            <p:cNvPr id="11" name="Text 9"/>
            <p:cNvSpPr/>
            <p:nvPr/>
          </p:nvSpPr>
          <p:spPr>
            <a:xfrm>
              <a:off x="4753968" y="2569170"/>
              <a:ext cx="2952363" cy="345381"/>
            </a:xfrm>
            <a:prstGeom prst="rect">
              <a:avLst/>
            </a:prstGeom>
            <a:noFill/>
            <a:ln/>
          </p:spPr>
          <p:txBody>
            <a:bodyPr wrap="square" lIns="16933" tIns="16933" rIns="16933" bIns="16933" rtlCol="0" anchor="t">
              <a:normAutofit lnSpcReduction="10000"/>
            </a:bodyPr>
            <a:lstStyle/>
            <a:p>
              <a:pPr>
                <a:lnSpc>
                  <a:spcPct val="105000"/>
                </a:lnSpc>
              </a:pPr>
              <a:r>
                <a:rPr lang="en-US" sz="2100" b="1" dirty="0">
                  <a:solidFill>
                    <a:srgbClr val="1A1D1B"/>
                  </a:solidFill>
                  <a:latin typeface="Arial" pitchFamily="34" charset="0"/>
                  <a:ea typeface="Arial" pitchFamily="34" charset="-122"/>
                  <a:cs typeface="Arial" pitchFamily="34" charset="-120"/>
                </a:rPr>
                <a:t>Its stack</a:t>
              </a:r>
              <a:endParaRPr lang="en-US" sz="2100" dirty="0"/>
            </a:p>
          </p:txBody>
        </p:sp>
      </p:grpSp>
      <p:sp>
        <p:nvSpPr>
          <p:cNvPr id="12" name="Text 10"/>
          <p:cNvSpPr/>
          <p:nvPr/>
        </p:nvSpPr>
        <p:spPr>
          <a:xfrm>
            <a:off x="4753968" y="3054251"/>
            <a:ext cx="2764485" cy="1028700"/>
          </a:xfrm>
          <a:prstGeom prst="rect">
            <a:avLst/>
          </a:prstGeom>
          <a:noFill/>
          <a:ln/>
        </p:spPr>
        <p:txBody>
          <a:bodyPr wrap="square" lIns="16933" tIns="16933" rIns="16933" bIns="16933" rtlCol="0" anchor="t">
            <a:normAutofit fontScale="92500"/>
          </a:bodyPr>
          <a:lstStyle/>
          <a:p>
            <a:pPr>
              <a:lnSpc>
                <a:spcPct val="125806"/>
              </a:lnSpc>
            </a:pPr>
            <a:r>
              <a:rPr lang="en-US" sz="1300" dirty="0">
                <a:solidFill>
                  <a:srgbClr val="5C635E"/>
                </a:solidFill>
                <a:latin typeface="Arial" pitchFamily="34" charset="0"/>
                <a:ea typeface="Arial" pitchFamily="34" charset="-122"/>
                <a:cs typeface="Arial" pitchFamily="34" charset="-120"/>
              </a:rPr>
              <a:t>Java here, Python there, JavaScript over there. As long as you </a:t>
            </a:r>
            <a:r>
              <a:rPr lang="en-US" sz="1300" b="1" dirty="0">
                <a:solidFill>
                  <a:srgbClr val="1A1D1B"/>
                </a:solidFill>
                <a:latin typeface="Arial" pitchFamily="34" charset="0"/>
                <a:ea typeface="Arial" pitchFamily="34" charset="-122"/>
                <a:cs typeface="Arial" pitchFamily="34" charset="-120"/>
              </a:rPr>
              <a:t>speak HTTP or events </a:t>
            </a:r>
            <a:r>
              <a:rPr lang="en-US" sz="1300" dirty="0">
                <a:solidFill>
                  <a:srgbClr val="5C635E"/>
                </a:solidFill>
                <a:latin typeface="Arial" pitchFamily="34" charset="0"/>
                <a:ea typeface="Arial" pitchFamily="34" charset="-122"/>
                <a:cs typeface="Arial" pitchFamily="34" charset="-120"/>
              </a:rPr>
              <a:t>to communicate </a:t>
            </a:r>
            <a:r>
              <a:rPr lang="en-US" sz="1300" dirty="0" err="1">
                <a:solidFill>
                  <a:srgbClr val="5C635E"/>
                </a:solidFill>
                <a:latin typeface="Arial" pitchFamily="34" charset="0"/>
                <a:ea typeface="Arial" pitchFamily="34" charset="-122"/>
                <a:cs typeface="Arial" pitchFamily="34" charset="-120"/>
              </a:rPr>
              <a:t>externallly</a:t>
            </a:r>
            <a:r>
              <a:rPr lang="en-US" sz="1300" dirty="0">
                <a:solidFill>
                  <a:srgbClr val="5C635E"/>
                </a:solidFill>
                <a:latin typeface="Arial" pitchFamily="34" charset="0"/>
                <a:ea typeface="Arial" pitchFamily="34" charset="-122"/>
                <a:cs typeface="Arial" pitchFamily="34" charset="-120"/>
              </a:rPr>
              <a:t>, the internals are your business.</a:t>
            </a:r>
            <a:endParaRPr lang="en-US" sz="1300" dirty="0"/>
          </a:p>
        </p:txBody>
      </p:sp>
      <p:grpSp>
        <p:nvGrpSpPr>
          <p:cNvPr id="21" name="Group 20">
            <a:extLst>
              <a:ext uri="{FF2B5EF4-FFF2-40B4-BE49-F238E27FC236}">
                <a16:creationId xmlns:a16="http://schemas.microsoft.com/office/drawing/2014/main" id="{D13DFA82-D421-AC79-721A-68FE22F37D7F}"/>
              </a:ext>
            </a:extLst>
          </p:cNvPr>
          <p:cNvGrpSpPr/>
          <p:nvPr/>
        </p:nvGrpSpPr>
        <p:grpSpPr>
          <a:xfrm>
            <a:off x="8060233" y="1603970"/>
            <a:ext cx="3369767" cy="4619030"/>
            <a:chOff x="8060233" y="1603970"/>
            <a:chExt cx="3369767" cy="4619030"/>
          </a:xfrm>
        </p:grpSpPr>
        <p:sp>
          <p:nvSpPr>
            <p:cNvPr id="13" name="Shape 11"/>
            <p:cNvSpPr/>
            <p:nvPr/>
          </p:nvSpPr>
          <p:spPr>
            <a:xfrm>
              <a:off x="8060233" y="1603970"/>
              <a:ext cx="3369767" cy="4619030"/>
            </a:xfrm>
            <a:prstGeom prst="roundRect">
              <a:avLst>
                <a:gd name="adj" fmla="val 3392"/>
              </a:avLst>
            </a:prstGeom>
            <a:solidFill>
              <a:srgbClr val="FFFFFF"/>
            </a:solidFill>
            <a:ln w="19050">
              <a:solidFill>
                <a:srgbClr val="E4E5E1"/>
              </a:solidFill>
              <a:prstDash val="solid"/>
            </a:ln>
          </p:spPr>
          <p:txBody>
            <a:bodyPr/>
            <a:lstStyle/>
            <a:p>
              <a:endParaRPr lang="en-GB" sz="1200"/>
            </a:p>
          </p:txBody>
        </p:sp>
        <p:sp>
          <p:nvSpPr>
            <p:cNvPr id="14" name="Shape 12"/>
            <p:cNvSpPr/>
            <p:nvPr/>
          </p:nvSpPr>
          <p:spPr>
            <a:xfrm>
              <a:off x="8403133" y="1946870"/>
              <a:ext cx="457200" cy="457200"/>
            </a:xfrm>
            <a:prstGeom prst="ellipse">
              <a:avLst/>
            </a:prstGeom>
            <a:solidFill>
              <a:srgbClr val="EBF3EF"/>
            </a:solidFill>
            <a:ln/>
          </p:spPr>
          <p:txBody>
            <a:bodyPr/>
            <a:lstStyle/>
            <a:p>
              <a:endParaRPr lang="en-GB" sz="1200"/>
            </a:p>
          </p:txBody>
        </p:sp>
        <p:sp>
          <p:nvSpPr>
            <p:cNvPr id="15" name="Text 13"/>
            <p:cNvSpPr/>
            <p:nvPr/>
          </p:nvSpPr>
          <p:spPr>
            <a:xfrm>
              <a:off x="8377733" y="1946870"/>
              <a:ext cx="508000" cy="482600"/>
            </a:xfrm>
            <a:prstGeom prst="rect">
              <a:avLst/>
            </a:prstGeom>
            <a:noFill/>
            <a:ln/>
          </p:spPr>
          <p:txBody>
            <a:bodyPr wrap="square" lIns="16933" tIns="16933" rIns="16933" bIns="16933" rtlCol="0" anchor="ctr">
              <a:normAutofit/>
            </a:bodyPr>
            <a:lstStyle/>
            <a:p>
              <a:pPr algn="ctr"/>
              <a:r>
                <a:rPr lang="en-US" sz="1500" dirty="0">
                  <a:solidFill>
                    <a:srgbClr val="167A5B"/>
                  </a:solidFill>
                  <a:latin typeface="Courier New" pitchFamily="34" charset="0"/>
                  <a:ea typeface="Courier New" pitchFamily="34" charset="-122"/>
                  <a:cs typeface="Courier New" pitchFamily="34" charset="-120"/>
                </a:rPr>
                <a:t>↑</a:t>
              </a:r>
              <a:endParaRPr lang="en-US" sz="1500" dirty="0"/>
            </a:p>
          </p:txBody>
        </p:sp>
        <p:sp>
          <p:nvSpPr>
            <p:cNvPr id="16" name="Text 14"/>
            <p:cNvSpPr/>
            <p:nvPr/>
          </p:nvSpPr>
          <p:spPr>
            <a:xfrm>
              <a:off x="8403134" y="2569170"/>
              <a:ext cx="2952363" cy="345381"/>
            </a:xfrm>
            <a:prstGeom prst="rect">
              <a:avLst/>
            </a:prstGeom>
            <a:noFill/>
            <a:ln/>
          </p:spPr>
          <p:txBody>
            <a:bodyPr wrap="square" lIns="16933" tIns="16933" rIns="16933" bIns="16933" rtlCol="0" anchor="t">
              <a:normAutofit lnSpcReduction="10000"/>
            </a:bodyPr>
            <a:lstStyle/>
            <a:p>
              <a:pPr>
                <a:lnSpc>
                  <a:spcPct val="105000"/>
                </a:lnSpc>
              </a:pPr>
              <a:r>
                <a:rPr lang="en-US" sz="2100" b="1" dirty="0">
                  <a:solidFill>
                    <a:srgbClr val="1A1D1B"/>
                  </a:solidFill>
                  <a:latin typeface="Arial" pitchFamily="34" charset="0"/>
                  <a:ea typeface="Arial" pitchFamily="34" charset="-122"/>
                  <a:cs typeface="Arial" pitchFamily="34" charset="-120"/>
                </a:rPr>
                <a:t>Its fate</a:t>
              </a:r>
              <a:endParaRPr lang="en-US" sz="2100" dirty="0"/>
            </a:p>
          </p:txBody>
        </p:sp>
      </p:grpSp>
      <p:sp>
        <p:nvSpPr>
          <p:cNvPr id="17" name="Text 15"/>
          <p:cNvSpPr/>
          <p:nvPr/>
        </p:nvSpPr>
        <p:spPr>
          <a:xfrm>
            <a:off x="8403134" y="3054251"/>
            <a:ext cx="2764485" cy="1022350"/>
          </a:xfrm>
          <a:prstGeom prst="rect">
            <a:avLst/>
          </a:prstGeom>
          <a:noFill/>
          <a:ln/>
        </p:spPr>
        <p:txBody>
          <a:bodyPr wrap="square" lIns="16933" tIns="16933" rIns="16933" bIns="16933" rtlCol="0" anchor="t">
            <a:normAutofit/>
          </a:bodyPr>
          <a:lstStyle/>
          <a:p>
            <a:pPr>
              <a:lnSpc>
                <a:spcPct val="125806"/>
              </a:lnSpc>
            </a:pPr>
            <a:r>
              <a:rPr lang="en-US" sz="1300" dirty="0">
                <a:solidFill>
                  <a:srgbClr val="5C635E"/>
                </a:solidFill>
                <a:latin typeface="Arial" pitchFamily="34" charset="0"/>
                <a:ea typeface="Arial" pitchFamily="34" charset="-122"/>
                <a:cs typeface="Arial" pitchFamily="34" charset="-120"/>
              </a:rPr>
              <a:t>The team that builds it, runs it, deploys, scales, and gets paid for it. </a:t>
            </a:r>
            <a:r>
              <a:rPr lang="en-US" sz="1300" b="1" dirty="0">
                <a:solidFill>
                  <a:srgbClr val="1A1D1B"/>
                </a:solidFill>
                <a:latin typeface="Arial" pitchFamily="34" charset="0"/>
                <a:ea typeface="Arial" pitchFamily="34" charset="-122"/>
                <a:cs typeface="Arial" pitchFamily="34" charset="-120"/>
              </a:rPr>
              <a:t>“You build it, you run it.”</a:t>
            </a:r>
            <a:br>
              <a:rPr lang="en-US" sz="1300" dirty="0">
                <a:solidFill>
                  <a:srgbClr val="5C635E"/>
                </a:solidFill>
                <a:latin typeface="Arial" pitchFamily="34" charset="0"/>
                <a:ea typeface="Arial" pitchFamily="34" charset="-122"/>
                <a:cs typeface="Arial" pitchFamily="34" charset="-120"/>
              </a:rPr>
            </a:br>
            <a:r>
              <a:rPr lang="en-US" sz="1300" dirty="0">
                <a:solidFill>
                  <a:srgbClr val="5C635E"/>
                </a:solidFill>
                <a:latin typeface="Arial" pitchFamily="34" charset="0"/>
                <a:ea typeface="Arial" pitchFamily="34" charset="-122"/>
                <a:cs typeface="Arial" pitchFamily="34" charset="-120"/>
              </a:rPr>
              <a:t>Werner Vogels, Amazon CTO</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762000" y="1864419"/>
            <a:ext cx="9810750" cy="1865511"/>
          </a:xfrm>
          <a:prstGeom prst="rect">
            <a:avLst/>
          </a:prstGeom>
          <a:noFill/>
          <a:ln/>
        </p:spPr>
        <p:txBody>
          <a:bodyPr wrap="square" lIns="16933" tIns="16933" rIns="16933" bIns="16933" rtlCol="0" anchor="t">
            <a:normAutofit fontScale="92500"/>
          </a:bodyPr>
          <a:lstStyle/>
          <a:p>
            <a:pPr>
              <a:lnSpc>
                <a:spcPct val="101684"/>
              </a:lnSpc>
            </a:pPr>
            <a:r>
              <a:rPr lang="en-US" sz="4200" b="1" dirty="0">
                <a:solidFill>
                  <a:srgbClr val="167A5B"/>
                </a:solidFill>
                <a:latin typeface="Georgia" pitchFamily="34" charset="0"/>
                <a:ea typeface="Georgia" pitchFamily="34" charset="-122"/>
                <a:cs typeface="Georgia" pitchFamily="34" charset="-120"/>
              </a:rPr>
              <a:t>Small,</a:t>
            </a:r>
            <a:r>
              <a:rPr lang="en-US" sz="4200" b="1" dirty="0">
                <a:solidFill>
                  <a:srgbClr val="1A1D1B"/>
                </a:solidFill>
                <a:latin typeface="Georgia" pitchFamily="34" charset="0"/>
                <a:ea typeface="Georgia" pitchFamily="34" charset="-122"/>
                <a:cs typeface="Georgia" pitchFamily="34" charset="-120"/>
              </a:rPr>
              <a:t> </a:t>
            </a:r>
            <a:r>
              <a:rPr lang="en-US" sz="4200" b="1" dirty="0">
                <a:solidFill>
                  <a:srgbClr val="167A5B"/>
                </a:solidFill>
                <a:latin typeface="Georgia" pitchFamily="34" charset="0"/>
                <a:ea typeface="Georgia" pitchFamily="34" charset="-122"/>
                <a:cs typeface="Georgia" pitchFamily="34" charset="-120"/>
              </a:rPr>
              <a:t>loosely coupled,</a:t>
            </a:r>
            <a:r>
              <a:rPr lang="en-US" sz="4200" b="1" dirty="0">
                <a:solidFill>
                  <a:srgbClr val="1A1D1B"/>
                </a:solidFill>
                <a:latin typeface="Georgia" pitchFamily="34" charset="0"/>
                <a:ea typeface="Georgia" pitchFamily="34" charset="-122"/>
                <a:cs typeface="Georgia" pitchFamily="34" charset="-120"/>
              </a:rPr>
              <a:t> </a:t>
            </a:r>
            <a:r>
              <a:rPr lang="en-US" sz="4200" b="1" dirty="0">
                <a:solidFill>
                  <a:srgbClr val="167A5B"/>
                </a:solidFill>
                <a:latin typeface="Georgia" pitchFamily="34" charset="0"/>
                <a:ea typeface="Georgia" pitchFamily="34" charset="-122"/>
                <a:cs typeface="Georgia" pitchFamily="34" charset="-120"/>
              </a:rPr>
              <a:t>independently deployable </a:t>
            </a:r>
            <a:r>
              <a:rPr lang="en-US" sz="4200" b="1" dirty="0">
                <a:solidFill>
                  <a:srgbClr val="1A1D1B"/>
                </a:solidFill>
                <a:latin typeface="Georgia" pitchFamily="34" charset="0"/>
                <a:ea typeface="Georgia" pitchFamily="34" charset="-122"/>
                <a:cs typeface="Georgia" pitchFamily="34" charset="-120"/>
              </a:rPr>
              <a:t>services, each built around a business context.</a:t>
            </a:r>
            <a:endParaRPr lang="en-US" sz="4200" dirty="0"/>
          </a:p>
        </p:txBody>
      </p:sp>
      <p:sp>
        <p:nvSpPr>
          <p:cNvPr id="4" name="Shape 2"/>
          <p:cNvSpPr/>
          <p:nvPr/>
        </p:nvSpPr>
        <p:spPr>
          <a:xfrm>
            <a:off x="762000" y="4212531"/>
            <a:ext cx="2495550" cy="25400"/>
          </a:xfrm>
          <a:prstGeom prst="rect">
            <a:avLst/>
          </a:prstGeom>
          <a:solidFill>
            <a:srgbClr val="167A5B"/>
          </a:solidFill>
          <a:ln/>
        </p:spPr>
        <p:txBody>
          <a:bodyPr/>
          <a:lstStyle/>
          <a:p>
            <a:endParaRPr lang="en-GB" sz="1200"/>
          </a:p>
        </p:txBody>
      </p:sp>
      <p:sp>
        <p:nvSpPr>
          <p:cNvPr id="5" name="Text 3"/>
          <p:cNvSpPr/>
          <p:nvPr/>
        </p:nvSpPr>
        <p:spPr>
          <a:xfrm>
            <a:off x="762000" y="4415731"/>
            <a:ext cx="2745105" cy="266700"/>
          </a:xfrm>
          <a:prstGeom prst="rect">
            <a:avLst/>
          </a:prstGeom>
          <a:noFill/>
          <a:ln/>
        </p:spPr>
        <p:txBody>
          <a:bodyPr wrap="square" lIns="16933" tIns="16933" rIns="16933" bIns="16933" rtlCol="0" anchor="t">
            <a:normAutofit lnSpcReduction="10000"/>
          </a:bodyPr>
          <a:lstStyle/>
          <a:p>
            <a:r>
              <a:rPr lang="en-US" sz="1650" b="1" dirty="0">
                <a:solidFill>
                  <a:srgbClr val="1A1D1B"/>
                </a:solidFill>
                <a:latin typeface="Arial" pitchFamily="34" charset="0"/>
                <a:ea typeface="Arial" pitchFamily="34" charset="-122"/>
                <a:cs typeface="Arial" pitchFamily="34" charset="-120"/>
              </a:rPr>
              <a:t>Small</a:t>
            </a:r>
            <a:endParaRPr lang="en-US" sz="1650" dirty="0"/>
          </a:p>
        </p:txBody>
      </p:sp>
      <p:sp>
        <p:nvSpPr>
          <p:cNvPr id="6" name="Text 4"/>
          <p:cNvSpPr/>
          <p:nvPr/>
        </p:nvSpPr>
        <p:spPr>
          <a:xfrm>
            <a:off x="762000" y="4733231"/>
            <a:ext cx="2570417" cy="520700"/>
          </a:xfrm>
          <a:prstGeom prst="rect">
            <a:avLst/>
          </a:prstGeom>
          <a:noFill/>
          <a:ln/>
        </p:spPr>
        <p:txBody>
          <a:bodyPr wrap="square" lIns="16933" tIns="16933" rIns="16933" bIns="16933" rtlCol="0" anchor="t">
            <a:normAutofit/>
          </a:bodyPr>
          <a:lstStyle/>
          <a:p>
            <a:pPr>
              <a:lnSpc>
                <a:spcPct val="125806"/>
              </a:lnSpc>
            </a:pPr>
            <a:r>
              <a:rPr lang="en-US" sz="1300" dirty="0">
                <a:solidFill>
                  <a:srgbClr val="5C635E"/>
                </a:solidFill>
                <a:latin typeface="Arial" pitchFamily="34" charset="0"/>
                <a:ea typeface="Arial" pitchFamily="34" charset="-122"/>
                <a:cs typeface="Arial" pitchFamily="34" charset="-120"/>
              </a:rPr>
              <a:t>Fits in one team’s scope. Rewritable in weeks, not years.</a:t>
            </a:r>
            <a:endParaRPr lang="en-US" sz="1300" dirty="0"/>
          </a:p>
        </p:txBody>
      </p:sp>
      <p:sp>
        <p:nvSpPr>
          <p:cNvPr id="7" name="Shape 5"/>
          <p:cNvSpPr/>
          <p:nvPr/>
        </p:nvSpPr>
        <p:spPr>
          <a:xfrm>
            <a:off x="4624667" y="4212531"/>
            <a:ext cx="2495550" cy="25400"/>
          </a:xfrm>
          <a:prstGeom prst="rect">
            <a:avLst/>
          </a:prstGeom>
          <a:solidFill>
            <a:srgbClr val="167A5B"/>
          </a:solidFill>
          <a:ln/>
        </p:spPr>
        <p:txBody>
          <a:bodyPr/>
          <a:lstStyle/>
          <a:p>
            <a:endParaRPr lang="en-GB" sz="1200"/>
          </a:p>
        </p:txBody>
      </p:sp>
      <p:sp>
        <p:nvSpPr>
          <p:cNvPr id="8" name="Text 6"/>
          <p:cNvSpPr/>
          <p:nvPr/>
        </p:nvSpPr>
        <p:spPr>
          <a:xfrm>
            <a:off x="4624667" y="4415731"/>
            <a:ext cx="2745105" cy="266700"/>
          </a:xfrm>
          <a:prstGeom prst="rect">
            <a:avLst/>
          </a:prstGeom>
          <a:noFill/>
          <a:ln/>
        </p:spPr>
        <p:txBody>
          <a:bodyPr wrap="square" lIns="16933" tIns="16933" rIns="16933" bIns="16933" rtlCol="0" anchor="t">
            <a:normAutofit lnSpcReduction="10000"/>
          </a:bodyPr>
          <a:lstStyle/>
          <a:p>
            <a:r>
              <a:rPr lang="en-US" sz="1650" b="1" dirty="0">
                <a:solidFill>
                  <a:srgbClr val="1A1D1B"/>
                </a:solidFill>
                <a:latin typeface="Arial" pitchFamily="34" charset="0"/>
                <a:ea typeface="Arial" pitchFamily="34" charset="-122"/>
                <a:cs typeface="Arial" pitchFamily="34" charset="-120"/>
              </a:rPr>
              <a:t>Loosely coupled</a:t>
            </a:r>
            <a:endParaRPr lang="en-US" sz="1650" dirty="0"/>
          </a:p>
        </p:txBody>
      </p:sp>
      <p:sp>
        <p:nvSpPr>
          <p:cNvPr id="9" name="Text 7"/>
          <p:cNvSpPr/>
          <p:nvPr/>
        </p:nvSpPr>
        <p:spPr>
          <a:xfrm>
            <a:off x="4624667" y="4733231"/>
            <a:ext cx="2570417" cy="520700"/>
          </a:xfrm>
          <a:prstGeom prst="rect">
            <a:avLst/>
          </a:prstGeom>
          <a:noFill/>
          <a:ln/>
        </p:spPr>
        <p:txBody>
          <a:bodyPr wrap="square" lIns="16933" tIns="16933" rIns="16933" bIns="16933" rtlCol="0" anchor="t">
            <a:normAutofit/>
          </a:bodyPr>
          <a:lstStyle/>
          <a:p>
            <a:pPr>
              <a:lnSpc>
                <a:spcPct val="125806"/>
              </a:lnSpc>
            </a:pPr>
            <a:r>
              <a:rPr lang="en-US" sz="1300" dirty="0">
                <a:solidFill>
                  <a:srgbClr val="5C635E"/>
                </a:solidFill>
                <a:latin typeface="Arial" pitchFamily="34" charset="0"/>
                <a:ea typeface="Arial" pitchFamily="34" charset="-122"/>
                <a:cs typeface="Arial" pitchFamily="34" charset="-120"/>
              </a:rPr>
              <a:t>Talks through API calls and events. No shared internals.</a:t>
            </a:r>
            <a:endParaRPr lang="en-US" sz="1300" dirty="0"/>
          </a:p>
        </p:txBody>
      </p:sp>
      <p:sp>
        <p:nvSpPr>
          <p:cNvPr id="10" name="Shape 8"/>
          <p:cNvSpPr/>
          <p:nvPr/>
        </p:nvSpPr>
        <p:spPr>
          <a:xfrm>
            <a:off x="8412467" y="4212531"/>
            <a:ext cx="2495550" cy="25400"/>
          </a:xfrm>
          <a:prstGeom prst="rect">
            <a:avLst/>
          </a:prstGeom>
          <a:solidFill>
            <a:srgbClr val="167A5B"/>
          </a:solidFill>
          <a:ln/>
        </p:spPr>
        <p:txBody>
          <a:bodyPr/>
          <a:lstStyle/>
          <a:p>
            <a:endParaRPr lang="en-GB" sz="1200"/>
          </a:p>
        </p:txBody>
      </p:sp>
      <p:sp>
        <p:nvSpPr>
          <p:cNvPr id="11" name="Text 9"/>
          <p:cNvSpPr/>
          <p:nvPr/>
        </p:nvSpPr>
        <p:spPr>
          <a:xfrm>
            <a:off x="8412467" y="4415731"/>
            <a:ext cx="2745105" cy="266700"/>
          </a:xfrm>
          <a:prstGeom prst="rect">
            <a:avLst/>
          </a:prstGeom>
          <a:noFill/>
          <a:ln/>
        </p:spPr>
        <p:txBody>
          <a:bodyPr wrap="square" lIns="16933" tIns="16933" rIns="16933" bIns="16933" rtlCol="0" anchor="t">
            <a:normAutofit lnSpcReduction="10000"/>
          </a:bodyPr>
          <a:lstStyle/>
          <a:p>
            <a:r>
              <a:rPr lang="en-US" sz="1650" b="1" dirty="0">
                <a:solidFill>
                  <a:srgbClr val="1A1D1B"/>
                </a:solidFill>
                <a:latin typeface="Arial" pitchFamily="34" charset="0"/>
                <a:ea typeface="Arial" pitchFamily="34" charset="-122"/>
                <a:cs typeface="Arial" pitchFamily="34" charset="-120"/>
              </a:rPr>
              <a:t>Independently deployable</a:t>
            </a:r>
            <a:endParaRPr lang="en-US" sz="1650" dirty="0"/>
          </a:p>
        </p:txBody>
      </p:sp>
      <p:sp>
        <p:nvSpPr>
          <p:cNvPr id="12" name="Text 10"/>
          <p:cNvSpPr/>
          <p:nvPr/>
        </p:nvSpPr>
        <p:spPr>
          <a:xfrm>
            <a:off x="8412467" y="4733231"/>
            <a:ext cx="2570417" cy="768350"/>
          </a:xfrm>
          <a:prstGeom prst="rect">
            <a:avLst/>
          </a:prstGeom>
          <a:noFill/>
          <a:ln/>
        </p:spPr>
        <p:txBody>
          <a:bodyPr wrap="square" lIns="16933" tIns="16933" rIns="16933" bIns="16933" rtlCol="0" anchor="t">
            <a:normAutofit/>
          </a:bodyPr>
          <a:lstStyle/>
          <a:p>
            <a:pPr>
              <a:lnSpc>
                <a:spcPct val="125806"/>
              </a:lnSpc>
            </a:pPr>
            <a:r>
              <a:rPr lang="en-US" sz="1300" dirty="0">
                <a:solidFill>
                  <a:srgbClr val="5C635E"/>
                </a:solidFill>
                <a:latin typeface="Arial" pitchFamily="34" charset="0"/>
                <a:ea typeface="Arial" pitchFamily="34" charset="-122"/>
                <a:cs typeface="Arial" pitchFamily="34" charset="-120"/>
              </a:rPr>
              <a:t>Ships on its own schedule without asking anyone's permission.</a:t>
            </a:r>
            <a:endParaRPr lang="en-US" sz="1300" dirty="0"/>
          </a:p>
        </p:txBody>
      </p:sp>
      <p:sp>
        <p:nvSpPr>
          <p:cNvPr id="14" name="Text 12"/>
          <p:cNvSpPr/>
          <p:nvPr/>
        </p:nvSpPr>
        <p:spPr>
          <a:xfrm>
            <a:off x="762000" y="5501581"/>
            <a:ext cx="10742867" cy="520700"/>
          </a:xfrm>
          <a:prstGeom prst="rect">
            <a:avLst/>
          </a:prstGeom>
          <a:noFill/>
          <a:ln/>
        </p:spPr>
        <p:txBody>
          <a:bodyPr wrap="square" lIns="16933" tIns="16933" rIns="16933" bIns="16933" rtlCol="0" anchor="t">
            <a:normAutofit/>
          </a:bodyPr>
          <a:lstStyle/>
          <a:p>
            <a:r>
              <a:rPr lang="en-US" sz="1650" b="1" dirty="0">
                <a:solidFill>
                  <a:srgbClr val="1A1D1B"/>
                </a:solidFill>
                <a:latin typeface="Arial" pitchFamily="34" charset="0"/>
                <a:ea typeface="Arial" pitchFamily="34" charset="-122"/>
                <a:cs typeface="Arial" pitchFamily="34" charset="-120"/>
              </a:rPr>
              <a:t>Business context</a:t>
            </a:r>
            <a:r>
              <a:rPr lang="en-US" sz="1650" dirty="0">
                <a:solidFill>
                  <a:srgbClr val="1A1D1B"/>
                </a:solidFill>
                <a:latin typeface="Arial" pitchFamily="34" charset="0"/>
                <a:ea typeface="Arial" pitchFamily="34" charset="-122"/>
                <a:cs typeface="Arial" pitchFamily="34" charset="-120"/>
              </a:rPr>
              <a:t> means Rides, Payments, Delivery, </a:t>
            </a:r>
            <a:r>
              <a:rPr lang="en-US" sz="1650" i="1" u="sng" dirty="0">
                <a:solidFill>
                  <a:srgbClr val="1A1D1B"/>
                </a:solidFill>
                <a:latin typeface="Arial" pitchFamily="34" charset="0"/>
                <a:ea typeface="Arial" pitchFamily="34" charset="-122"/>
                <a:cs typeface="Arial" pitchFamily="34" charset="-120"/>
              </a:rPr>
              <a:t>NOT</a:t>
            </a:r>
            <a:r>
              <a:rPr lang="en-US" sz="1650" dirty="0">
                <a:solidFill>
                  <a:srgbClr val="1A1D1B"/>
                </a:solidFill>
                <a:latin typeface="Arial" pitchFamily="34" charset="0"/>
                <a:ea typeface="Arial" pitchFamily="34" charset="-122"/>
                <a:cs typeface="Arial" pitchFamily="34" charset="-120"/>
              </a:rPr>
              <a:t> SQL layer; </a:t>
            </a:r>
            <a:r>
              <a:rPr lang="en-US" sz="1650" i="1" u="sng" dirty="0">
                <a:solidFill>
                  <a:srgbClr val="1A1D1B"/>
                </a:solidFill>
                <a:latin typeface="Arial" pitchFamily="34" charset="0"/>
                <a:ea typeface="Arial" pitchFamily="34" charset="-122"/>
                <a:cs typeface="Arial" pitchFamily="34" charset="-120"/>
              </a:rPr>
              <a:t>NOT</a:t>
            </a:r>
            <a:r>
              <a:rPr lang="en-US" sz="1650" dirty="0">
                <a:solidFill>
                  <a:srgbClr val="1A1D1B"/>
                </a:solidFill>
                <a:latin typeface="Arial" pitchFamily="34" charset="0"/>
                <a:ea typeface="Arial" pitchFamily="34" charset="-122"/>
                <a:cs typeface="Arial" pitchFamily="34" charset="-120"/>
              </a:rPr>
              <a:t> controllers</a:t>
            </a:r>
            <a:endParaRPr lang="en-US" sz="1650" dirty="0"/>
          </a:p>
        </p:txBody>
      </p:sp>
      <p:sp>
        <p:nvSpPr>
          <p:cNvPr id="17" name="Text 0">
            <a:extLst>
              <a:ext uri="{FF2B5EF4-FFF2-40B4-BE49-F238E27FC236}">
                <a16:creationId xmlns:a16="http://schemas.microsoft.com/office/drawing/2014/main" id="{3BFFB29E-89AF-4996-A845-6417626C9736}"/>
              </a:ext>
            </a:extLst>
          </p:cNvPr>
          <p:cNvSpPr/>
          <p:nvPr/>
        </p:nvSpPr>
        <p:spPr>
          <a:xfrm>
            <a:off x="762000" y="635000"/>
            <a:ext cx="11734800" cy="228600"/>
          </a:xfrm>
          <a:prstGeom prst="rect">
            <a:avLst/>
          </a:prstGeom>
          <a:noFill/>
          <a:ln/>
        </p:spPr>
        <p:txBody>
          <a:bodyPr wrap="square" lIns="16933" tIns="16933" rIns="16933" bIns="16933" rtlCol="0" anchor="t">
            <a:normAutofit/>
          </a:bodyPr>
          <a:lstStyle/>
          <a:p>
            <a:r>
              <a:rPr lang="en-US" sz="1200" kern="0" spc="216" dirty="0">
                <a:solidFill>
                  <a:srgbClr val="167A5B"/>
                </a:solidFill>
                <a:latin typeface="Courier New" pitchFamily="34" charset="0"/>
                <a:ea typeface="Courier New" pitchFamily="34" charset="-122"/>
                <a:cs typeface="Courier New" pitchFamily="34" charset="-120"/>
              </a:rPr>
              <a:t>The Definition</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906000" y="571500"/>
            <a:ext cx="1676400" cy="1295400"/>
          </a:xfrm>
          <a:prstGeom prst="rect">
            <a:avLst/>
          </a:prstGeom>
          <a:noFill/>
          <a:ln/>
        </p:spPr>
        <p:txBody>
          <a:bodyPr wrap="square" lIns="16933" tIns="16933" rIns="16933" bIns="16933" rtlCol="0" anchor="t">
            <a:normAutofit fontScale="92500" lnSpcReduction="10000"/>
          </a:bodyPr>
          <a:lstStyle/>
          <a:p>
            <a:pPr>
              <a:lnSpc>
                <a:spcPct val="88106"/>
              </a:lnSpc>
            </a:pPr>
            <a:r>
              <a:rPr lang="en-US" sz="10001" dirty="0">
                <a:solidFill>
                  <a:srgbClr val="8FD4B8">
                    <a:alpha val="28000"/>
                  </a:srgbClr>
                </a:solidFill>
                <a:latin typeface="Courier New" pitchFamily="34" charset="0"/>
                <a:ea typeface="Courier New" pitchFamily="34" charset="-122"/>
                <a:cs typeface="Courier New" pitchFamily="34" charset="-120"/>
              </a:rPr>
              <a:t>02</a:t>
            </a:r>
            <a:endParaRPr lang="en-US" sz="10001" dirty="0"/>
          </a:p>
        </p:txBody>
      </p:sp>
      <p:sp>
        <p:nvSpPr>
          <p:cNvPr id="4" name="Text 2"/>
          <p:cNvSpPr/>
          <p:nvPr/>
        </p:nvSpPr>
        <p:spPr>
          <a:xfrm>
            <a:off x="762000" y="1102717"/>
            <a:ext cx="9156700" cy="764183"/>
          </a:xfrm>
          <a:prstGeom prst="rect">
            <a:avLst/>
          </a:prstGeom>
          <a:noFill/>
          <a:ln/>
        </p:spPr>
        <p:txBody>
          <a:bodyPr wrap="square" lIns="16933" tIns="16933" rIns="16933" bIns="16933" rtlCol="0" anchor="t">
            <a:normAutofit/>
          </a:bodyPr>
          <a:lstStyle/>
          <a:p>
            <a:pPr>
              <a:lnSpc>
                <a:spcPct val="95119"/>
              </a:lnSpc>
            </a:pPr>
            <a:r>
              <a:rPr lang="en-US" sz="4800" b="1" dirty="0">
                <a:solidFill>
                  <a:schemeClr val="tx1">
                    <a:lumMod val="85000"/>
                    <a:lumOff val="15000"/>
                  </a:schemeClr>
                </a:solidFill>
                <a:latin typeface="Georgia" pitchFamily="34" charset="0"/>
                <a:ea typeface="Georgia" pitchFamily="34" charset="-122"/>
                <a:cs typeface="Georgia" pitchFamily="34" charset="-120"/>
              </a:rPr>
              <a:t>What microservices </a:t>
            </a:r>
            <a:r>
              <a:rPr lang="en-US" sz="4800" b="1" dirty="0">
                <a:solidFill>
                  <a:srgbClr val="FF0000"/>
                </a:solidFill>
                <a:latin typeface="Georgia" pitchFamily="34" charset="0"/>
                <a:ea typeface="Georgia" pitchFamily="34" charset="-122"/>
                <a:cs typeface="Georgia" pitchFamily="34" charset="-120"/>
              </a:rPr>
              <a:t>are not</a:t>
            </a:r>
            <a:endParaRPr lang="en-US" sz="4800" dirty="0">
              <a:solidFill>
                <a:srgbClr val="FF0000"/>
              </a:solidFill>
            </a:endParaRPr>
          </a:p>
        </p:txBody>
      </p:sp>
      <p:sp>
        <p:nvSpPr>
          <p:cNvPr id="7" name="Text 0">
            <a:extLst>
              <a:ext uri="{FF2B5EF4-FFF2-40B4-BE49-F238E27FC236}">
                <a16:creationId xmlns:a16="http://schemas.microsoft.com/office/drawing/2014/main" id="{C4B87C0A-6A74-3FA6-B9D0-0A333E027D00}"/>
              </a:ext>
            </a:extLst>
          </p:cNvPr>
          <p:cNvSpPr/>
          <p:nvPr/>
        </p:nvSpPr>
        <p:spPr>
          <a:xfrm>
            <a:off x="762000" y="635000"/>
            <a:ext cx="10820400" cy="228600"/>
          </a:xfrm>
          <a:prstGeom prst="rect">
            <a:avLst/>
          </a:prstGeom>
          <a:noFill/>
          <a:ln/>
        </p:spPr>
        <p:txBody>
          <a:bodyPr wrap="square" lIns="16933" tIns="16933" rIns="16933" bIns="16933" rtlCol="0" anchor="t">
            <a:normAutofit/>
          </a:bodyPr>
          <a:lstStyle/>
          <a:p>
            <a:r>
              <a:rPr lang="en-US" sz="1200" kern="0" spc="216" dirty="0">
                <a:solidFill>
                  <a:srgbClr val="167A5B"/>
                </a:solidFill>
                <a:latin typeface="Courier New" pitchFamily="34" charset="0"/>
                <a:ea typeface="Courier New" pitchFamily="34" charset="-122"/>
                <a:cs typeface="Courier New" pitchFamily="34" charset="-120"/>
              </a:rPr>
              <a:t>Part Two</a:t>
            </a:r>
            <a:endParaRPr lang="en-US" sz="1200" dirty="0"/>
          </a:p>
        </p:txBody>
      </p:sp>
      <p:pic>
        <p:nvPicPr>
          <p:cNvPr id="8" name="Picture 7" descr="5 Myths About Gum Disease and Dental Implants">
            <a:extLst>
              <a:ext uri="{FF2B5EF4-FFF2-40B4-BE49-F238E27FC236}">
                <a16:creationId xmlns:a16="http://schemas.microsoft.com/office/drawing/2014/main" id="{53460F97-2F43-E40A-BD82-99FB9CA695FA}"/>
              </a:ext>
            </a:extLst>
          </p:cNvPr>
          <p:cNvPicPr>
            <a:picLocks noChangeAspect="1"/>
          </p:cNvPicPr>
          <p:nvPr/>
        </p:nvPicPr>
        <p:blipFill>
          <a:blip r:embed="rId3"/>
          <a:stretch>
            <a:fillRect/>
          </a:stretch>
        </p:blipFill>
        <p:spPr>
          <a:xfrm>
            <a:off x="2234184" y="1807867"/>
            <a:ext cx="7723632" cy="44151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62001" y="635000"/>
            <a:ext cx="1685131" cy="368300"/>
          </a:xfrm>
          <a:prstGeom prst="roundRect">
            <a:avLst>
              <a:gd name="adj" fmla="val 13793"/>
            </a:avLst>
          </a:prstGeom>
          <a:solidFill>
            <a:srgbClr val="F9ECEA"/>
          </a:solidFill>
          <a:ln/>
        </p:spPr>
        <p:txBody>
          <a:bodyPr/>
          <a:lstStyle/>
          <a:p>
            <a:endParaRPr lang="en-GB" sz="1200"/>
          </a:p>
        </p:txBody>
      </p:sp>
      <p:sp>
        <p:nvSpPr>
          <p:cNvPr id="3" name="Text 1"/>
          <p:cNvSpPr/>
          <p:nvPr/>
        </p:nvSpPr>
        <p:spPr>
          <a:xfrm>
            <a:off x="914401" y="711200"/>
            <a:ext cx="1431131" cy="241300"/>
          </a:xfrm>
          <a:prstGeom prst="rect">
            <a:avLst/>
          </a:prstGeom>
          <a:noFill/>
          <a:ln/>
        </p:spPr>
        <p:txBody>
          <a:bodyPr wrap="square" lIns="16933" tIns="16933" rIns="16933" bIns="16933" rtlCol="0" anchor="t">
            <a:normAutofit/>
          </a:bodyPr>
          <a:lstStyle/>
          <a:p>
            <a:r>
              <a:rPr lang="en-US" sz="1300" kern="0" spc="208" dirty="0">
                <a:solidFill>
                  <a:srgbClr val="B0483A"/>
                </a:solidFill>
                <a:latin typeface="Courier New" pitchFamily="34" charset="0"/>
                <a:ea typeface="Courier New" pitchFamily="34" charset="-122"/>
                <a:cs typeface="Courier New" pitchFamily="34" charset="-120"/>
              </a:rPr>
              <a:t>MYTH 1 OF 5</a:t>
            </a:r>
            <a:endParaRPr lang="en-US" sz="1300" dirty="0"/>
          </a:p>
        </p:txBody>
      </p:sp>
      <p:sp>
        <p:nvSpPr>
          <p:cNvPr id="4" name="Text 2"/>
          <p:cNvSpPr/>
          <p:nvPr/>
        </p:nvSpPr>
        <p:spPr>
          <a:xfrm>
            <a:off x="762000" y="1333500"/>
            <a:ext cx="10668000" cy="580331"/>
          </a:xfrm>
          <a:prstGeom prst="rect">
            <a:avLst/>
          </a:prstGeom>
          <a:noFill/>
          <a:ln/>
        </p:spPr>
        <p:txBody>
          <a:bodyPr wrap="square" lIns="16933" tIns="16933" rIns="16933" bIns="16933" rtlCol="0" anchor="t">
            <a:normAutofit lnSpcReduction="10000"/>
          </a:bodyPr>
          <a:lstStyle/>
          <a:p>
            <a:pPr>
              <a:lnSpc>
                <a:spcPct val="100460"/>
              </a:lnSpc>
            </a:pPr>
            <a:r>
              <a:rPr lang="en-US" sz="3800" i="1" dirty="0">
                <a:solidFill>
                  <a:srgbClr val="5C635E"/>
                </a:solidFill>
                <a:latin typeface="Georgia" pitchFamily="34" charset="0"/>
                <a:ea typeface="Georgia" pitchFamily="34" charset="-122"/>
                <a:cs typeface="Georgia" pitchFamily="34" charset="-120"/>
              </a:rPr>
              <a:t>“Microservices just means </a:t>
            </a:r>
            <a:r>
              <a:rPr lang="en-US" sz="3800" i="1" strike="sngStrike" dirty="0">
                <a:solidFill>
                  <a:srgbClr val="5C635E"/>
                </a:solidFill>
                <a:latin typeface="Georgia" pitchFamily="34" charset="0"/>
                <a:ea typeface="Georgia" pitchFamily="34" charset="-122"/>
                <a:cs typeface="Georgia" pitchFamily="34" charset="-120"/>
              </a:rPr>
              <a:t>small codebases</a:t>
            </a:r>
            <a:r>
              <a:rPr lang="en-US" sz="3800" i="1" dirty="0">
                <a:solidFill>
                  <a:srgbClr val="5C635E"/>
                </a:solidFill>
                <a:latin typeface="Georgia" pitchFamily="34" charset="0"/>
                <a:ea typeface="Georgia" pitchFamily="34" charset="-122"/>
                <a:cs typeface="Georgia" pitchFamily="34" charset="-120"/>
              </a:rPr>
              <a:t>.”</a:t>
            </a:r>
            <a:endParaRPr lang="en-US" sz="3800" dirty="0"/>
          </a:p>
        </p:txBody>
      </p:sp>
      <p:sp>
        <p:nvSpPr>
          <p:cNvPr id="5" name="Shape 3"/>
          <p:cNvSpPr/>
          <p:nvPr/>
        </p:nvSpPr>
        <p:spPr>
          <a:xfrm>
            <a:off x="762000" y="3429000"/>
            <a:ext cx="10668000" cy="2794000"/>
          </a:xfrm>
          <a:prstGeom prst="roundRect">
            <a:avLst>
              <a:gd name="adj" fmla="val 5229"/>
            </a:avLst>
          </a:prstGeom>
          <a:solidFill>
            <a:srgbClr val="EBF3EF"/>
          </a:solidFill>
          <a:ln/>
        </p:spPr>
        <p:txBody>
          <a:bodyPr/>
          <a:lstStyle/>
          <a:p>
            <a:endParaRPr lang="en-GB" sz="1200"/>
          </a:p>
        </p:txBody>
      </p:sp>
      <p:sp>
        <p:nvSpPr>
          <p:cNvPr id="7" name="Text 5"/>
          <p:cNvSpPr/>
          <p:nvPr/>
        </p:nvSpPr>
        <p:spPr>
          <a:xfrm>
            <a:off x="914401" y="4610100"/>
            <a:ext cx="10426758" cy="660400"/>
          </a:xfrm>
          <a:prstGeom prst="rect">
            <a:avLst/>
          </a:prstGeom>
          <a:noFill/>
          <a:ln/>
        </p:spPr>
        <p:txBody>
          <a:bodyPr wrap="square" lIns="16933" tIns="16933" rIns="16933" bIns="16933" rtlCol="0" anchor="t">
            <a:normAutofit fontScale="92500" lnSpcReduction="10000"/>
          </a:bodyPr>
          <a:lstStyle/>
          <a:p>
            <a:pPr>
              <a:lnSpc>
                <a:spcPct val="130263"/>
              </a:lnSpc>
            </a:pPr>
            <a:r>
              <a:rPr lang="en-US" b="1" dirty="0">
                <a:solidFill>
                  <a:srgbClr val="1A1D1B"/>
                </a:solidFill>
                <a:latin typeface="Arial" pitchFamily="34" charset="0"/>
                <a:ea typeface="Arial" pitchFamily="34" charset="-122"/>
                <a:cs typeface="Arial" pitchFamily="34" charset="-120"/>
              </a:rPr>
              <a:t>“Micro” measures responsibility, not lines of code. </a:t>
            </a:r>
            <a:r>
              <a:rPr lang="en-US" dirty="0">
                <a:solidFill>
                  <a:srgbClr val="1A1D1B"/>
                </a:solidFill>
                <a:latin typeface="Arial" pitchFamily="34" charset="0"/>
                <a:ea typeface="Arial" pitchFamily="34" charset="-122"/>
                <a:cs typeface="Arial" pitchFamily="34" charset="-120"/>
              </a:rPr>
              <a:t>A service is sized by its </a:t>
            </a:r>
            <a:r>
              <a:rPr lang="en-US" i="1" dirty="0">
                <a:solidFill>
                  <a:srgbClr val="1A1D1B"/>
                </a:solidFill>
                <a:latin typeface="Arial" pitchFamily="34" charset="0"/>
                <a:ea typeface="Arial" pitchFamily="34" charset="-122"/>
                <a:cs typeface="Arial" pitchFamily="34" charset="-120"/>
              </a:rPr>
              <a:t>bounded context </a:t>
            </a:r>
            <a:r>
              <a:rPr lang="en-US" dirty="0">
                <a:solidFill>
                  <a:srgbClr val="1A1D1B"/>
                </a:solidFill>
                <a:latin typeface="Arial" pitchFamily="34" charset="0"/>
                <a:ea typeface="Arial" pitchFamily="34" charset="-122"/>
                <a:cs typeface="Arial" pitchFamily="34" charset="-120"/>
              </a:rPr>
              <a:t>— one business capability, one team, one reason to change.</a:t>
            </a:r>
            <a:endParaRPr lang="en-US" dirty="0"/>
          </a:p>
        </p:txBody>
      </p:sp>
      <p:sp>
        <p:nvSpPr>
          <p:cNvPr id="8" name="Text 6"/>
          <p:cNvSpPr/>
          <p:nvPr/>
        </p:nvSpPr>
        <p:spPr>
          <a:xfrm>
            <a:off x="914401" y="5397500"/>
            <a:ext cx="10426758" cy="749300"/>
          </a:xfrm>
          <a:prstGeom prst="rect">
            <a:avLst/>
          </a:prstGeom>
          <a:noFill/>
          <a:ln/>
        </p:spPr>
        <p:txBody>
          <a:bodyPr wrap="square" lIns="16933" tIns="16933" rIns="16933" bIns="16933" rtlCol="0" anchor="t">
            <a:normAutofit/>
          </a:bodyPr>
          <a:lstStyle/>
          <a:p>
            <a:pPr marL="285750" indent="-285750">
              <a:lnSpc>
                <a:spcPct val="125806"/>
              </a:lnSpc>
              <a:buFont typeface="Arial" panose="020B0604020202020204" pitchFamily="34" charset="0"/>
              <a:buChar char="•"/>
            </a:pPr>
            <a:r>
              <a:rPr lang="en-US" dirty="0">
                <a:solidFill>
                  <a:schemeClr val="tx1">
                    <a:lumMod val="85000"/>
                    <a:lumOff val="15000"/>
                  </a:schemeClr>
                </a:solidFill>
                <a:latin typeface="Arial" pitchFamily="34" charset="0"/>
                <a:ea typeface="Arial" pitchFamily="34" charset="-122"/>
                <a:cs typeface="Arial" pitchFamily="34" charset="-120"/>
              </a:rPr>
              <a:t>A payments service with 80k lines is a fine microservice.</a:t>
            </a:r>
          </a:p>
          <a:p>
            <a:pPr marL="285750" indent="-285750">
              <a:lnSpc>
                <a:spcPct val="125806"/>
              </a:lnSpc>
              <a:buFont typeface="Arial" panose="020B0604020202020204" pitchFamily="34" charset="0"/>
              <a:buChar char="•"/>
            </a:pPr>
            <a:r>
              <a:rPr lang="en-US" dirty="0">
                <a:solidFill>
                  <a:schemeClr val="tx1">
                    <a:lumMod val="85000"/>
                    <a:lumOff val="15000"/>
                  </a:schemeClr>
                </a:solidFill>
                <a:latin typeface="Arial" pitchFamily="34" charset="0"/>
                <a:ea typeface="Arial" pitchFamily="34" charset="-122"/>
                <a:cs typeface="Arial" pitchFamily="34" charset="-120"/>
              </a:rPr>
              <a:t>Two 500-line services that must always deploy together are a broken monolith.</a:t>
            </a:r>
            <a:endParaRPr lang="en-US" dirty="0">
              <a:solidFill>
                <a:schemeClr val="tx1">
                  <a:lumMod val="85000"/>
                  <a:lumOff val="15000"/>
                </a:schemeClr>
              </a:solidFill>
            </a:endParaRPr>
          </a:p>
        </p:txBody>
      </p:sp>
      <p:sp>
        <p:nvSpPr>
          <p:cNvPr id="10" name="Text 1">
            <a:extLst>
              <a:ext uri="{FF2B5EF4-FFF2-40B4-BE49-F238E27FC236}">
                <a16:creationId xmlns:a16="http://schemas.microsoft.com/office/drawing/2014/main" id="{687C9D84-8ACA-B3B2-A27F-D977EB00479C}"/>
              </a:ext>
            </a:extLst>
          </p:cNvPr>
          <p:cNvSpPr/>
          <p:nvPr/>
        </p:nvSpPr>
        <p:spPr>
          <a:xfrm>
            <a:off x="761999" y="2040831"/>
            <a:ext cx="10667999" cy="1689099"/>
          </a:xfrm>
          <a:prstGeom prst="rect">
            <a:avLst/>
          </a:prstGeom>
          <a:noFill/>
          <a:ln/>
        </p:spPr>
        <p:txBody>
          <a:bodyPr wrap="square" lIns="16933" tIns="16933" rIns="16933" bIns="16933" rtlCol="0" anchor="t">
            <a:normAutofit/>
          </a:bodyPr>
          <a:lstStyle/>
          <a:p>
            <a:pPr>
              <a:lnSpc>
                <a:spcPct val="101684"/>
              </a:lnSpc>
            </a:pPr>
            <a:r>
              <a:rPr lang="en-US" sz="3600" dirty="0">
                <a:solidFill>
                  <a:srgbClr val="1A1D1B"/>
                </a:solidFill>
                <a:latin typeface="Georgia" pitchFamily="34" charset="0"/>
                <a:ea typeface="Georgia" pitchFamily="34" charset="-122"/>
                <a:cs typeface="Georgia" pitchFamily="34" charset="-120"/>
              </a:rPr>
              <a:t>Word “micro” can be mistaken with small in size</a:t>
            </a:r>
            <a:endParaRPr lang="en-US" sz="3600" dirty="0"/>
          </a:p>
        </p:txBody>
      </p:sp>
      <p:sp>
        <p:nvSpPr>
          <p:cNvPr id="9" name="Text 4">
            <a:extLst>
              <a:ext uri="{FF2B5EF4-FFF2-40B4-BE49-F238E27FC236}">
                <a16:creationId xmlns:a16="http://schemas.microsoft.com/office/drawing/2014/main" id="{4DA04453-341B-1AFB-F475-A715A366C028}"/>
              </a:ext>
            </a:extLst>
          </p:cNvPr>
          <p:cNvSpPr/>
          <p:nvPr/>
        </p:nvSpPr>
        <p:spPr>
          <a:xfrm>
            <a:off x="1202577" y="3729930"/>
            <a:ext cx="2489110" cy="660400"/>
          </a:xfrm>
          <a:prstGeom prst="rect">
            <a:avLst/>
          </a:prstGeom>
          <a:noFill/>
          <a:ln/>
        </p:spPr>
        <p:txBody>
          <a:bodyPr wrap="square" lIns="16933" tIns="16933" rIns="16933" bIns="16933" rtlCol="0" anchor="t">
            <a:normAutofit/>
          </a:bodyPr>
          <a:lstStyle/>
          <a:p>
            <a:r>
              <a:rPr lang="en-US" sz="3200" b="1" kern="0" spc="192" dirty="0">
                <a:solidFill>
                  <a:srgbClr val="167A5B"/>
                </a:solidFill>
                <a:latin typeface="Courier New" pitchFamily="34" charset="0"/>
                <a:ea typeface="Courier New" pitchFamily="34" charset="-122"/>
                <a:cs typeface="Courier New" pitchFamily="34" charset="-120"/>
              </a:rPr>
              <a:t>REALITY</a:t>
            </a:r>
            <a:endParaRPr 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62001" y="635000"/>
            <a:ext cx="1685131" cy="368300"/>
          </a:xfrm>
          <a:prstGeom prst="roundRect">
            <a:avLst>
              <a:gd name="adj" fmla="val 13793"/>
            </a:avLst>
          </a:prstGeom>
          <a:solidFill>
            <a:srgbClr val="F9ECEA"/>
          </a:solidFill>
          <a:ln/>
        </p:spPr>
        <p:txBody>
          <a:bodyPr/>
          <a:lstStyle/>
          <a:p>
            <a:endParaRPr lang="en-GB" sz="1200"/>
          </a:p>
        </p:txBody>
      </p:sp>
      <p:sp>
        <p:nvSpPr>
          <p:cNvPr id="3" name="Text 1"/>
          <p:cNvSpPr/>
          <p:nvPr/>
        </p:nvSpPr>
        <p:spPr>
          <a:xfrm>
            <a:off x="914401" y="711200"/>
            <a:ext cx="1431131" cy="241300"/>
          </a:xfrm>
          <a:prstGeom prst="rect">
            <a:avLst/>
          </a:prstGeom>
          <a:noFill/>
          <a:ln/>
        </p:spPr>
        <p:txBody>
          <a:bodyPr wrap="square" lIns="16933" tIns="16933" rIns="16933" bIns="16933" rtlCol="0" anchor="t">
            <a:normAutofit/>
          </a:bodyPr>
          <a:lstStyle/>
          <a:p>
            <a:r>
              <a:rPr lang="en-US" sz="1300" kern="0" spc="208" dirty="0">
                <a:solidFill>
                  <a:srgbClr val="B0483A"/>
                </a:solidFill>
                <a:latin typeface="Courier New" pitchFamily="34" charset="0"/>
                <a:ea typeface="Courier New" pitchFamily="34" charset="-122"/>
                <a:cs typeface="Courier New" pitchFamily="34" charset="-120"/>
              </a:rPr>
              <a:t>MYTH 2 OF 5</a:t>
            </a:r>
            <a:endParaRPr lang="en-US" sz="1300" dirty="0"/>
          </a:p>
        </p:txBody>
      </p:sp>
      <p:sp>
        <p:nvSpPr>
          <p:cNvPr id="4" name="Text 2"/>
          <p:cNvSpPr/>
          <p:nvPr/>
        </p:nvSpPr>
        <p:spPr>
          <a:xfrm>
            <a:off x="762000" y="1333500"/>
            <a:ext cx="10668000" cy="580331"/>
          </a:xfrm>
          <a:prstGeom prst="rect">
            <a:avLst/>
          </a:prstGeom>
          <a:noFill/>
          <a:ln/>
        </p:spPr>
        <p:txBody>
          <a:bodyPr wrap="square" lIns="16933" tIns="16933" rIns="16933" bIns="16933" rtlCol="0" anchor="t">
            <a:normAutofit lnSpcReduction="10000"/>
          </a:bodyPr>
          <a:lstStyle/>
          <a:p>
            <a:pPr>
              <a:lnSpc>
                <a:spcPct val="100460"/>
              </a:lnSpc>
            </a:pPr>
            <a:r>
              <a:rPr lang="en-US" sz="3800" i="1" dirty="0">
                <a:solidFill>
                  <a:srgbClr val="5C635E"/>
                </a:solidFill>
                <a:latin typeface="Georgia" pitchFamily="34" charset="0"/>
                <a:ea typeface="Georgia" pitchFamily="34" charset="-122"/>
                <a:cs typeface="Georgia" pitchFamily="34" charset="-120"/>
              </a:rPr>
              <a:t>“It's just </a:t>
            </a:r>
            <a:r>
              <a:rPr lang="en-US" sz="3800" i="1" strike="sngStrike" dirty="0">
                <a:solidFill>
                  <a:srgbClr val="5C635E"/>
                </a:solidFill>
                <a:latin typeface="Georgia" pitchFamily="34" charset="0"/>
                <a:ea typeface="Georgia" pitchFamily="34" charset="-122"/>
                <a:cs typeface="Georgia" pitchFamily="34" charset="-120"/>
              </a:rPr>
              <a:t>REST APIs</a:t>
            </a:r>
            <a:r>
              <a:rPr lang="en-US" sz="3800" i="1" dirty="0">
                <a:solidFill>
                  <a:srgbClr val="5C635E"/>
                </a:solidFill>
                <a:latin typeface="Georgia" pitchFamily="34" charset="0"/>
                <a:ea typeface="Georgia" pitchFamily="34" charset="-122"/>
                <a:cs typeface="Georgia" pitchFamily="34" charset="-120"/>
              </a:rPr>
              <a:t>.”</a:t>
            </a:r>
            <a:endParaRPr lang="en-US" sz="3800" dirty="0"/>
          </a:p>
        </p:txBody>
      </p:sp>
      <p:sp>
        <p:nvSpPr>
          <p:cNvPr id="9" name="Text 1">
            <a:extLst>
              <a:ext uri="{FF2B5EF4-FFF2-40B4-BE49-F238E27FC236}">
                <a16:creationId xmlns:a16="http://schemas.microsoft.com/office/drawing/2014/main" id="{D86EB368-1DEF-1E5E-1CA0-E3946EC08A7B}"/>
              </a:ext>
            </a:extLst>
          </p:cNvPr>
          <p:cNvSpPr/>
          <p:nvPr/>
        </p:nvSpPr>
        <p:spPr>
          <a:xfrm>
            <a:off x="761999" y="2040831"/>
            <a:ext cx="10667999" cy="1689099"/>
          </a:xfrm>
          <a:prstGeom prst="rect">
            <a:avLst/>
          </a:prstGeom>
          <a:noFill/>
          <a:ln/>
        </p:spPr>
        <p:txBody>
          <a:bodyPr wrap="square" lIns="16933" tIns="16933" rIns="16933" bIns="16933" rtlCol="0" anchor="t">
            <a:normAutofit/>
          </a:bodyPr>
          <a:lstStyle/>
          <a:p>
            <a:pPr>
              <a:lnSpc>
                <a:spcPct val="101684"/>
              </a:lnSpc>
            </a:pPr>
            <a:r>
              <a:rPr lang="en-US" sz="3600" dirty="0" err="1">
                <a:solidFill>
                  <a:srgbClr val="1A1D1B"/>
                </a:solidFill>
                <a:latin typeface="Georgia" pitchFamily="34" charset="0"/>
                <a:ea typeface="Georgia" pitchFamily="34" charset="-122"/>
                <a:cs typeface="Georgia" pitchFamily="34" charset="-120"/>
              </a:rPr>
              <a:t>RE</a:t>
            </a:r>
            <a:r>
              <a:rPr lang="en-US" sz="3600" i="1" dirty="0" err="1">
                <a:solidFill>
                  <a:srgbClr val="1A1D1B"/>
                </a:solidFill>
                <a:latin typeface="Georgia" pitchFamily="34" charset="0"/>
                <a:ea typeface="Georgia" pitchFamily="34" charset="-122"/>
                <a:cs typeface="Georgia" pitchFamily="34" charset="-120"/>
              </a:rPr>
              <a:t>presentational</a:t>
            </a:r>
            <a:r>
              <a:rPr lang="en-US" sz="3600" dirty="0">
                <a:solidFill>
                  <a:srgbClr val="1A1D1B"/>
                </a:solidFill>
                <a:latin typeface="Georgia" pitchFamily="34" charset="0"/>
                <a:ea typeface="Georgia" pitchFamily="34" charset="-122"/>
                <a:cs typeface="Georgia" pitchFamily="34" charset="-120"/>
              </a:rPr>
              <a:t> S</a:t>
            </a:r>
            <a:r>
              <a:rPr lang="en-US" sz="3600" i="1" dirty="0">
                <a:solidFill>
                  <a:srgbClr val="1A1D1B"/>
                </a:solidFill>
                <a:latin typeface="Georgia" pitchFamily="34" charset="0"/>
                <a:ea typeface="Georgia" pitchFamily="34" charset="-122"/>
                <a:cs typeface="Georgia" pitchFamily="34" charset="-120"/>
              </a:rPr>
              <a:t>tate</a:t>
            </a:r>
            <a:r>
              <a:rPr lang="en-US" sz="3600" dirty="0">
                <a:solidFill>
                  <a:srgbClr val="1A1D1B"/>
                </a:solidFill>
                <a:latin typeface="Georgia" pitchFamily="34" charset="0"/>
                <a:ea typeface="Georgia" pitchFamily="34" charset="-122"/>
                <a:cs typeface="Georgia" pitchFamily="34" charset="-120"/>
              </a:rPr>
              <a:t> T</a:t>
            </a:r>
            <a:r>
              <a:rPr lang="en-US" sz="3600" i="1" dirty="0">
                <a:solidFill>
                  <a:srgbClr val="1A1D1B"/>
                </a:solidFill>
                <a:latin typeface="Georgia" pitchFamily="34" charset="0"/>
                <a:ea typeface="Georgia" pitchFamily="34" charset="-122"/>
                <a:cs typeface="Georgia" pitchFamily="34" charset="-120"/>
              </a:rPr>
              <a:t>ransfer</a:t>
            </a:r>
            <a:r>
              <a:rPr lang="en-US" sz="3600" dirty="0">
                <a:solidFill>
                  <a:srgbClr val="1A1D1B"/>
                </a:solidFill>
                <a:latin typeface="Georgia" pitchFamily="34" charset="0"/>
                <a:ea typeface="Georgia" pitchFamily="34" charset="-122"/>
                <a:cs typeface="Georgia" pitchFamily="34" charset="-120"/>
              </a:rPr>
              <a:t> is quite common, so are Microservices. Therefore, the misconception.</a:t>
            </a:r>
            <a:endParaRPr lang="en-US" sz="3600" dirty="0"/>
          </a:p>
        </p:txBody>
      </p:sp>
      <p:sp>
        <p:nvSpPr>
          <p:cNvPr id="14" name="Shape 3">
            <a:extLst>
              <a:ext uri="{FF2B5EF4-FFF2-40B4-BE49-F238E27FC236}">
                <a16:creationId xmlns:a16="http://schemas.microsoft.com/office/drawing/2014/main" id="{3A0DB821-51BF-27F7-1982-D7B219F2B2F8}"/>
              </a:ext>
            </a:extLst>
          </p:cNvPr>
          <p:cNvSpPr/>
          <p:nvPr/>
        </p:nvSpPr>
        <p:spPr>
          <a:xfrm>
            <a:off x="762000" y="3429000"/>
            <a:ext cx="10668000" cy="2794000"/>
          </a:xfrm>
          <a:prstGeom prst="roundRect">
            <a:avLst>
              <a:gd name="adj" fmla="val 5229"/>
            </a:avLst>
          </a:prstGeom>
          <a:solidFill>
            <a:srgbClr val="EBF3EF"/>
          </a:solidFill>
          <a:ln/>
        </p:spPr>
        <p:txBody>
          <a:bodyPr/>
          <a:lstStyle/>
          <a:p>
            <a:endParaRPr lang="en-GB" sz="1200"/>
          </a:p>
        </p:txBody>
      </p:sp>
      <p:sp>
        <p:nvSpPr>
          <p:cNvPr id="15" name="Text 5">
            <a:extLst>
              <a:ext uri="{FF2B5EF4-FFF2-40B4-BE49-F238E27FC236}">
                <a16:creationId xmlns:a16="http://schemas.microsoft.com/office/drawing/2014/main" id="{D9B1727A-5657-1E78-0E40-A844494576DE}"/>
              </a:ext>
            </a:extLst>
          </p:cNvPr>
          <p:cNvSpPr/>
          <p:nvPr/>
        </p:nvSpPr>
        <p:spPr>
          <a:xfrm>
            <a:off x="914401" y="4610100"/>
            <a:ext cx="10426758" cy="660400"/>
          </a:xfrm>
          <a:prstGeom prst="rect">
            <a:avLst/>
          </a:prstGeom>
          <a:noFill/>
          <a:ln/>
        </p:spPr>
        <p:txBody>
          <a:bodyPr wrap="square" lIns="16933" tIns="16933" rIns="16933" bIns="16933" rtlCol="0" anchor="t">
            <a:noAutofit/>
          </a:bodyPr>
          <a:lstStyle/>
          <a:p>
            <a:pPr>
              <a:lnSpc>
                <a:spcPct val="130263"/>
              </a:lnSpc>
            </a:pPr>
            <a:r>
              <a:rPr lang="en-US" b="1" dirty="0">
                <a:solidFill>
                  <a:srgbClr val="1A1D1B"/>
                </a:solidFill>
                <a:latin typeface="Arial" pitchFamily="34" charset="0"/>
                <a:ea typeface="Arial" pitchFamily="34" charset="-122"/>
                <a:cs typeface="Arial" pitchFamily="34" charset="-120"/>
              </a:rPr>
              <a:t>REST is a transport; microservices is an ownership model. </a:t>
            </a:r>
            <a:r>
              <a:rPr lang="en-US" dirty="0">
                <a:solidFill>
                  <a:srgbClr val="1A1D1B"/>
                </a:solidFill>
                <a:latin typeface="Arial" pitchFamily="34" charset="0"/>
                <a:ea typeface="Arial" pitchFamily="34" charset="-122"/>
                <a:cs typeface="Arial" pitchFamily="34" charset="-120"/>
              </a:rPr>
              <a:t>A monolith with REST endpoints is still a monolith. And real systems talk over RPC</a:t>
            </a:r>
            <a:r>
              <a:rPr lang="en-US">
                <a:solidFill>
                  <a:srgbClr val="1A1D1B"/>
                </a:solidFill>
                <a:latin typeface="Arial" pitchFamily="34" charset="0"/>
                <a:ea typeface="Arial" pitchFamily="34" charset="-122"/>
                <a:cs typeface="Arial" pitchFamily="34" charset="-120"/>
              </a:rPr>
              <a:t>, and </a:t>
            </a:r>
            <a:r>
              <a:rPr lang="en-US" dirty="0">
                <a:solidFill>
                  <a:srgbClr val="1A1D1B"/>
                </a:solidFill>
                <a:latin typeface="Arial" pitchFamily="34" charset="0"/>
                <a:ea typeface="Arial" pitchFamily="34" charset="-122"/>
                <a:cs typeface="Arial" pitchFamily="34" charset="-120"/>
              </a:rPr>
              <a:t>event streams as much as HTTP.</a:t>
            </a:r>
            <a:endParaRPr lang="en-US" dirty="0"/>
          </a:p>
        </p:txBody>
      </p:sp>
      <p:sp>
        <p:nvSpPr>
          <p:cNvPr id="16" name="Text 6">
            <a:extLst>
              <a:ext uri="{FF2B5EF4-FFF2-40B4-BE49-F238E27FC236}">
                <a16:creationId xmlns:a16="http://schemas.microsoft.com/office/drawing/2014/main" id="{616437D0-8C09-9320-AF77-82600DE48023}"/>
              </a:ext>
            </a:extLst>
          </p:cNvPr>
          <p:cNvSpPr/>
          <p:nvPr/>
        </p:nvSpPr>
        <p:spPr>
          <a:xfrm>
            <a:off x="914401" y="5397500"/>
            <a:ext cx="10426758" cy="749300"/>
          </a:xfrm>
          <a:prstGeom prst="rect">
            <a:avLst/>
          </a:prstGeom>
          <a:noFill/>
          <a:ln/>
        </p:spPr>
        <p:txBody>
          <a:bodyPr wrap="square" lIns="16933" tIns="16933" rIns="16933" bIns="16933" rtlCol="0" anchor="t">
            <a:normAutofit/>
          </a:bodyPr>
          <a:lstStyle/>
          <a:p>
            <a:pPr>
              <a:lnSpc>
                <a:spcPct val="125806"/>
              </a:lnSpc>
            </a:pPr>
            <a:r>
              <a:rPr lang="en-US" dirty="0">
                <a:solidFill>
                  <a:schemeClr val="tx1">
                    <a:lumMod val="85000"/>
                    <a:lumOff val="15000"/>
                  </a:schemeClr>
                </a:solidFill>
                <a:latin typeface="Arial" pitchFamily="34" charset="0"/>
                <a:ea typeface="Arial" pitchFamily="34" charset="-122"/>
                <a:cs typeface="Arial" pitchFamily="34" charset="-120"/>
              </a:rPr>
              <a:t>The question is never “does it have an API?” — it's “can this piece change and ship without permission from the others?”</a:t>
            </a:r>
            <a:endParaRPr lang="en-US" dirty="0">
              <a:solidFill>
                <a:schemeClr val="tx1">
                  <a:lumMod val="85000"/>
                  <a:lumOff val="15000"/>
                </a:schemeClr>
              </a:solidFill>
            </a:endParaRPr>
          </a:p>
        </p:txBody>
      </p:sp>
      <p:sp>
        <p:nvSpPr>
          <p:cNvPr id="17" name="Text 4">
            <a:extLst>
              <a:ext uri="{FF2B5EF4-FFF2-40B4-BE49-F238E27FC236}">
                <a16:creationId xmlns:a16="http://schemas.microsoft.com/office/drawing/2014/main" id="{3084739E-0C0E-4C5D-4F53-C4952501985A}"/>
              </a:ext>
            </a:extLst>
          </p:cNvPr>
          <p:cNvSpPr/>
          <p:nvPr/>
        </p:nvSpPr>
        <p:spPr>
          <a:xfrm>
            <a:off x="1202577" y="3729930"/>
            <a:ext cx="2489110" cy="660400"/>
          </a:xfrm>
          <a:prstGeom prst="rect">
            <a:avLst/>
          </a:prstGeom>
          <a:noFill/>
          <a:ln/>
        </p:spPr>
        <p:txBody>
          <a:bodyPr wrap="square" lIns="16933" tIns="16933" rIns="16933" bIns="16933" rtlCol="0" anchor="t">
            <a:normAutofit/>
          </a:bodyPr>
          <a:lstStyle/>
          <a:p>
            <a:r>
              <a:rPr lang="en-US" sz="3200" b="1" kern="0" spc="192" dirty="0">
                <a:solidFill>
                  <a:srgbClr val="167A5B"/>
                </a:solidFill>
                <a:latin typeface="Courier New" pitchFamily="34" charset="0"/>
                <a:ea typeface="Courier New" pitchFamily="34" charset="-122"/>
                <a:cs typeface="Courier New" pitchFamily="34" charset="-120"/>
              </a:rPr>
              <a:t>REALITY</a:t>
            </a:r>
            <a:endParaRPr 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4" grpId="0" animBg="1"/>
      <p:bldP spid="15" grpId="0" animBg="1"/>
      <p:bldP spid="16"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62001" y="635000"/>
            <a:ext cx="1685131" cy="368300"/>
          </a:xfrm>
          <a:prstGeom prst="roundRect">
            <a:avLst>
              <a:gd name="adj" fmla="val 13793"/>
            </a:avLst>
          </a:prstGeom>
          <a:solidFill>
            <a:srgbClr val="F9ECEA"/>
          </a:solidFill>
          <a:ln/>
        </p:spPr>
        <p:txBody>
          <a:bodyPr/>
          <a:lstStyle/>
          <a:p>
            <a:endParaRPr lang="en-GB" sz="1200"/>
          </a:p>
        </p:txBody>
      </p:sp>
      <p:sp>
        <p:nvSpPr>
          <p:cNvPr id="3" name="Text 1"/>
          <p:cNvSpPr/>
          <p:nvPr/>
        </p:nvSpPr>
        <p:spPr>
          <a:xfrm>
            <a:off x="914401" y="711200"/>
            <a:ext cx="1431131" cy="241300"/>
          </a:xfrm>
          <a:prstGeom prst="rect">
            <a:avLst/>
          </a:prstGeom>
          <a:noFill/>
          <a:ln/>
        </p:spPr>
        <p:txBody>
          <a:bodyPr wrap="square" lIns="16933" tIns="16933" rIns="16933" bIns="16933" rtlCol="0" anchor="t">
            <a:normAutofit/>
          </a:bodyPr>
          <a:lstStyle/>
          <a:p>
            <a:r>
              <a:rPr lang="en-US" sz="1300" kern="0" spc="208" dirty="0">
                <a:solidFill>
                  <a:srgbClr val="B0483A"/>
                </a:solidFill>
                <a:latin typeface="Courier New" pitchFamily="34" charset="0"/>
                <a:ea typeface="Courier New" pitchFamily="34" charset="-122"/>
                <a:cs typeface="Courier New" pitchFamily="34" charset="-120"/>
              </a:rPr>
              <a:t>MYTH 3 OF 5</a:t>
            </a:r>
            <a:endParaRPr lang="en-US" sz="1300" dirty="0"/>
          </a:p>
        </p:txBody>
      </p:sp>
      <p:sp>
        <p:nvSpPr>
          <p:cNvPr id="4" name="Text 2"/>
          <p:cNvSpPr/>
          <p:nvPr/>
        </p:nvSpPr>
        <p:spPr>
          <a:xfrm>
            <a:off x="762000" y="1333500"/>
            <a:ext cx="11734800" cy="580331"/>
          </a:xfrm>
          <a:prstGeom prst="rect">
            <a:avLst/>
          </a:prstGeom>
          <a:noFill/>
          <a:ln/>
        </p:spPr>
        <p:txBody>
          <a:bodyPr wrap="square" lIns="16933" tIns="16933" rIns="16933" bIns="16933" rtlCol="0" anchor="t">
            <a:normAutofit lnSpcReduction="10000"/>
          </a:bodyPr>
          <a:lstStyle/>
          <a:p>
            <a:pPr>
              <a:lnSpc>
                <a:spcPct val="100460"/>
              </a:lnSpc>
            </a:pPr>
            <a:r>
              <a:rPr lang="en-US" sz="3800" i="1" dirty="0">
                <a:solidFill>
                  <a:srgbClr val="5C635E"/>
                </a:solidFill>
                <a:latin typeface="Georgia" pitchFamily="34" charset="0"/>
                <a:ea typeface="Georgia" pitchFamily="34" charset="-122"/>
                <a:cs typeface="Georgia" pitchFamily="34" charset="-120"/>
              </a:rPr>
              <a:t>“Docker and Kubernetes </a:t>
            </a:r>
            <a:r>
              <a:rPr lang="en-US" sz="3800" i="1" strike="sngStrike" dirty="0">
                <a:solidFill>
                  <a:srgbClr val="5C635E"/>
                </a:solidFill>
                <a:latin typeface="Georgia" pitchFamily="34" charset="0"/>
                <a:ea typeface="Georgia" pitchFamily="34" charset="-122"/>
                <a:cs typeface="Georgia" pitchFamily="34" charset="-120"/>
              </a:rPr>
              <a:t>make it microservices</a:t>
            </a:r>
            <a:r>
              <a:rPr lang="en-US" sz="3800" i="1" dirty="0">
                <a:solidFill>
                  <a:srgbClr val="5C635E"/>
                </a:solidFill>
                <a:latin typeface="Georgia" pitchFamily="34" charset="0"/>
                <a:ea typeface="Georgia" pitchFamily="34" charset="-122"/>
                <a:cs typeface="Georgia" pitchFamily="34" charset="-120"/>
              </a:rPr>
              <a:t>.”</a:t>
            </a:r>
            <a:endParaRPr lang="en-US" sz="3800" dirty="0"/>
          </a:p>
        </p:txBody>
      </p:sp>
      <p:sp>
        <p:nvSpPr>
          <p:cNvPr id="9" name="Text 1">
            <a:extLst>
              <a:ext uri="{FF2B5EF4-FFF2-40B4-BE49-F238E27FC236}">
                <a16:creationId xmlns:a16="http://schemas.microsoft.com/office/drawing/2014/main" id="{9AE2C4C2-2557-7322-71EB-27148CEEEB0A}"/>
              </a:ext>
            </a:extLst>
          </p:cNvPr>
          <p:cNvSpPr/>
          <p:nvPr/>
        </p:nvSpPr>
        <p:spPr>
          <a:xfrm>
            <a:off x="761999" y="2040831"/>
            <a:ext cx="10667999" cy="1689099"/>
          </a:xfrm>
          <a:prstGeom prst="rect">
            <a:avLst/>
          </a:prstGeom>
          <a:noFill/>
          <a:ln/>
        </p:spPr>
        <p:txBody>
          <a:bodyPr wrap="square" lIns="16933" tIns="16933" rIns="16933" bIns="16933" rtlCol="0" anchor="t">
            <a:normAutofit/>
          </a:bodyPr>
          <a:lstStyle/>
          <a:p>
            <a:pPr>
              <a:lnSpc>
                <a:spcPct val="101684"/>
              </a:lnSpc>
            </a:pPr>
            <a:r>
              <a:rPr lang="en-US" sz="3600" dirty="0">
                <a:solidFill>
                  <a:srgbClr val="1A1D1B"/>
                </a:solidFill>
                <a:latin typeface="Georgia" pitchFamily="34" charset="0"/>
              </a:rPr>
              <a:t>Containerization/Orchestration and Microservices do coexist but are not same.</a:t>
            </a:r>
            <a:endParaRPr lang="en-US" sz="3600" dirty="0"/>
          </a:p>
        </p:txBody>
      </p:sp>
      <p:sp>
        <p:nvSpPr>
          <p:cNvPr id="10" name="Shape 3">
            <a:extLst>
              <a:ext uri="{FF2B5EF4-FFF2-40B4-BE49-F238E27FC236}">
                <a16:creationId xmlns:a16="http://schemas.microsoft.com/office/drawing/2014/main" id="{1CBF815C-1D1B-DF17-59CB-66060074A43F}"/>
              </a:ext>
            </a:extLst>
          </p:cNvPr>
          <p:cNvSpPr/>
          <p:nvPr/>
        </p:nvSpPr>
        <p:spPr>
          <a:xfrm>
            <a:off x="762000" y="3429000"/>
            <a:ext cx="10668000" cy="2794000"/>
          </a:xfrm>
          <a:prstGeom prst="roundRect">
            <a:avLst>
              <a:gd name="adj" fmla="val 5229"/>
            </a:avLst>
          </a:prstGeom>
          <a:solidFill>
            <a:srgbClr val="EBF3EF"/>
          </a:solidFill>
          <a:ln/>
        </p:spPr>
        <p:txBody>
          <a:bodyPr/>
          <a:lstStyle/>
          <a:p>
            <a:endParaRPr lang="en-GB" sz="1200"/>
          </a:p>
        </p:txBody>
      </p:sp>
      <p:sp>
        <p:nvSpPr>
          <p:cNvPr id="11" name="Text 5">
            <a:extLst>
              <a:ext uri="{FF2B5EF4-FFF2-40B4-BE49-F238E27FC236}">
                <a16:creationId xmlns:a16="http://schemas.microsoft.com/office/drawing/2014/main" id="{E3AC5073-FE24-1218-608E-3CEF59B8818C}"/>
              </a:ext>
            </a:extLst>
          </p:cNvPr>
          <p:cNvSpPr/>
          <p:nvPr/>
        </p:nvSpPr>
        <p:spPr>
          <a:xfrm>
            <a:off x="914401" y="4610100"/>
            <a:ext cx="10426758" cy="1134170"/>
          </a:xfrm>
          <a:prstGeom prst="rect">
            <a:avLst/>
          </a:prstGeom>
          <a:noFill/>
          <a:ln/>
        </p:spPr>
        <p:txBody>
          <a:bodyPr wrap="square" lIns="16933" tIns="16933" rIns="16933" bIns="16933" rtlCol="0" anchor="t">
            <a:noAutofit/>
          </a:bodyPr>
          <a:lstStyle/>
          <a:p>
            <a:pPr>
              <a:lnSpc>
                <a:spcPct val="130263"/>
              </a:lnSpc>
            </a:pPr>
            <a:r>
              <a:rPr lang="en-US" b="1" dirty="0">
                <a:solidFill>
                  <a:srgbClr val="1A1D1B"/>
                </a:solidFill>
                <a:latin typeface="Arial" pitchFamily="34" charset="0"/>
                <a:ea typeface="Arial" pitchFamily="34" charset="-122"/>
                <a:cs typeface="Arial" pitchFamily="34" charset="-120"/>
              </a:rPr>
              <a:t>Containers are about packaging, not architecture. </a:t>
            </a:r>
            <a:r>
              <a:rPr lang="en-US" dirty="0">
                <a:solidFill>
                  <a:srgbClr val="1A1D1B"/>
                </a:solidFill>
                <a:latin typeface="Arial" pitchFamily="34" charset="0"/>
                <a:ea typeface="Arial" pitchFamily="34" charset="-122"/>
                <a:cs typeface="Arial" pitchFamily="34" charset="-120"/>
              </a:rPr>
              <a:t>A monolith in a container is a monolith with better shipping.</a:t>
            </a:r>
          </a:p>
          <a:p>
            <a:pPr>
              <a:lnSpc>
                <a:spcPct val="130263"/>
              </a:lnSpc>
            </a:pPr>
            <a:r>
              <a:rPr lang="en-US" dirty="0">
                <a:solidFill>
                  <a:srgbClr val="1A1D1B"/>
                </a:solidFill>
                <a:latin typeface="Arial" pitchFamily="34" charset="0"/>
                <a:ea typeface="Arial" pitchFamily="34" charset="-122"/>
                <a:cs typeface="Arial" pitchFamily="34" charset="-120"/>
              </a:rPr>
              <a:t>In fact, today we'll run true microservices on plain </a:t>
            </a:r>
            <a:r>
              <a:rPr lang="en-US" dirty="0" err="1">
                <a:solidFill>
                  <a:srgbClr val="1A1D1B"/>
                </a:solidFill>
                <a:latin typeface="Arial" pitchFamily="34" charset="0"/>
                <a:ea typeface="Arial" pitchFamily="34" charset="-122"/>
                <a:cs typeface="Arial" pitchFamily="34" charset="-120"/>
              </a:rPr>
              <a:t>Lightsail</a:t>
            </a:r>
            <a:r>
              <a:rPr lang="en-US" dirty="0">
                <a:solidFill>
                  <a:srgbClr val="1A1D1B"/>
                </a:solidFill>
                <a:latin typeface="Arial" pitchFamily="34" charset="0"/>
                <a:ea typeface="Arial" pitchFamily="34" charset="-122"/>
                <a:cs typeface="Arial" pitchFamily="34" charset="-120"/>
              </a:rPr>
              <a:t> VMs, no Kubernetes.</a:t>
            </a:r>
            <a:endParaRPr lang="en-US" dirty="0"/>
          </a:p>
        </p:txBody>
      </p:sp>
      <p:sp>
        <p:nvSpPr>
          <p:cNvPr id="12" name="Text 6">
            <a:extLst>
              <a:ext uri="{FF2B5EF4-FFF2-40B4-BE49-F238E27FC236}">
                <a16:creationId xmlns:a16="http://schemas.microsoft.com/office/drawing/2014/main" id="{D90CA0F7-D45E-6CB6-3CCA-B1A000FAC3F7}"/>
              </a:ext>
            </a:extLst>
          </p:cNvPr>
          <p:cNvSpPr/>
          <p:nvPr/>
        </p:nvSpPr>
        <p:spPr>
          <a:xfrm>
            <a:off x="914401" y="5744270"/>
            <a:ext cx="10426758" cy="402530"/>
          </a:xfrm>
          <a:prstGeom prst="rect">
            <a:avLst/>
          </a:prstGeom>
          <a:noFill/>
          <a:ln/>
        </p:spPr>
        <p:txBody>
          <a:bodyPr wrap="square" lIns="16933" tIns="16933" rIns="16933" bIns="16933" rtlCol="0" anchor="t">
            <a:normAutofit/>
          </a:bodyPr>
          <a:lstStyle/>
          <a:p>
            <a:pPr>
              <a:lnSpc>
                <a:spcPct val="125806"/>
              </a:lnSpc>
            </a:pPr>
            <a:r>
              <a:rPr lang="en-US" dirty="0">
                <a:solidFill>
                  <a:schemeClr val="tx1">
                    <a:lumMod val="85000"/>
                    <a:lumOff val="15000"/>
                  </a:schemeClr>
                </a:solidFill>
                <a:latin typeface="Arial" pitchFamily="34" charset="0"/>
                <a:ea typeface="Arial" pitchFamily="34" charset="-122"/>
                <a:cs typeface="Arial" pitchFamily="34" charset="-120"/>
              </a:rPr>
              <a:t>Tools </a:t>
            </a:r>
            <a:r>
              <a:rPr lang="en-US" b="1" dirty="0">
                <a:solidFill>
                  <a:schemeClr val="tx1">
                    <a:lumMod val="85000"/>
                    <a:lumOff val="15000"/>
                  </a:schemeClr>
                </a:solidFill>
                <a:latin typeface="Arial" pitchFamily="34" charset="0"/>
                <a:ea typeface="Arial" pitchFamily="34" charset="-122"/>
                <a:cs typeface="Arial" pitchFamily="34" charset="-120"/>
              </a:rPr>
              <a:t>follow</a:t>
            </a:r>
            <a:r>
              <a:rPr lang="en-US" dirty="0">
                <a:solidFill>
                  <a:schemeClr val="tx1">
                    <a:lumMod val="85000"/>
                    <a:lumOff val="15000"/>
                  </a:schemeClr>
                </a:solidFill>
                <a:latin typeface="Arial" pitchFamily="34" charset="0"/>
                <a:ea typeface="Arial" pitchFamily="34" charset="-122"/>
                <a:cs typeface="Arial" pitchFamily="34" charset="-120"/>
              </a:rPr>
              <a:t> the architecture. They never create it.</a:t>
            </a:r>
            <a:endParaRPr lang="en-US" dirty="0">
              <a:solidFill>
                <a:schemeClr val="tx1">
                  <a:lumMod val="85000"/>
                  <a:lumOff val="15000"/>
                </a:schemeClr>
              </a:solidFill>
            </a:endParaRPr>
          </a:p>
        </p:txBody>
      </p:sp>
      <p:sp>
        <p:nvSpPr>
          <p:cNvPr id="13" name="Text 4">
            <a:extLst>
              <a:ext uri="{FF2B5EF4-FFF2-40B4-BE49-F238E27FC236}">
                <a16:creationId xmlns:a16="http://schemas.microsoft.com/office/drawing/2014/main" id="{B61F9F90-E314-8B5B-05E4-2F5E9B1BCDAF}"/>
              </a:ext>
            </a:extLst>
          </p:cNvPr>
          <p:cNvSpPr/>
          <p:nvPr/>
        </p:nvSpPr>
        <p:spPr>
          <a:xfrm>
            <a:off x="1202577" y="3729930"/>
            <a:ext cx="2489110" cy="660400"/>
          </a:xfrm>
          <a:prstGeom prst="rect">
            <a:avLst/>
          </a:prstGeom>
          <a:noFill/>
          <a:ln/>
        </p:spPr>
        <p:txBody>
          <a:bodyPr wrap="square" lIns="16933" tIns="16933" rIns="16933" bIns="16933" rtlCol="0" anchor="t">
            <a:normAutofit/>
          </a:bodyPr>
          <a:lstStyle/>
          <a:p>
            <a:r>
              <a:rPr lang="en-US" sz="3200" b="1" kern="0" spc="192" dirty="0">
                <a:solidFill>
                  <a:srgbClr val="167A5B"/>
                </a:solidFill>
                <a:latin typeface="Courier New" pitchFamily="34" charset="0"/>
                <a:ea typeface="Courier New" pitchFamily="34" charset="-122"/>
                <a:cs typeface="Courier New" pitchFamily="34" charset="-120"/>
              </a:rPr>
              <a:t>REALITY</a:t>
            </a:r>
            <a:endParaRPr 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11" grpId="0" animBg="1"/>
      <p:bldP spid="12"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62001" y="635000"/>
            <a:ext cx="1685131" cy="368300"/>
          </a:xfrm>
          <a:prstGeom prst="roundRect">
            <a:avLst>
              <a:gd name="adj" fmla="val 13793"/>
            </a:avLst>
          </a:prstGeom>
          <a:solidFill>
            <a:srgbClr val="F9ECEA"/>
          </a:solidFill>
          <a:ln/>
        </p:spPr>
        <p:txBody>
          <a:bodyPr/>
          <a:lstStyle/>
          <a:p>
            <a:endParaRPr lang="en-GB" sz="1200"/>
          </a:p>
        </p:txBody>
      </p:sp>
      <p:sp>
        <p:nvSpPr>
          <p:cNvPr id="3" name="Text 1"/>
          <p:cNvSpPr/>
          <p:nvPr/>
        </p:nvSpPr>
        <p:spPr>
          <a:xfrm>
            <a:off x="914401" y="711200"/>
            <a:ext cx="1431131" cy="241300"/>
          </a:xfrm>
          <a:prstGeom prst="rect">
            <a:avLst/>
          </a:prstGeom>
          <a:noFill/>
          <a:ln/>
        </p:spPr>
        <p:txBody>
          <a:bodyPr wrap="square" lIns="16933" tIns="16933" rIns="16933" bIns="16933" rtlCol="0" anchor="t">
            <a:normAutofit/>
          </a:bodyPr>
          <a:lstStyle/>
          <a:p>
            <a:r>
              <a:rPr lang="en-US" sz="1300" kern="0" spc="208" dirty="0">
                <a:solidFill>
                  <a:srgbClr val="B0483A"/>
                </a:solidFill>
                <a:latin typeface="Courier New" pitchFamily="34" charset="0"/>
                <a:ea typeface="Courier New" pitchFamily="34" charset="-122"/>
                <a:cs typeface="Courier New" pitchFamily="34" charset="-120"/>
              </a:rPr>
              <a:t>MYTH 4 OF 5</a:t>
            </a:r>
            <a:endParaRPr lang="en-US" sz="1300" dirty="0"/>
          </a:p>
        </p:txBody>
      </p:sp>
      <p:sp>
        <p:nvSpPr>
          <p:cNvPr id="4" name="Text 2"/>
          <p:cNvSpPr/>
          <p:nvPr/>
        </p:nvSpPr>
        <p:spPr>
          <a:xfrm>
            <a:off x="762000" y="1333500"/>
            <a:ext cx="11734800" cy="580331"/>
          </a:xfrm>
          <a:prstGeom prst="rect">
            <a:avLst/>
          </a:prstGeom>
          <a:noFill/>
          <a:ln/>
        </p:spPr>
        <p:txBody>
          <a:bodyPr wrap="square" lIns="16933" tIns="16933" rIns="16933" bIns="16933" rtlCol="0" anchor="t">
            <a:normAutofit lnSpcReduction="10000"/>
          </a:bodyPr>
          <a:lstStyle/>
          <a:p>
            <a:pPr>
              <a:lnSpc>
                <a:spcPct val="100460"/>
              </a:lnSpc>
            </a:pPr>
            <a:r>
              <a:rPr lang="en-US" sz="3800" i="1" dirty="0">
                <a:solidFill>
                  <a:srgbClr val="5C635E"/>
                </a:solidFill>
                <a:latin typeface="Georgia" pitchFamily="34" charset="0"/>
                <a:ea typeface="Georgia" pitchFamily="34" charset="-122"/>
                <a:cs typeface="Georgia" pitchFamily="34" charset="-120"/>
              </a:rPr>
              <a:t>“Microservices are </a:t>
            </a:r>
            <a:r>
              <a:rPr lang="en-US" sz="3800" i="1" strike="sngStrike" dirty="0">
                <a:solidFill>
                  <a:srgbClr val="5C635E"/>
                </a:solidFill>
                <a:latin typeface="Georgia" pitchFamily="34" charset="0"/>
                <a:ea typeface="Georgia" pitchFamily="34" charset="-122"/>
                <a:cs typeface="Georgia" pitchFamily="34" charset="-120"/>
              </a:rPr>
              <a:t>always better</a:t>
            </a:r>
            <a:r>
              <a:rPr lang="en-US" sz="3800" i="1" dirty="0">
                <a:solidFill>
                  <a:srgbClr val="5C635E"/>
                </a:solidFill>
                <a:latin typeface="Georgia" pitchFamily="34" charset="0"/>
                <a:ea typeface="Georgia" pitchFamily="34" charset="-122"/>
                <a:cs typeface="Georgia" pitchFamily="34" charset="-120"/>
              </a:rPr>
              <a:t>.”</a:t>
            </a:r>
            <a:endParaRPr lang="en-US" sz="3800" dirty="0"/>
          </a:p>
        </p:txBody>
      </p:sp>
      <p:sp>
        <p:nvSpPr>
          <p:cNvPr id="9" name="Text 1">
            <a:extLst>
              <a:ext uri="{FF2B5EF4-FFF2-40B4-BE49-F238E27FC236}">
                <a16:creationId xmlns:a16="http://schemas.microsoft.com/office/drawing/2014/main" id="{5CD397ED-CE0F-332C-E1E5-72368FC57F62}"/>
              </a:ext>
            </a:extLst>
          </p:cNvPr>
          <p:cNvSpPr/>
          <p:nvPr/>
        </p:nvSpPr>
        <p:spPr>
          <a:xfrm>
            <a:off x="761999" y="2040831"/>
            <a:ext cx="10667999" cy="1689099"/>
          </a:xfrm>
          <a:prstGeom prst="rect">
            <a:avLst/>
          </a:prstGeom>
          <a:noFill/>
          <a:ln/>
        </p:spPr>
        <p:txBody>
          <a:bodyPr wrap="square" lIns="16933" tIns="16933" rIns="16933" bIns="16933" rtlCol="0" anchor="t">
            <a:normAutofit/>
          </a:bodyPr>
          <a:lstStyle/>
          <a:p>
            <a:pPr>
              <a:lnSpc>
                <a:spcPct val="101684"/>
              </a:lnSpc>
            </a:pPr>
            <a:r>
              <a:rPr lang="en-US" sz="3600" dirty="0">
                <a:solidFill>
                  <a:srgbClr val="1A1D1B"/>
                </a:solidFill>
                <a:latin typeface="Georgia" pitchFamily="34" charset="0"/>
              </a:rPr>
              <a:t>Since Microservices do wonders in many consumer-end products, even the architects start believing this.</a:t>
            </a:r>
            <a:endParaRPr lang="en-US" sz="3600" dirty="0"/>
          </a:p>
        </p:txBody>
      </p:sp>
      <p:sp>
        <p:nvSpPr>
          <p:cNvPr id="10" name="Shape 3">
            <a:extLst>
              <a:ext uri="{FF2B5EF4-FFF2-40B4-BE49-F238E27FC236}">
                <a16:creationId xmlns:a16="http://schemas.microsoft.com/office/drawing/2014/main" id="{EB8103CF-F132-29E4-7998-B07552677A4D}"/>
              </a:ext>
            </a:extLst>
          </p:cNvPr>
          <p:cNvSpPr/>
          <p:nvPr/>
        </p:nvSpPr>
        <p:spPr>
          <a:xfrm>
            <a:off x="762000" y="3429000"/>
            <a:ext cx="10668000" cy="2794000"/>
          </a:xfrm>
          <a:prstGeom prst="roundRect">
            <a:avLst>
              <a:gd name="adj" fmla="val 5229"/>
            </a:avLst>
          </a:prstGeom>
          <a:solidFill>
            <a:srgbClr val="EBF3EF"/>
          </a:solidFill>
          <a:ln/>
        </p:spPr>
        <p:txBody>
          <a:bodyPr/>
          <a:lstStyle/>
          <a:p>
            <a:endParaRPr lang="en-GB" sz="1200"/>
          </a:p>
        </p:txBody>
      </p:sp>
      <p:sp>
        <p:nvSpPr>
          <p:cNvPr id="11" name="Text 5">
            <a:extLst>
              <a:ext uri="{FF2B5EF4-FFF2-40B4-BE49-F238E27FC236}">
                <a16:creationId xmlns:a16="http://schemas.microsoft.com/office/drawing/2014/main" id="{E2FA9442-0EEE-F624-55BA-4F9849BB8CD7}"/>
              </a:ext>
            </a:extLst>
          </p:cNvPr>
          <p:cNvSpPr/>
          <p:nvPr/>
        </p:nvSpPr>
        <p:spPr>
          <a:xfrm>
            <a:off x="914401" y="4610100"/>
            <a:ext cx="10426758" cy="1168398"/>
          </a:xfrm>
          <a:prstGeom prst="rect">
            <a:avLst/>
          </a:prstGeom>
          <a:noFill/>
          <a:ln/>
        </p:spPr>
        <p:txBody>
          <a:bodyPr wrap="square" lIns="16933" tIns="16933" rIns="16933" bIns="16933" rtlCol="0" anchor="t">
            <a:noAutofit/>
          </a:bodyPr>
          <a:lstStyle/>
          <a:p>
            <a:pPr>
              <a:lnSpc>
                <a:spcPct val="130263"/>
              </a:lnSpc>
            </a:pPr>
            <a:r>
              <a:rPr lang="en-US" b="1" dirty="0">
                <a:solidFill>
                  <a:srgbClr val="1A1D1B"/>
                </a:solidFill>
                <a:latin typeface="Arial" pitchFamily="34" charset="0"/>
                <a:ea typeface="Arial" pitchFamily="34" charset="-122"/>
                <a:cs typeface="Arial" pitchFamily="34" charset="-120"/>
              </a:rPr>
              <a:t>You trade code complexity for operational complexity. </a:t>
            </a:r>
            <a:r>
              <a:rPr lang="en-US" dirty="0">
                <a:solidFill>
                  <a:srgbClr val="1A1D1B"/>
                </a:solidFill>
                <a:latin typeface="Arial" pitchFamily="34" charset="0"/>
                <a:ea typeface="Arial" pitchFamily="34" charset="-122"/>
                <a:cs typeface="Arial" pitchFamily="34" charset="-120"/>
              </a:rPr>
              <a:t>Network calls fail. Debugging crosses machines. Data becomes eventually consistent.</a:t>
            </a:r>
          </a:p>
          <a:p>
            <a:pPr>
              <a:lnSpc>
                <a:spcPct val="130263"/>
              </a:lnSpc>
            </a:pPr>
            <a:r>
              <a:rPr lang="en-US" dirty="0">
                <a:solidFill>
                  <a:srgbClr val="1A1D1B"/>
                </a:solidFill>
                <a:latin typeface="Arial" pitchFamily="34" charset="0"/>
                <a:ea typeface="Arial" pitchFamily="34" charset="-122"/>
                <a:cs typeface="Arial" pitchFamily="34" charset="-120"/>
              </a:rPr>
              <a:t>That price is worth paying at Careem's scale, not at every scale.</a:t>
            </a:r>
            <a:endParaRPr lang="en-US" dirty="0"/>
          </a:p>
        </p:txBody>
      </p:sp>
      <p:sp>
        <p:nvSpPr>
          <p:cNvPr id="12" name="Text 6">
            <a:extLst>
              <a:ext uri="{FF2B5EF4-FFF2-40B4-BE49-F238E27FC236}">
                <a16:creationId xmlns:a16="http://schemas.microsoft.com/office/drawing/2014/main" id="{F64B8AAC-0842-2119-D5BE-6E6E6405111D}"/>
              </a:ext>
            </a:extLst>
          </p:cNvPr>
          <p:cNvSpPr/>
          <p:nvPr/>
        </p:nvSpPr>
        <p:spPr>
          <a:xfrm>
            <a:off x="914401" y="5778498"/>
            <a:ext cx="10426758" cy="368301"/>
          </a:xfrm>
          <a:prstGeom prst="rect">
            <a:avLst/>
          </a:prstGeom>
          <a:noFill/>
          <a:ln/>
        </p:spPr>
        <p:txBody>
          <a:bodyPr wrap="square" lIns="16933" tIns="16933" rIns="16933" bIns="16933" rtlCol="0" anchor="t">
            <a:normAutofit/>
          </a:bodyPr>
          <a:lstStyle/>
          <a:p>
            <a:pPr>
              <a:lnSpc>
                <a:spcPct val="125806"/>
              </a:lnSpc>
            </a:pPr>
            <a:r>
              <a:rPr lang="en-US" dirty="0">
                <a:solidFill>
                  <a:schemeClr val="tx1">
                    <a:lumMod val="85000"/>
                    <a:lumOff val="15000"/>
                  </a:schemeClr>
                </a:solidFill>
                <a:latin typeface="Arial" pitchFamily="34" charset="0"/>
                <a:ea typeface="Arial" pitchFamily="34" charset="-122"/>
                <a:cs typeface="Arial" pitchFamily="34" charset="-120"/>
              </a:rPr>
              <a:t>Remember slide two: Careem's monolith was the </a:t>
            </a:r>
            <a:r>
              <a:rPr lang="en-US" i="1" dirty="0">
                <a:solidFill>
                  <a:schemeClr val="tx1">
                    <a:lumMod val="85000"/>
                    <a:lumOff val="15000"/>
                  </a:schemeClr>
                </a:solidFill>
                <a:latin typeface="Arial" pitchFamily="34" charset="0"/>
                <a:ea typeface="Arial" pitchFamily="34" charset="-122"/>
                <a:cs typeface="Arial" pitchFamily="34" charset="-120"/>
              </a:rPr>
              <a:t>right </a:t>
            </a:r>
            <a:r>
              <a:rPr lang="en-US" dirty="0">
                <a:solidFill>
                  <a:schemeClr val="tx1">
                    <a:lumMod val="85000"/>
                    <a:lumOff val="15000"/>
                  </a:schemeClr>
                </a:solidFill>
                <a:latin typeface="Arial" pitchFamily="34" charset="0"/>
                <a:ea typeface="Arial" pitchFamily="34" charset="-122"/>
                <a:cs typeface="Arial" pitchFamily="34" charset="-120"/>
              </a:rPr>
              <a:t>first choice. We return to this at the end.</a:t>
            </a:r>
            <a:endParaRPr lang="en-US" dirty="0">
              <a:solidFill>
                <a:schemeClr val="tx1">
                  <a:lumMod val="85000"/>
                  <a:lumOff val="15000"/>
                </a:schemeClr>
              </a:solidFill>
            </a:endParaRPr>
          </a:p>
        </p:txBody>
      </p:sp>
      <p:sp>
        <p:nvSpPr>
          <p:cNvPr id="13" name="Text 4">
            <a:extLst>
              <a:ext uri="{FF2B5EF4-FFF2-40B4-BE49-F238E27FC236}">
                <a16:creationId xmlns:a16="http://schemas.microsoft.com/office/drawing/2014/main" id="{21BA382F-5F6F-FD71-692A-E7CBB31F792A}"/>
              </a:ext>
            </a:extLst>
          </p:cNvPr>
          <p:cNvSpPr/>
          <p:nvPr/>
        </p:nvSpPr>
        <p:spPr>
          <a:xfrm>
            <a:off x="1202577" y="3729930"/>
            <a:ext cx="2489110" cy="660400"/>
          </a:xfrm>
          <a:prstGeom prst="rect">
            <a:avLst/>
          </a:prstGeom>
          <a:noFill/>
          <a:ln/>
        </p:spPr>
        <p:txBody>
          <a:bodyPr wrap="square" lIns="16933" tIns="16933" rIns="16933" bIns="16933" rtlCol="0" anchor="t">
            <a:normAutofit/>
          </a:bodyPr>
          <a:lstStyle/>
          <a:p>
            <a:r>
              <a:rPr lang="en-US" sz="3200" b="1" kern="0" spc="192" dirty="0">
                <a:solidFill>
                  <a:srgbClr val="167A5B"/>
                </a:solidFill>
                <a:latin typeface="Courier New" pitchFamily="34" charset="0"/>
                <a:ea typeface="Courier New" pitchFamily="34" charset="-122"/>
                <a:cs typeface="Courier New" pitchFamily="34" charset="-120"/>
              </a:rPr>
              <a:t>REALITY</a:t>
            </a:r>
            <a:endParaRPr 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11" grpId="0" animBg="1"/>
      <p:bldP spid="12"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62001" y="635000"/>
            <a:ext cx="1685131" cy="368300"/>
          </a:xfrm>
          <a:prstGeom prst="roundRect">
            <a:avLst>
              <a:gd name="adj" fmla="val 13793"/>
            </a:avLst>
          </a:prstGeom>
          <a:solidFill>
            <a:srgbClr val="F9ECEA"/>
          </a:solidFill>
          <a:ln/>
        </p:spPr>
        <p:txBody>
          <a:bodyPr/>
          <a:lstStyle/>
          <a:p>
            <a:endParaRPr lang="en-GB" sz="1200"/>
          </a:p>
        </p:txBody>
      </p:sp>
      <p:sp>
        <p:nvSpPr>
          <p:cNvPr id="3" name="Text 1"/>
          <p:cNvSpPr/>
          <p:nvPr/>
        </p:nvSpPr>
        <p:spPr>
          <a:xfrm>
            <a:off x="914401" y="711200"/>
            <a:ext cx="1431131" cy="241300"/>
          </a:xfrm>
          <a:prstGeom prst="rect">
            <a:avLst/>
          </a:prstGeom>
          <a:noFill/>
          <a:ln/>
        </p:spPr>
        <p:txBody>
          <a:bodyPr wrap="square" lIns="16933" tIns="16933" rIns="16933" bIns="16933" rtlCol="0" anchor="t">
            <a:normAutofit/>
          </a:bodyPr>
          <a:lstStyle/>
          <a:p>
            <a:r>
              <a:rPr lang="en-US" sz="1300" kern="0" spc="208" dirty="0">
                <a:solidFill>
                  <a:srgbClr val="B0483A"/>
                </a:solidFill>
                <a:latin typeface="Courier New" pitchFamily="34" charset="0"/>
                <a:ea typeface="Courier New" pitchFamily="34" charset="-122"/>
                <a:cs typeface="Courier New" pitchFamily="34" charset="-120"/>
              </a:rPr>
              <a:t>MYTH 5 OF 5</a:t>
            </a:r>
            <a:endParaRPr lang="en-US" sz="1300" dirty="0"/>
          </a:p>
        </p:txBody>
      </p:sp>
      <p:sp>
        <p:nvSpPr>
          <p:cNvPr id="4" name="Text 2"/>
          <p:cNvSpPr/>
          <p:nvPr/>
        </p:nvSpPr>
        <p:spPr>
          <a:xfrm>
            <a:off x="762000" y="1333500"/>
            <a:ext cx="11734800" cy="580331"/>
          </a:xfrm>
          <a:prstGeom prst="rect">
            <a:avLst/>
          </a:prstGeom>
          <a:noFill/>
          <a:ln/>
        </p:spPr>
        <p:txBody>
          <a:bodyPr wrap="square" lIns="16933" tIns="16933" rIns="16933" bIns="16933" rtlCol="0" anchor="t">
            <a:normAutofit lnSpcReduction="10000"/>
          </a:bodyPr>
          <a:lstStyle/>
          <a:p>
            <a:pPr>
              <a:lnSpc>
                <a:spcPct val="100460"/>
              </a:lnSpc>
            </a:pPr>
            <a:r>
              <a:rPr lang="en-US" sz="3800" i="1" dirty="0">
                <a:solidFill>
                  <a:srgbClr val="5C635E"/>
                </a:solidFill>
                <a:latin typeface="Georgia" pitchFamily="34" charset="0"/>
                <a:ea typeface="Georgia" pitchFamily="34" charset="-122"/>
                <a:cs typeface="Georgia" pitchFamily="34" charset="-120"/>
              </a:rPr>
              <a:t>“We can </a:t>
            </a:r>
            <a:r>
              <a:rPr lang="en-US" sz="3800" i="1" strike="sngStrike" dirty="0">
                <a:solidFill>
                  <a:srgbClr val="5C635E"/>
                </a:solidFill>
                <a:latin typeface="Georgia" pitchFamily="34" charset="0"/>
                <a:ea typeface="Georgia" pitchFamily="34" charset="-122"/>
                <a:cs typeface="Georgia" pitchFamily="34" charset="-120"/>
              </a:rPr>
              <a:t>share one database</a:t>
            </a:r>
            <a:r>
              <a:rPr lang="en-US" sz="3800" i="1" dirty="0">
                <a:solidFill>
                  <a:srgbClr val="5C635E"/>
                </a:solidFill>
                <a:latin typeface="Georgia" pitchFamily="34" charset="0"/>
                <a:ea typeface="Georgia" pitchFamily="34" charset="-122"/>
                <a:cs typeface="Georgia" pitchFamily="34" charset="-120"/>
              </a:rPr>
              <a:t>.”</a:t>
            </a:r>
            <a:endParaRPr lang="en-US" sz="3800" dirty="0"/>
          </a:p>
        </p:txBody>
      </p:sp>
      <p:sp>
        <p:nvSpPr>
          <p:cNvPr id="9" name="Text 1">
            <a:extLst>
              <a:ext uri="{FF2B5EF4-FFF2-40B4-BE49-F238E27FC236}">
                <a16:creationId xmlns:a16="http://schemas.microsoft.com/office/drawing/2014/main" id="{DAB6C1D5-6E36-7690-5D06-1EDC30957CD8}"/>
              </a:ext>
            </a:extLst>
          </p:cNvPr>
          <p:cNvSpPr/>
          <p:nvPr/>
        </p:nvSpPr>
        <p:spPr>
          <a:xfrm>
            <a:off x="761999" y="2040831"/>
            <a:ext cx="10667999" cy="1689099"/>
          </a:xfrm>
          <a:prstGeom prst="rect">
            <a:avLst/>
          </a:prstGeom>
          <a:noFill/>
          <a:ln/>
        </p:spPr>
        <p:txBody>
          <a:bodyPr wrap="square" lIns="16933" tIns="16933" rIns="16933" bIns="16933" rtlCol="0" anchor="t">
            <a:normAutofit/>
          </a:bodyPr>
          <a:lstStyle/>
          <a:p>
            <a:pPr>
              <a:lnSpc>
                <a:spcPct val="101684"/>
              </a:lnSpc>
            </a:pPr>
            <a:r>
              <a:rPr lang="en-US" sz="3600" dirty="0">
                <a:solidFill>
                  <a:srgbClr val="1A1D1B"/>
                </a:solidFill>
                <a:latin typeface="Georgia" pitchFamily="34" charset="0"/>
              </a:rPr>
              <a:t>Downright wrong and breaking the whole argument to adopt Microservices.</a:t>
            </a:r>
            <a:endParaRPr lang="en-US" sz="3600" dirty="0"/>
          </a:p>
        </p:txBody>
      </p:sp>
      <p:sp>
        <p:nvSpPr>
          <p:cNvPr id="14" name="Shape 3">
            <a:extLst>
              <a:ext uri="{FF2B5EF4-FFF2-40B4-BE49-F238E27FC236}">
                <a16:creationId xmlns:a16="http://schemas.microsoft.com/office/drawing/2014/main" id="{B6A0DB28-12D4-4047-2B7E-2BF2D10A7A6F}"/>
              </a:ext>
            </a:extLst>
          </p:cNvPr>
          <p:cNvSpPr/>
          <p:nvPr/>
        </p:nvSpPr>
        <p:spPr>
          <a:xfrm>
            <a:off x="762000" y="3429000"/>
            <a:ext cx="10668000" cy="2794000"/>
          </a:xfrm>
          <a:prstGeom prst="roundRect">
            <a:avLst>
              <a:gd name="adj" fmla="val 5229"/>
            </a:avLst>
          </a:prstGeom>
          <a:solidFill>
            <a:srgbClr val="EBF3EF"/>
          </a:solidFill>
          <a:ln/>
        </p:spPr>
        <p:txBody>
          <a:bodyPr/>
          <a:lstStyle/>
          <a:p>
            <a:endParaRPr lang="en-GB" sz="1200"/>
          </a:p>
        </p:txBody>
      </p:sp>
      <p:sp>
        <p:nvSpPr>
          <p:cNvPr id="15" name="Text 5">
            <a:extLst>
              <a:ext uri="{FF2B5EF4-FFF2-40B4-BE49-F238E27FC236}">
                <a16:creationId xmlns:a16="http://schemas.microsoft.com/office/drawing/2014/main" id="{8D7E8DF5-86F1-9164-921B-4C1FA43A78FC}"/>
              </a:ext>
            </a:extLst>
          </p:cNvPr>
          <p:cNvSpPr/>
          <p:nvPr/>
        </p:nvSpPr>
        <p:spPr>
          <a:xfrm>
            <a:off x="914401" y="4610100"/>
            <a:ext cx="10426758" cy="1168398"/>
          </a:xfrm>
          <a:prstGeom prst="rect">
            <a:avLst/>
          </a:prstGeom>
          <a:noFill/>
          <a:ln/>
        </p:spPr>
        <p:txBody>
          <a:bodyPr wrap="square" lIns="16933" tIns="16933" rIns="16933" bIns="16933" rtlCol="0" anchor="t">
            <a:noAutofit/>
          </a:bodyPr>
          <a:lstStyle/>
          <a:p>
            <a:pPr>
              <a:lnSpc>
                <a:spcPct val="130263"/>
              </a:lnSpc>
            </a:pPr>
            <a:r>
              <a:rPr lang="en-US" b="1" dirty="0">
                <a:solidFill>
                  <a:srgbClr val="1A1D1B"/>
                </a:solidFill>
                <a:latin typeface="Arial" pitchFamily="34" charset="0"/>
                <a:ea typeface="Arial" pitchFamily="34" charset="-122"/>
                <a:cs typeface="Arial" pitchFamily="34" charset="-120"/>
              </a:rPr>
              <a:t>A shared database is a shared fate. </a:t>
            </a:r>
            <a:r>
              <a:rPr lang="en-US" dirty="0">
                <a:solidFill>
                  <a:srgbClr val="1A1D1B"/>
                </a:solidFill>
                <a:latin typeface="Arial" pitchFamily="34" charset="0"/>
                <a:ea typeface="Arial" pitchFamily="34" charset="-122"/>
                <a:cs typeface="Arial" pitchFamily="34" charset="-120"/>
              </a:rPr>
              <a:t>One </a:t>
            </a:r>
            <a:r>
              <a:rPr lang="en-US" sz="1600" dirty="0">
                <a:solidFill>
                  <a:srgbClr val="1A1D1B"/>
                </a:solidFill>
                <a:latin typeface="Courier New" pitchFamily="34" charset="0"/>
                <a:ea typeface="Courier New" pitchFamily="34" charset="-122"/>
                <a:cs typeface="Courier New" pitchFamily="34" charset="-120"/>
              </a:rPr>
              <a:t>ALTER TABLE </a:t>
            </a:r>
            <a:r>
              <a:rPr lang="en-US" dirty="0">
                <a:solidFill>
                  <a:srgbClr val="1A1D1B"/>
                </a:solidFill>
                <a:latin typeface="Arial" pitchFamily="34" charset="0"/>
                <a:ea typeface="Arial" pitchFamily="34" charset="-122"/>
                <a:cs typeface="Arial" pitchFamily="34" charset="-120"/>
              </a:rPr>
              <a:t>command and three teams break at once. The schema becomes a secret API everyone depends on and no one owns.</a:t>
            </a:r>
            <a:endParaRPr lang="en-US" dirty="0"/>
          </a:p>
        </p:txBody>
      </p:sp>
      <p:sp>
        <p:nvSpPr>
          <p:cNvPr id="16" name="Text 6">
            <a:extLst>
              <a:ext uri="{FF2B5EF4-FFF2-40B4-BE49-F238E27FC236}">
                <a16:creationId xmlns:a16="http://schemas.microsoft.com/office/drawing/2014/main" id="{9BE4799F-846A-1507-FD14-B2790101639F}"/>
              </a:ext>
            </a:extLst>
          </p:cNvPr>
          <p:cNvSpPr/>
          <p:nvPr/>
        </p:nvSpPr>
        <p:spPr>
          <a:xfrm>
            <a:off x="914401" y="5390866"/>
            <a:ext cx="10426758" cy="755933"/>
          </a:xfrm>
          <a:prstGeom prst="rect">
            <a:avLst/>
          </a:prstGeom>
          <a:noFill/>
          <a:ln/>
        </p:spPr>
        <p:txBody>
          <a:bodyPr wrap="square" lIns="16933" tIns="16933" rIns="16933" bIns="16933" rtlCol="0" anchor="t">
            <a:noAutofit/>
          </a:bodyPr>
          <a:lstStyle/>
          <a:p>
            <a:pPr>
              <a:lnSpc>
                <a:spcPct val="125806"/>
              </a:lnSpc>
            </a:pPr>
            <a:r>
              <a:rPr lang="en-US" dirty="0">
                <a:solidFill>
                  <a:schemeClr val="tx1">
                    <a:lumMod val="85000"/>
                    <a:lumOff val="15000"/>
                  </a:schemeClr>
                </a:solidFill>
                <a:latin typeface="Arial" pitchFamily="34" charset="0"/>
                <a:ea typeface="Arial" pitchFamily="34" charset="-122"/>
                <a:cs typeface="Arial" pitchFamily="34" charset="-120"/>
              </a:rPr>
              <a:t>This is why our demo runs </a:t>
            </a:r>
            <a:r>
              <a:rPr lang="en-US" b="1" dirty="0">
                <a:solidFill>
                  <a:schemeClr val="tx1">
                    <a:lumMod val="85000"/>
                    <a:lumOff val="15000"/>
                  </a:schemeClr>
                </a:solidFill>
                <a:latin typeface="Arial" pitchFamily="34" charset="0"/>
                <a:ea typeface="Arial" pitchFamily="34" charset="-122"/>
                <a:cs typeface="Arial" pitchFamily="34" charset="-120"/>
              </a:rPr>
              <a:t>MySQL, MongoDB, and in-memory state. T</a:t>
            </a:r>
            <a:r>
              <a:rPr lang="en-US" dirty="0">
                <a:solidFill>
                  <a:schemeClr val="tx1">
                    <a:lumMod val="85000"/>
                    <a:lumOff val="15000"/>
                  </a:schemeClr>
                </a:solidFill>
                <a:latin typeface="Arial" pitchFamily="34" charset="0"/>
                <a:ea typeface="Arial" pitchFamily="34" charset="-122"/>
                <a:cs typeface="Arial" pitchFamily="34" charset="-120"/>
              </a:rPr>
              <a:t>hree services, three completely different stores.</a:t>
            </a:r>
            <a:endParaRPr lang="en-US" dirty="0">
              <a:solidFill>
                <a:schemeClr val="tx1">
                  <a:lumMod val="85000"/>
                  <a:lumOff val="15000"/>
                </a:schemeClr>
              </a:solidFill>
            </a:endParaRPr>
          </a:p>
        </p:txBody>
      </p:sp>
      <p:sp>
        <p:nvSpPr>
          <p:cNvPr id="17" name="Text 4">
            <a:extLst>
              <a:ext uri="{FF2B5EF4-FFF2-40B4-BE49-F238E27FC236}">
                <a16:creationId xmlns:a16="http://schemas.microsoft.com/office/drawing/2014/main" id="{1DBFC8A5-2E36-4E6F-C632-58953B1DD506}"/>
              </a:ext>
            </a:extLst>
          </p:cNvPr>
          <p:cNvSpPr/>
          <p:nvPr/>
        </p:nvSpPr>
        <p:spPr>
          <a:xfrm>
            <a:off x="1202577" y="3729930"/>
            <a:ext cx="2489110" cy="660400"/>
          </a:xfrm>
          <a:prstGeom prst="rect">
            <a:avLst/>
          </a:prstGeom>
          <a:noFill/>
          <a:ln/>
        </p:spPr>
        <p:txBody>
          <a:bodyPr wrap="square" lIns="16933" tIns="16933" rIns="16933" bIns="16933" rtlCol="0" anchor="t">
            <a:normAutofit/>
          </a:bodyPr>
          <a:lstStyle/>
          <a:p>
            <a:r>
              <a:rPr lang="en-US" sz="3200" b="1" kern="0" spc="192" dirty="0">
                <a:solidFill>
                  <a:srgbClr val="167A5B"/>
                </a:solidFill>
                <a:latin typeface="Courier New" pitchFamily="34" charset="0"/>
                <a:ea typeface="Courier New" pitchFamily="34" charset="-122"/>
                <a:cs typeface="Courier New" pitchFamily="34" charset="-120"/>
              </a:rPr>
              <a:t>REALITY</a:t>
            </a:r>
            <a:endParaRPr 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4" grpId="0" animBg="1"/>
      <p:bldP spid="15" grpId="0" animBg="1"/>
      <p:bldP spid="16" grpId="0" animBg="1"/>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02262-A032-9E35-EBAD-61D340662A8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4F2E966-EEE6-5BFA-532D-0E065BA15180}"/>
              </a:ext>
            </a:extLst>
          </p:cNvPr>
          <p:cNvSpPr/>
          <p:nvPr/>
        </p:nvSpPr>
        <p:spPr>
          <a:xfrm>
            <a:off x="762001" y="635000"/>
            <a:ext cx="1685131" cy="368300"/>
          </a:xfrm>
          <a:prstGeom prst="roundRect">
            <a:avLst>
              <a:gd name="adj" fmla="val 13793"/>
            </a:avLst>
          </a:prstGeom>
          <a:solidFill>
            <a:srgbClr val="F9ECEA"/>
          </a:solidFill>
          <a:ln/>
        </p:spPr>
        <p:txBody>
          <a:bodyPr/>
          <a:lstStyle/>
          <a:p>
            <a:endParaRPr lang="en-GB" sz="1200"/>
          </a:p>
        </p:txBody>
      </p:sp>
      <p:sp>
        <p:nvSpPr>
          <p:cNvPr id="3" name="Text 1">
            <a:extLst>
              <a:ext uri="{FF2B5EF4-FFF2-40B4-BE49-F238E27FC236}">
                <a16:creationId xmlns:a16="http://schemas.microsoft.com/office/drawing/2014/main" id="{07FD743A-4BFD-613E-D54F-4E4F4839201F}"/>
              </a:ext>
            </a:extLst>
          </p:cNvPr>
          <p:cNvSpPr/>
          <p:nvPr/>
        </p:nvSpPr>
        <p:spPr>
          <a:xfrm>
            <a:off x="914401" y="711200"/>
            <a:ext cx="1431131" cy="241300"/>
          </a:xfrm>
          <a:prstGeom prst="rect">
            <a:avLst/>
          </a:prstGeom>
          <a:noFill/>
          <a:ln/>
        </p:spPr>
        <p:txBody>
          <a:bodyPr wrap="square" lIns="16933" tIns="16933" rIns="16933" bIns="16933" rtlCol="0" anchor="t">
            <a:normAutofit/>
          </a:bodyPr>
          <a:lstStyle/>
          <a:p>
            <a:r>
              <a:rPr lang="en-US" sz="1300" kern="0" spc="208" dirty="0">
                <a:solidFill>
                  <a:srgbClr val="B0483A"/>
                </a:solidFill>
                <a:latin typeface="Courier New" pitchFamily="34" charset="0"/>
                <a:ea typeface="Courier New" pitchFamily="34" charset="-122"/>
                <a:cs typeface="Courier New" pitchFamily="34" charset="-120"/>
              </a:rPr>
              <a:t>More Myths</a:t>
            </a:r>
            <a:endParaRPr lang="en-US" sz="1300" dirty="0"/>
          </a:p>
        </p:txBody>
      </p:sp>
      <p:sp>
        <p:nvSpPr>
          <p:cNvPr id="4" name="Text 2">
            <a:extLst>
              <a:ext uri="{FF2B5EF4-FFF2-40B4-BE49-F238E27FC236}">
                <a16:creationId xmlns:a16="http://schemas.microsoft.com/office/drawing/2014/main" id="{CC0FED42-D0E6-6B04-A64F-71B0E57479E0}"/>
              </a:ext>
            </a:extLst>
          </p:cNvPr>
          <p:cNvSpPr/>
          <p:nvPr/>
        </p:nvSpPr>
        <p:spPr>
          <a:xfrm>
            <a:off x="762000" y="1333500"/>
            <a:ext cx="11734800" cy="580331"/>
          </a:xfrm>
          <a:prstGeom prst="rect">
            <a:avLst/>
          </a:prstGeom>
          <a:noFill/>
          <a:ln/>
        </p:spPr>
        <p:txBody>
          <a:bodyPr wrap="square" lIns="16933" tIns="16933" rIns="16933" bIns="16933" rtlCol="0" anchor="t">
            <a:normAutofit lnSpcReduction="10000"/>
          </a:bodyPr>
          <a:lstStyle/>
          <a:p>
            <a:pPr>
              <a:lnSpc>
                <a:spcPct val="100460"/>
              </a:lnSpc>
            </a:pPr>
            <a:r>
              <a:rPr lang="en-US" sz="3800" i="1" dirty="0">
                <a:solidFill>
                  <a:srgbClr val="5C635E"/>
                </a:solidFill>
                <a:latin typeface="Georgia" pitchFamily="34" charset="0"/>
                <a:ea typeface="Georgia" pitchFamily="34" charset="-122"/>
                <a:cs typeface="Georgia" pitchFamily="34" charset="-120"/>
              </a:rPr>
              <a:t>Honorable mentions</a:t>
            </a:r>
            <a:endParaRPr lang="en-US" sz="3800" dirty="0"/>
          </a:p>
        </p:txBody>
      </p:sp>
      <p:sp>
        <p:nvSpPr>
          <p:cNvPr id="9" name="Text 1">
            <a:extLst>
              <a:ext uri="{FF2B5EF4-FFF2-40B4-BE49-F238E27FC236}">
                <a16:creationId xmlns:a16="http://schemas.microsoft.com/office/drawing/2014/main" id="{6A5A701F-CE2D-22FE-57D3-CCEF7AE06854}"/>
              </a:ext>
            </a:extLst>
          </p:cNvPr>
          <p:cNvSpPr/>
          <p:nvPr/>
        </p:nvSpPr>
        <p:spPr>
          <a:xfrm>
            <a:off x="761999" y="2040831"/>
            <a:ext cx="10667999" cy="4105969"/>
          </a:xfrm>
          <a:prstGeom prst="rect">
            <a:avLst/>
          </a:prstGeom>
          <a:noFill/>
          <a:ln/>
        </p:spPr>
        <p:txBody>
          <a:bodyPr wrap="square" lIns="16933" tIns="16933" rIns="16933" bIns="16933" rtlCol="0" anchor="t">
            <a:normAutofit/>
          </a:bodyPr>
          <a:lstStyle/>
          <a:p>
            <a:pPr marL="571500" indent="-571500">
              <a:lnSpc>
                <a:spcPct val="101684"/>
              </a:lnSpc>
              <a:buFont typeface="Arial" panose="020B0604020202020204" pitchFamily="34" charset="0"/>
              <a:buChar char="•"/>
            </a:pPr>
            <a:r>
              <a:rPr lang="en-US" sz="3600" dirty="0">
                <a:solidFill>
                  <a:srgbClr val="1A1D1B"/>
                </a:solidFill>
                <a:latin typeface="Georgia" pitchFamily="34" charset="0"/>
              </a:rPr>
              <a:t>Each service in Microservice follows same design.</a:t>
            </a:r>
          </a:p>
          <a:p>
            <a:pPr marL="571500" indent="-571500">
              <a:lnSpc>
                <a:spcPct val="101684"/>
              </a:lnSpc>
              <a:buFont typeface="Arial" panose="020B0604020202020204" pitchFamily="34" charset="0"/>
              <a:buChar char="•"/>
            </a:pPr>
            <a:r>
              <a:rPr lang="en-US" sz="3600" dirty="0">
                <a:solidFill>
                  <a:srgbClr val="1A1D1B"/>
                </a:solidFill>
                <a:latin typeface="Georgia" pitchFamily="34" charset="0"/>
              </a:rPr>
              <a:t>More services = more Agile</a:t>
            </a:r>
          </a:p>
          <a:p>
            <a:pPr marL="571500" indent="-571500">
              <a:lnSpc>
                <a:spcPct val="101684"/>
              </a:lnSpc>
              <a:buFont typeface="Arial" panose="020B0604020202020204" pitchFamily="34" charset="0"/>
              <a:buChar char="•"/>
            </a:pPr>
            <a:r>
              <a:rPr lang="en-US" sz="3600" dirty="0">
                <a:solidFill>
                  <a:srgbClr val="1A1D1B"/>
                </a:solidFill>
                <a:latin typeface="Georgia" pitchFamily="34" charset="0"/>
              </a:rPr>
              <a:t>More secure</a:t>
            </a:r>
          </a:p>
          <a:p>
            <a:pPr marL="571500" indent="-571500">
              <a:lnSpc>
                <a:spcPct val="101684"/>
              </a:lnSpc>
              <a:buFont typeface="Arial" panose="020B0604020202020204" pitchFamily="34" charset="0"/>
              <a:buChar char="•"/>
            </a:pPr>
            <a:r>
              <a:rPr lang="en-US" sz="3600" dirty="0">
                <a:solidFill>
                  <a:srgbClr val="1A1D1B"/>
                </a:solidFill>
                <a:latin typeface="Georgia" pitchFamily="34" charset="0"/>
              </a:rPr>
              <a:t>Always stateless</a:t>
            </a:r>
          </a:p>
          <a:p>
            <a:pPr>
              <a:lnSpc>
                <a:spcPct val="101684"/>
              </a:lnSpc>
            </a:pPr>
            <a:r>
              <a:rPr lang="en-US" sz="3600" i="1" dirty="0">
                <a:solidFill>
                  <a:srgbClr val="1A1D1B"/>
                </a:solidFill>
                <a:latin typeface="Georgia" pitchFamily="34" charset="0"/>
              </a:rPr>
              <a:t>And personally, my </a:t>
            </a:r>
            <a:r>
              <a:rPr lang="en-US" sz="3600" i="1" dirty="0" err="1">
                <a:solidFill>
                  <a:srgbClr val="1A1D1B"/>
                </a:solidFill>
                <a:latin typeface="Georgia" pitchFamily="34" charset="0"/>
              </a:rPr>
              <a:t>favourite</a:t>
            </a:r>
            <a:r>
              <a:rPr lang="en-US" sz="3600" i="1" dirty="0">
                <a:solidFill>
                  <a:srgbClr val="1A1D1B"/>
                </a:solidFill>
                <a:latin typeface="Georgia" pitchFamily="34" charset="0"/>
              </a:rPr>
              <a:t>:</a:t>
            </a:r>
          </a:p>
          <a:p>
            <a:pPr marL="571500" indent="-571500">
              <a:lnSpc>
                <a:spcPct val="101684"/>
              </a:lnSpc>
              <a:buFont typeface="Arial" panose="020B0604020202020204" pitchFamily="34" charset="0"/>
              <a:buChar char="•"/>
            </a:pPr>
            <a:r>
              <a:rPr lang="en-US" sz="3600" dirty="0">
                <a:solidFill>
                  <a:srgbClr val="1A1D1B"/>
                </a:solidFill>
                <a:latin typeface="Georgia" pitchFamily="34" charset="0"/>
              </a:rPr>
              <a:t>You can go Microservice from day one…</a:t>
            </a:r>
          </a:p>
          <a:p>
            <a:pPr marL="571500" indent="-571500">
              <a:lnSpc>
                <a:spcPct val="101684"/>
              </a:lnSpc>
              <a:buFont typeface="Arial" panose="020B0604020202020204" pitchFamily="34" charset="0"/>
              <a:buChar char="•"/>
            </a:pPr>
            <a:endParaRPr lang="en-US" sz="3600" dirty="0"/>
          </a:p>
        </p:txBody>
      </p:sp>
    </p:spTree>
    <p:extLst>
      <p:ext uri="{BB962C8B-B14F-4D97-AF65-F5344CB8AC3E}">
        <p14:creationId xmlns:p14="http://schemas.microsoft.com/office/powerpoint/2010/main" val="316165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906000" y="571500"/>
            <a:ext cx="1676400" cy="1295400"/>
          </a:xfrm>
          <a:prstGeom prst="rect">
            <a:avLst/>
          </a:prstGeom>
          <a:noFill/>
          <a:ln/>
        </p:spPr>
        <p:txBody>
          <a:bodyPr wrap="square" lIns="16933" tIns="16933" rIns="16933" bIns="16933" rtlCol="0" anchor="t">
            <a:normAutofit fontScale="92500" lnSpcReduction="10000"/>
          </a:bodyPr>
          <a:lstStyle/>
          <a:p>
            <a:pPr>
              <a:lnSpc>
                <a:spcPct val="88106"/>
              </a:lnSpc>
            </a:pPr>
            <a:r>
              <a:rPr lang="en-US" sz="10001" dirty="0">
                <a:solidFill>
                  <a:srgbClr val="8FD4B8">
                    <a:alpha val="28000"/>
                  </a:srgbClr>
                </a:solidFill>
                <a:latin typeface="Courier New" pitchFamily="34" charset="0"/>
                <a:ea typeface="Courier New" pitchFamily="34" charset="-122"/>
                <a:cs typeface="Courier New" pitchFamily="34" charset="-120"/>
              </a:rPr>
              <a:t>03</a:t>
            </a:r>
            <a:endParaRPr lang="en-US" sz="10001" dirty="0"/>
          </a:p>
        </p:txBody>
      </p:sp>
      <p:sp>
        <p:nvSpPr>
          <p:cNvPr id="4" name="Text 2"/>
          <p:cNvSpPr/>
          <p:nvPr/>
        </p:nvSpPr>
        <p:spPr>
          <a:xfrm>
            <a:off x="762000" y="1001662"/>
            <a:ext cx="9156700" cy="1342033"/>
          </a:xfrm>
          <a:prstGeom prst="rect">
            <a:avLst/>
          </a:prstGeom>
          <a:noFill/>
          <a:ln/>
        </p:spPr>
        <p:txBody>
          <a:bodyPr wrap="square" lIns="16933" tIns="16933" rIns="16933" bIns="16933" rtlCol="0" anchor="t">
            <a:normAutofit/>
          </a:bodyPr>
          <a:lstStyle/>
          <a:p>
            <a:pPr>
              <a:lnSpc>
                <a:spcPct val="95119"/>
              </a:lnSpc>
            </a:pPr>
            <a:r>
              <a:rPr lang="en-US" sz="4800" b="1" dirty="0">
                <a:latin typeface="Georgia" pitchFamily="34" charset="0"/>
                <a:ea typeface="Georgia" pitchFamily="34" charset="-122"/>
                <a:cs typeface="Georgia" pitchFamily="34" charset="-120"/>
              </a:rPr>
              <a:t>Building </a:t>
            </a:r>
            <a:r>
              <a:rPr lang="en-US" sz="4800" b="1" dirty="0">
                <a:solidFill>
                  <a:srgbClr val="167A5B"/>
                </a:solidFill>
                <a:latin typeface="Georgia" pitchFamily="34" charset="0"/>
                <a:ea typeface="Georgia" pitchFamily="34" charset="-122"/>
                <a:cs typeface="Georgia" pitchFamily="34" charset="-120"/>
              </a:rPr>
              <a:t>a real system</a:t>
            </a:r>
            <a:endParaRPr lang="en-US" sz="4800" dirty="0">
              <a:solidFill>
                <a:srgbClr val="167A5B"/>
              </a:solidFill>
            </a:endParaRPr>
          </a:p>
        </p:txBody>
      </p:sp>
      <p:sp>
        <p:nvSpPr>
          <p:cNvPr id="5" name="Text 3"/>
          <p:cNvSpPr/>
          <p:nvPr/>
        </p:nvSpPr>
        <p:spPr>
          <a:xfrm>
            <a:off x="762000" y="1866901"/>
            <a:ext cx="10820400" cy="773198"/>
          </a:xfrm>
          <a:prstGeom prst="rect">
            <a:avLst/>
          </a:prstGeom>
          <a:noFill/>
          <a:ln/>
        </p:spPr>
        <p:txBody>
          <a:bodyPr wrap="square" lIns="16933" tIns="16933" rIns="16933" bIns="16933" rtlCol="0" anchor="t">
            <a:normAutofit/>
          </a:bodyPr>
          <a:lstStyle/>
          <a:p>
            <a:r>
              <a:rPr lang="en-US" sz="2400" dirty="0">
                <a:solidFill>
                  <a:schemeClr val="tx1">
                    <a:lumMod val="85000"/>
                    <a:lumOff val="15000"/>
                  </a:schemeClr>
                </a:solidFill>
                <a:latin typeface="Arial" pitchFamily="34" charset="0"/>
                <a:ea typeface="Arial" pitchFamily="34" charset="-122"/>
                <a:cs typeface="Arial" pitchFamily="34" charset="-120"/>
              </a:rPr>
              <a:t>We build a mini ride-hailing app (like Careem) where every stack choice is forced by the data.</a:t>
            </a:r>
            <a:endParaRPr lang="en-US" sz="2400" dirty="0">
              <a:solidFill>
                <a:schemeClr val="tx1">
                  <a:lumMod val="85000"/>
                  <a:lumOff val="15000"/>
                </a:schemeClr>
              </a:solidFill>
            </a:endParaRPr>
          </a:p>
        </p:txBody>
      </p:sp>
      <p:sp>
        <p:nvSpPr>
          <p:cNvPr id="7" name="Text 0">
            <a:extLst>
              <a:ext uri="{FF2B5EF4-FFF2-40B4-BE49-F238E27FC236}">
                <a16:creationId xmlns:a16="http://schemas.microsoft.com/office/drawing/2014/main" id="{EFCCB16E-8BCB-6DC7-0551-C83961D0099F}"/>
              </a:ext>
            </a:extLst>
          </p:cNvPr>
          <p:cNvSpPr/>
          <p:nvPr/>
        </p:nvSpPr>
        <p:spPr>
          <a:xfrm>
            <a:off x="762000" y="635000"/>
            <a:ext cx="10820400" cy="228600"/>
          </a:xfrm>
          <a:prstGeom prst="rect">
            <a:avLst/>
          </a:prstGeom>
          <a:noFill/>
          <a:ln/>
        </p:spPr>
        <p:txBody>
          <a:bodyPr wrap="square" lIns="16933" tIns="16933" rIns="16933" bIns="16933" rtlCol="0" anchor="t">
            <a:normAutofit/>
          </a:bodyPr>
          <a:lstStyle/>
          <a:p>
            <a:r>
              <a:rPr lang="en-US" sz="1200" kern="0" spc="216" dirty="0">
                <a:solidFill>
                  <a:srgbClr val="167A5B"/>
                </a:solidFill>
                <a:latin typeface="Courier New" pitchFamily="34" charset="0"/>
                <a:ea typeface="Courier New" pitchFamily="34" charset="-122"/>
                <a:cs typeface="Courier New" pitchFamily="34" charset="-120"/>
              </a:rPr>
              <a:t>Part Three</a:t>
            </a:r>
            <a:endParaRPr lang="en-US" sz="1200" dirty="0"/>
          </a:p>
        </p:txBody>
      </p:sp>
      <p:pic>
        <p:nvPicPr>
          <p:cNvPr id="22" name="Picture 21">
            <a:extLst>
              <a:ext uri="{FF2B5EF4-FFF2-40B4-BE49-F238E27FC236}">
                <a16:creationId xmlns:a16="http://schemas.microsoft.com/office/drawing/2014/main" id="{0387C532-D0D2-D5E6-0D37-263D75C1FA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778772"/>
            <a:ext cx="12192000" cy="30775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965200"/>
            <a:ext cx="10707796" cy="486370"/>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One app; three services; three stacks</a:t>
            </a:r>
            <a:endParaRPr lang="en-US" sz="3300" dirty="0"/>
          </a:p>
        </p:txBody>
      </p:sp>
      <p:sp>
        <p:nvSpPr>
          <p:cNvPr id="3" name="Shape 1"/>
          <p:cNvSpPr/>
          <p:nvPr/>
        </p:nvSpPr>
        <p:spPr>
          <a:xfrm>
            <a:off x="762000" y="4664670"/>
            <a:ext cx="10668000" cy="571500"/>
          </a:xfrm>
          <a:prstGeom prst="roundRect">
            <a:avLst>
              <a:gd name="adj" fmla="val 15556"/>
            </a:avLst>
          </a:prstGeom>
          <a:solidFill>
            <a:srgbClr val="1A1D1B"/>
          </a:solidFill>
          <a:ln/>
        </p:spPr>
        <p:txBody>
          <a:bodyPr/>
          <a:lstStyle/>
          <a:p>
            <a:endParaRPr lang="en-GB" sz="1200"/>
          </a:p>
        </p:txBody>
      </p:sp>
      <p:sp>
        <p:nvSpPr>
          <p:cNvPr id="5" name="Text 3"/>
          <p:cNvSpPr/>
          <p:nvPr/>
        </p:nvSpPr>
        <p:spPr>
          <a:xfrm>
            <a:off x="4658717" y="4829770"/>
            <a:ext cx="2874467" cy="266700"/>
          </a:xfrm>
          <a:prstGeom prst="rect">
            <a:avLst/>
          </a:prstGeom>
          <a:noFill/>
          <a:ln/>
        </p:spPr>
        <p:txBody>
          <a:bodyPr wrap="square" lIns="16933" tIns="16933" rIns="16933" bIns="16933" rtlCol="0" anchor="t">
            <a:normAutofit lnSpcReduction="10000"/>
          </a:bodyPr>
          <a:lstStyle/>
          <a:p>
            <a:pPr algn="ctr"/>
            <a:r>
              <a:rPr lang="en-US" sz="1650" b="1" dirty="0">
                <a:solidFill>
                  <a:srgbClr val="F4F7F4"/>
                </a:solidFill>
                <a:latin typeface="Arial" pitchFamily="34" charset="0"/>
                <a:ea typeface="Arial" pitchFamily="34" charset="-122"/>
                <a:cs typeface="Arial" pitchFamily="34" charset="-120"/>
              </a:rPr>
              <a:t>API Gateway</a:t>
            </a:r>
            <a:endParaRPr lang="en-US" sz="1650" dirty="0"/>
          </a:p>
        </p:txBody>
      </p:sp>
      <p:grpSp>
        <p:nvGrpSpPr>
          <p:cNvPr id="34" name="Group 33">
            <a:extLst>
              <a:ext uri="{FF2B5EF4-FFF2-40B4-BE49-F238E27FC236}">
                <a16:creationId xmlns:a16="http://schemas.microsoft.com/office/drawing/2014/main" id="{C7DC16C8-7DE0-9D4D-9DD6-D1482EEA7CA8}"/>
              </a:ext>
            </a:extLst>
          </p:cNvPr>
          <p:cNvGrpSpPr/>
          <p:nvPr/>
        </p:nvGrpSpPr>
        <p:grpSpPr>
          <a:xfrm>
            <a:off x="762001" y="2315170"/>
            <a:ext cx="3409453" cy="2178050"/>
            <a:chOff x="762001" y="2315170"/>
            <a:chExt cx="3409453" cy="2178050"/>
          </a:xfrm>
        </p:grpSpPr>
        <p:sp>
          <p:nvSpPr>
            <p:cNvPr id="9" name="Shape 7"/>
            <p:cNvSpPr/>
            <p:nvPr/>
          </p:nvSpPr>
          <p:spPr>
            <a:xfrm>
              <a:off x="762001" y="2315170"/>
              <a:ext cx="3369667" cy="2178050"/>
            </a:xfrm>
            <a:prstGeom prst="roundRect">
              <a:avLst>
                <a:gd name="adj" fmla="val 5248"/>
              </a:avLst>
            </a:prstGeom>
            <a:solidFill>
              <a:srgbClr val="FFFFFF"/>
            </a:solidFill>
            <a:ln w="28575">
              <a:solidFill>
                <a:srgbClr val="C9622E"/>
              </a:solidFill>
              <a:prstDash val="solid"/>
            </a:ln>
          </p:spPr>
          <p:txBody>
            <a:bodyPr/>
            <a:lstStyle/>
            <a:p>
              <a:endParaRPr lang="en-GB" sz="1200"/>
            </a:p>
          </p:txBody>
        </p:sp>
        <p:sp>
          <p:nvSpPr>
            <p:cNvPr id="10" name="Shape 8"/>
            <p:cNvSpPr/>
            <p:nvPr/>
          </p:nvSpPr>
          <p:spPr>
            <a:xfrm>
              <a:off x="781051" y="2334220"/>
              <a:ext cx="3331567" cy="546100"/>
            </a:xfrm>
            <a:prstGeom prst="rect">
              <a:avLst/>
            </a:prstGeom>
            <a:solidFill>
              <a:srgbClr val="FBF0E8"/>
            </a:solidFill>
            <a:ln/>
          </p:spPr>
          <p:txBody>
            <a:bodyPr/>
            <a:lstStyle/>
            <a:p>
              <a:endParaRPr lang="en-GB" sz="1200"/>
            </a:p>
          </p:txBody>
        </p:sp>
        <p:sp>
          <p:nvSpPr>
            <p:cNvPr id="11" name="Text 9"/>
            <p:cNvSpPr/>
            <p:nvPr/>
          </p:nvSpPr>
          <p:spPr>
            <a:xfrm>
              <a:off x="1009650" y="2486620"/>
              <a:ext cx="625277" cy="266700"/>
            </a:xfrm>
            <a:prstGeom prst="rect">
              <a:avLst/>
            </a:prstGeom>
            <a:noFill/>
            <a:ln/>
          </p:spPr>
          <p:txBody>
            <a:bodyPr wrap="square" lIns="16933" tIns="16933" rIns="16933" bIns="16933" rtlCol="0" anchor="t">
              <a:normAutofit fontScale="92500"/>
            </a:bodyPr>
            <a:lstStyle/>
            <a:p>
              <a:r>
                <a:rPr lang="en-US" sz="1650" b="1" dirty="0">
                  <a:solidFill>
                    <a:srgbClr val="9C4A1E"/>
                  </a:solidFill>
                  <a:latin typeface="Arial" pitchFamily="34" charset="0"/>
                  <a:ea typeface="Arial" pitchFamily="34" charset="-122"/>
                  <a:cs typeface="Arial" pitchFamily="34" charset="-120"/>
                </a:rPr>
                <a:t>Wallet</a:t>
              </a:r>
              <a:endParaRPr lang="en-US" sz="1650" dirty="0"/>
            </a:p>
          </p:txBody>
        </p:sp>
        <p:sp>
          <p:nvSpPr>
            <p:cNvPr id="12" name="Text 10"/>
            <p:cNvSpPr/>
            <p:nvPr/>
          </p:nvSpPr>
          <p:spPr>
            <a:xfrm>
              <a:off x="3426817" y="2505670"/>
              <a:ext cx="508000" cy="228600"/>
            </a:xfrm>
            <a:prstGeom prst="rect">
              <a:avLst/>
            </a:prstGeom>
            <a:noFill/>
            <a:ln/>
          </p:spPr>
          <p:txBody>
            <a:bodyPr wrap="square" lIns="16933" tIns="16933" rIns="16933" bIns="16933" rtlCol="0" anchor="t">
              <a:normAutofit/>
            </a:bodyPr>
            <a:lstStyle/>
            <a:p>
              <a:r>
                <a:rPr lang="en-US" sz="1200" dirty="0">
                  <a:solidFill>
                    <a:srgbClr val="9C4A1E"/>
                  </a:solidFill>
                  <a:latin typeface="Courier New" pitchFamily="34" charset="0"/>
                  <a:ea typeface="Courier New" pitchFamily="34" charset="-122"/>
                  <a:cs typeface="Courier New" pitchFamily="34" charset="-120"/>
                </a:rPr>
                <a:t>:8080</a:t>
              </a:r>
              <a:endParaRPr lang="en-US" sz="1200" dirty="0"/>
            </a:p>
          </p:txBody>
        </p:sp>
        <p:sp>
          <p:nvSpPr>
            <p:cNvPr id="13" name="Text 11"/>
            <p:cNvSpPr/>
            <p:nvPr/>
          </p:nvSpPr>
          <p:spPr>
            <a:xfrm>
              <a:off x="1009650" y="3083520"/>
              <a:ext cx="3161804" cy="241300"/>
            </a:xfrm>
            <a:prstGeom prst="rect">
              <a:avLst/>
            </a:prstGeom>
            <a:noFill/>
            <a:ln/>
          </p:spPr>
          <p:txBody>
            <a:bodyPr wrap="square" lIns="16933" tIns="16933" rIns="16933" bIns="16933" rtlCol="0" anchor="t">
              <a:normAutofit/>
            </a:bodyPr>
            <a:lstStyle/>
            <a:p>
              <a:r>
                <a:rPr lang="en-US" sz="1300" b="1" dirty="0">
                  <a:solidFill>
                    <a:srgbClr val="1A1D1B"/>
                  </a:solidFill>
                  <a:latin typeface="Arial" pitchFamily="34" charset="0"/>
                  <a:ea typeface="Arial" pitchFamily="34" charset="-122"/>
                  <a:cs typeface="Arial" pitchFamily="34" charset="-120"/>
                </a:rPr>
                <a:t>Java </a:t>
              </a:r>
              <a:r>
                <a:rPr lang="en-US" sz="1300" dirty="0">
                  <a:solidFill>
                    <a:srgbClr val="1A1D1B"/>
                  </a:solidFill>
                  <a:latin typeface="Arial" pitchFamily="34" charset="0"/>
                  <a:ea typeface="Arial" pitchFamily="34" charset="-122"/>
                  <a:cs typeface="Arial" pitchFamily="34" charset="-120"/>
                </a:rPr>
                <a:t>· Spring Boot</a:t>
              </a:r>
              <a:endParaRPr lang="en-US" sz="1300" dirty="0"/>
            </a:p>
          </p:txBody>
        </p:sp>
        <p:sp>
          <p:nvSpPr>
            <p:cNvPr id="14" name="Text 12"/>
            <p:cNvSpPr/>
            <p:nvPr/>
          </p:nvSpPr>
          <p:spPr>
            <a:xfrm>
              <a:off x="1009650" y="3388320"/>
              <a:ext cx="3161804" cy="241300"/>
            </a:xfrm>
            <a:prstGeom prst="rect">
              <a:avLst/>
            </a:prstGeom>
            <a:noFill/>
            <a:ln/>
          </p:spPr>
          <p:txBody>
            <a:bodyPr wrap="square" lIns="16933" tIns="16933" rIns="16933" bIns="16933" rtlCol="0" anchor="t">
              <a:normAutofit fontScale="92500"/>
            </a:bodyPr>
            <a:lstStyle/>
            <a:p>
              <a:r>
                <a:rPr lang="en-US" sz="1300" dirty="0">
                  <a:solidFill>
                    <a:srgbClr val="5C635E"/>
                  </a:solidFill>
                  <a:latin typeface="Arial" pitchFamily="34" charset="0"/>
                  <a:ea typeface="Arial" pitchFamily="34" charset="-122"/>
                  <a:cs typeface="Arial" pitchFamily="34" charset="-120"/>
                </a:rPr>
                <a:t>Handles real money: Fares, ledgers, refunds</a:t>
              </a:r>
              <a:endParaRPr lang="en-US" sz="1300" dirty="0"/>
            </a:p>
          </p:txBody>
        </p:sp>
        <p:sp>
          <p:nvSpPr>
            <p:cNvPr id="15" name="Shape 13"/>
            <p:cNvSpPr/>
            <p:nvPr/>
          </p:nvSpPr>
          <p:spPr>
            <a:xfrm>
              <a:off x="1009651" y="3731220"/>
              <a:ext cx="2874367" cy="12700"/>
            </a:xfrm>
            <a:prstGeom prst="rect">
              <a:avLst/>
            </a:prstGeom>
            <a:solidFill>
              <a:srgbClr val="E4E5E1"/>
            </a:solidFill>
            <a:ln/>
          </p:spPr>
          <p:txBody>
            <a:bodyPr/>
            <a:lstStyle/>
            <a:p>
              <a:endParaRPr lang="en-GB" sz="1200"/>
            </a:p>
          </p:txBody>
        </p:sp>
        <p:sp>
          <p:nvSpPr>
            <p:cNvPr id="16" name="Text 14"/>
            <p:cNvSpPr/>
            <p:nvPr/>
          </p:nvSpPr>
          <p:spPr>
            <a:xfrm>
              <a:off x="1009650" y="3832820"/>
              <a:ext cx="2960598" cy="247650"/>
            </a:xfrm>
            <a:prstGeom prst="rect">
              <a:avLst/>
            </a:prstGeom>
            <a:noFill/>
            <a:ln/>
          </p:spPr>
          <p:txBody>
            <a:bodyPr wrap="square" lIns="16933" tIns="16933" rIns="16933" bIns="16933" rtlCol="0" anchor="t">
              <a:normAutofit/>
            </a:bodyPr>
            <a:lstStyle/>
            <a:p>
              <a:r>
                <a:rPr lang="en-US" sz="1300" dirty="0">
                  <a:solidFill>
                    <a:srgbClr val="9C4A1E"/>
                  </a:solidFill>
                  <a:latin typeface="Courier New" pitchFamily="34" charset="0"/>
                  <a:ea typeface="Courier New" pitchFamily="34" charset="-122"/>
                  <a:cs typeface="Courier New" pitchFamily="34" charset="-120"/>
                </a:rPr>
                <a:t>⛁ MySQL</a:t>
              </a:r>
              <a:endParaRPr lang="en-US" sz="1300" dirty="0"/>
            </a:p>
          </p:txBody>
        </p:sp>
      </p:grpSp>
      <p:grpSp>
        <p:nvGrpSpPr>
          <p:cNvPr id="36" name="Group 35">
            <a:extLst>
              <a:ext uri="{FF2B5EF4-FFF2-40B4-BE49-F238E27FC236}">
                <a16:creationId xmlns:a16="http://schemas.microsoft.com/office/drawing/2014/main" id="{7FC0BE1C-8CC2-AC61-C240-221CF6F94353}"/>
              </a:ext>
            </a:extLst>
          </p:cNvPr>
          <p:cNvGrpSpPr/>
          <p:nvPr/>
        </p:nvGrpSpPr>
        <p:grpSpPr>
          <a:xfrm>
            <a:off x="4411067" y="2315170"/>
            <a:ext cx="3409564" cy="2178050"/>
            <a:chOff x="4411067" y="2315170"/>
            <a:chExt cx="3409564" cy="2178050"/>
          </a:xfrm>
        </p:grpSpPr>
        <p:sp>
          <p:nvSpPr>
            <p:cNvPr id="17" name="Shape 15"/>
            <p:cNvSpPr/>
            <p:nvPr/>
          </p:nvSpPr>
          <p:spPr>
            <a:xfrm>
              <a:off x="4411067" y="2315170"/>
              <a:ext cx="3369767" cy="2178050"/>
            </a:xfrm>
            <a:prstGeom prst="roundRect">
              <a:avLst>
                <a:gd name="adj" fmla="val 5248"/>
              </a:avLst>
            </a:prstGeom>
            <a:solidFill>
              <a:srgbClr val="FFFFFF"/>
            </a:solidFill>
            <a:ln w="28575">
              <a:solidFill>
                <a:srgbClr val="2E6B4F"/>
              </a:solidFill>
              <a:prstDash val="solid"/>
            </a:ln>
          </p:spPr>
          <p:txBody>
            <a:bodyPr/>
            <a:lstStyle/>
            <a:p>
              <a:endParaRPr lang="en-GB" sz="1200" dirty="0"/>
            </a:p>
          </p:txBody>
        </p:sp>
        <p:sp>
          <p:nvSpPr>
            <p:cNvPr id="18" name="Shape 16"/>
            <p:cNvSpPr/>
            <p:nvPr/>
          </p:nvSpPr>
          <p:spPr>
            <a:xfrm>
              <a:off x="4430117" y="2334220"/>
              <a:ext cx="3331667" cy="546100"/>
            </a:xfrm>
            <a:prstGeom prst="rect">
              <a:avLst/>
            </a:prstGeom>
            <a:solidFill>
              <a:srgbClr val="EBF3EF"/>
            </a:solidFill>
            <a:ln/>
          </p:spPr>
          <p:txBody>
            <a:bodyPr/>
            <a:lstStyle/>
            <a:p>
              <a:endParaRPr lang="en-GB" sz="1200"/>
            </a:p>
          </p:txBody>
        </p:sp>
        <p:sp>
          <p:nvSpPr>
            <p:cNvPr id="19" name="Text 17"/>
            <p:cNvSpPr/>
            <p:nvPr/>
          </p:nvSpPr>
          <p:spPr>
            <a:xfrm>
              <a:off x="4658718" y="2486620"/>
              <a:ext cx="714375" cy="266700"/>
            </a:xfrm>
            <a:prstGeom prst="rect">
              <a:avLst/>
            </a:prstGeom>
            <a:noFill/>
            <a:ln/>
          </p:spPr>
          <p:txBody>
            <a:bodyPr wrap="square" lIns="16933" tIns="16933" rIns="16933" bIns="16933" rtlCol="0" anchor="t">
              <a:normAutofit fontScale="92500"/>
            </a:bodyPr>
            <a:lstStyle/>
            <a:p>
              <a:r>
                <a:rPr lang="en-US" sz="1650" b="1" dirty="0">
                  <a:solidFill>
                    <a:srgbClr val="167A5B"/>
                  </a:solidFill>
                  <a:latin typeface="Arial" pitchFamily="34" charset="0"/>
                  <a:ea typeface="Arial" pitchFamily="34" charset="-122"/>
                  <a:cs typeface="Arial" pitchFamily="34" charset="-120"/>
                </a:rPr>
                <a:t>Drivers</a:t>
              </a:r>
              <a:endParaRPr lang="en-US" sz="1650" dirty="0"/>
            </a:p>
          </p:txBody>
        </p:sp>
        <p:sp>
          <p:nvSpPr>
            <p:cNvPr id="20" name="Text 18"/>
            <p:cNvSpPr/>
            <p:nvPr/>
          </p:nvSpPr>
          <p:spPr>
            <a:xfrm>
              <a:off x="7075983" y="2505670"/>
              <a:ext cx="508000" cy="228600"/>
            </a:xfrm>
            <a:prstGeom prst="rect">
              <a:avLst/>
            </a:prstGeom>
            <a:noFill/>
            <a:ln/>
          </p:spPr>
          <p:txBody>
            <a:bodyPr wrap="square" lIns="16933" tIns="16933" rIns="16933" bIns="16933" rtlCol="0" anchor="t">
              <a:normAutofit/>
            </a:bodyPr>
            <a:lstStyle/>
            <a:p>
              <a:r>
                <a:rPr lang="en-US" sz="1200" dirty="0">
                  <a:solidFill>
                    <a:srgbClr val="167A5B"/>
                  </a:solidFill>
                  <a:latin typeface="Courier New" pitchFamily="34" charset="0"/>
                  <a:ea typeface="Courier New" pitchFamily="34" charset="-122"/>
                  <a:cs typeface="Courier New" pitchFamily="34" charset="-120"/>
                </a:rPr>
                <a:t>:8000</a:t>
              </a:r>
              <a:endParaRPr lang="en-US" sz="1200" dirty="0"/>
            </a:p>
          </p:txBody>
        </p:sp>
        <p:sp>
          <p:nvSpPr>
            <p:cNvPr id="21" name="Text 19"/>
            <p:cNvSpPr/>
            <p:nvPr/>
          </p:nvSpPr>
          <p:spPr>
            <a:xfrm>
              <a:off x="4658718" y="3083520"/>
              <a:ext cx="3161913" cy="241300"/>
            </a:xfrm>
            <a:prstGeom prst="rect">
              <a:avLst/>
            </a:prstGeom>
            <a:noFill/>
            <a:ln/>
          </p:spPr>
          <p:txBody>
            <a:bodyPr wrap="square" lIns="16933" tIns="16933" rIns="16933" bIns="16933" rtlCol="0" anchor="t">
              <a:normAutofit/>
            </a:bodyPr>
            <a:lstStyle/>
            <a:p>
              <a:r>
                <a:rPr lang="en-US" sz="1300" b="1" dirty="0">
                  <a:solidFill>
                    <a:srgbClr val="1A1D1B"/>
                  </a:solidFill>
                  <a:latin typeface="Arial" pitchFamily="34" charset="0"/>
                  <a:ea typeface="Arial" pitchFamily="34" charset="-122"/>
                  <a:cs typeface="Arial" pitchFamily="34" charset="-120"/>
                </a:rPr>
                <a:t>Python </a:t>
              </a:r>
              <a:r>
                <a:rPr lang="en-US" sz="1300" dirty="0">
                  <a:solidFill>
                    <a:srgbClr val="1A1D1B"/>
                  </a:solidFill>
                  <a:latin typeface="Arial" pitchFamily="34" charset="0"/>
                  <a:ea typeface="Arial" pitchFamily="34" charset="-122"/>
                  <a:cs typeface="Arial" pitchFamily="34" charset="-120"/>
                </a:rPr>
                <a:t>· Django</a:t>
              </a:r>
              <a:endParaRPr lang="en-US" sz="1300" dirty="0"/>
            </a:p>
          </p:txBody>
        </p:sp>
        <p:sp>
          <p:nvSpPr>
            <p:cNvPr id="22" name="Text 20"/>
            <p:cNvSpPr/>
            <p:nvPr/>
          </p:nvSpPr>
          <p:spPr>
            <a:xfrm>
              <a:off x="4658718" y="3388320"/>
              <a:ext cx="2960701" cy="457200"/>
            </a:xfrm>
            <a:prstGeom prst="rect">
              <a:avLst/>
            </a:prstGeom>
            <a:noFill/>
            <a:ln/>
          </p:spPr>
          <p:txBody>
            <a:bodyPr wrap="square" lIns="16933" tIns="16933" rIns="16933" bIns="16933" rtlCol="0" anchor="t">
              <a:normAutofit/>
            </a:bodyPr>
            <a:lstStyle/>
            <a:p>
              <a:r>
                <a:rPr lang="en-US" sz="1300" dirty="0">
                  <a:solidFill>
                    <a:srgbClr val="5C635E"/>
                  </a:solidFill>
                  <a:latin typeface="Arial" pitchFamily="34" charset="0"/>
                  <a:ea typeface="Arial" pitchFamily="34" charset="-122"/>
                  <a:cs typeface="Arial" pitchFamily="34" charset="-120"/>
                </a:rPr>
                <a:t>Profiles &amp; KYC documents, endlessly varied</a:t>
              </a:r>
              <a:endParaRPr lang="en-US" sz="1300" dirty="0"/>
            </a:p>
          </p:txBody>
        </p:sp>
        <p:sp>
          <p:nvSpPr>
            <p:cNvPr id="23" name="Shape 21"/>
            <p:cNvSpPr/>
            <p:nvPr/>
          </p:nvSpPr>
          <p:spPr>
            <a:xfrm>
              <a:off x="4658717" y="3947120"/>
              <a:ext cx="2874467" cy="12700"/>
            </a:xfrm>
            <a:prstGeom prst="rect">
              <a:avLst/>
            </a:prstGeom>
            <a:solidFill>
              <a:srgbClr val="E4E5E1"/>
            </a:solidFill>
            <a:ln/>
          </p:spPr>
          <p:txBody>
            <a:bodyPr/>
            <a:lstStyle/>
            <a:p>
              <a:endParaRPr lang="en-GB" sz="1200"/>
            </a:p>
          </p:txBody>
        </p:sp>
        <p:sp>
          <p:nvSpPr>
            <p:cNvPr id="24" name="Text 22"/>
            <p:cNvSpPr/>
            <p:nvPr/>
          </p:nvSpPr>
          <p:spPr>
            <a:xfrm>
              <a:off x="4658718" y="4048720"/>
              <a:ext cx="2960701" cy="247650"/>
            </a:xfrm>
            <a:prstGeom prst="rect">
              <a:avLst/>
            </a:prstGeom>
            <a:noFill/>
            <a:ln/>
          </p:spPr>
          <p:txBody>
            <a:bodyPr wrap="square" lIns="16933" tIns="16933" rIns="16933" bIns="16933" rtlCol="0" anchor="t">
              <a:normAutofit/>
            </a:bodyPr>
            <a:lstStyle/>
            <a:p>
              <a:r>
                <a:rPr lang="en-US" sz="1300" dirty="0">
                  <a:solidFill>
                    <a:srgbClr val="167A5B"/>
                  </a:solidFill>
                  <a:latin typeface="Courier New" pitchFamily="34" charset="0"/>
                  <a:ea typeface="Courier New" pitchFamily="34" charset="-122"/>
                  <a:cs typeface="Courier New" pitchFamily="34" charset="-120"/>
                </a:rPr>
                <a:t>⛁ MongoDB</a:t>
              </a:r>
              <a:endParaRPr lang="en-US" sz="1300" dirty="0"/>
            </a:p>
          </p:txBody>
        </p:sp>
      </p:grpSp>
      <p:grpSp>
        <p:nvGrpSpPr>
          <p:cNvPr id="35" name="Group 34">
            <a:extLst>
              <a:ext uri="{FF2B5EF4-FFF2-40B4-BE49-F238E27FC236}">
                <a16:creationId xmlns:a16="http://schemas.microsoft.com/office/drawing/2014/main" id="{90D8653A-8E8D-0DDB-8AEF-CDFE0193E988}"/>
              </a:ext>
            </a:extLst>
          </p:cNvPr>
          <p:cNvGrpSpPr/>
          <p:nvPr/>
        </p:nvGrpSpPr>
        <p:grpSpPr>
          <a:xfrm>
            <a:off x="8060233" y="2315170"/>
            <a:ext cx="3409564" cy="2178050"/>
            <a:chOff x="8060233" y="2315170"/>
            <a:chExt cx="3409564" cy="2178050"/>
          </a:xfrm>
        </p:grpSpPr>
        <p:sp>
          <p:nvSpPr>
            <p:cNvPr id="25" name="Shape 23"/>
            <p:cNvSpPr/>
            <p:nvPr/>
          </p:nvSpPr>
          <p:spPr>
            <a:xfrm>
              <a:off x="8060233" y="2315170"/>
              <a:ext cx="3369767" cy="2178050"/>
            </a:xfrm>
            <a:prstGeom prst="roundRect">
              <a:avLst>
                <a:gd name="adj" fmla="val 5248"/>
              </a:avLst>
            </a:prstGeom>
            <a:solidFill>
              <a:srgbClr val="FFFFFF"/>
            </a:solidFill>
            <a:ln w="28575">
              <a:solidFill>
                <a:srgbClr val="3A5F9E"/>
              </a:solidFill>
              <a:prstDash val="solid"/>
            </a:ln>
          </p:spPr>
          <p:txBody>
            <a:bodyPr/>
            <a:lstStyle/>
            <a:p>
              <a:endParaRPr lang="en-GB" sz="1200"/>
            </a:p>
          </p:txBody>
        </p:sp>
        <p:sp>
          <p:nvSpPr>
            <p:cNvPr id="26" name="Shape 24"/>
            <p:cNvSpPr/>
            <p:nvPr/>
          </p:nvSpPr>
          <p:spPr>
            <a:xfrm>
              <a:off x="8079283" y="2334220"/>
              <a:ext cx="3331667" cy="546100"/>
            </a:xfrm>
            <a:prstGeom prst="rect">
              <a:avLst/>
            </a:prstGeom>
            <a:solidFill>
              <a:srgbClr val="EBF0F9"/>
            </a:solidFill>
            <a:ln/>
          </p:spPr>
          <p:txBody>
            <a:bodyPr/>
            <a:lstStyle/>
            <a:p>
              <a:endParaRPr lang="en-GB" sz="1200"/>
            </a:p>
          </p:txBody>
        </p:sp>
        <p:sp>
          <p:nvSpPr>
            <p:cNvPr id="27" name="Text 25"/>
            <p:cNvSpPr/>
            <p:nvPr/>
          </p:nvSpPr>
          <p:spPr>
            <a:xfrm>
              <a:off x="8307884" y="2486620"/>
              <a:ext cx="846633" cy="266700"/>
            </a:xfrm>
            <a:prstGeom prst="rect">
              <a:avLst/>
            </a:prstGeom>
            <a:noFill/>
            <a:ln/>
          </p:spPr>
          <p:txBody>
            <a:bodyPr wrap="square" lIns="16933" tIns="16933" rIns="16933" bIns="16933" rtlCol="0" anchor="t">
              <a:normAutofit fontScale="92500"/>
            </a:bodyPr>
            <a:lstStyle/>
            <a:p>
              <a:r>
                <a:rPr lang="en-US" sz="1650" b="1" dirty="0">
                  <a:solidFill>
                    <a:srgbClr val="2E4D82"/>
                  </a:solidFill>
                  <a:latin typeface="Arial" pitchFamily="34" charset="0"/>
                  <a:ea typeface="Arial" pitchFamily="34" charset="-122"/>
                  <a:cs typeface="Arial" pitchFamily="34" charset="-120"/>
                </a:rPr>
                <a:t>Tracking</a:t>
              </a:r>
              <a:endParaRPr lang="en-US" sz="1650" dirty="0"/>
            </a:p>
          </p:txBody>
        </p:sp>
        <p:sp>
          <p:nvSpPr>
            <p:cNvPr id="28" name="Text 26"/>
            <p:cNvSpPr/>
            <p:nvPr/>
          </p:nvSpPr>
          <p:spPr>
            <a:xfrm>
              <a:off x="10725150" y="2505670"/>
              <a:ext cx="508000" cy="228600"/>
            </a:xfrm>
            <a:prstGeom prst="rect">
              <a:avLst/>
            </a:prstGeom>
            <a:noFill/>
            <a:ln/>
          </p:spPr>
          <p:txBody>
            <a:bodyPr wrap="square" lIns="16933" tIns="16933" rIns="16933" bIns="16933" rtlCol="0" anchor="t">
              <a:normAutofit/>
            </a:bodyPr>
            <a:lstStyle/>
            <a:p>
              <a:r>
                <a:rPr lang="en-US" sz="1200" dirty="0">
                  <a:solidFill>
                    <a:srgbClr val="2E4D82"/>
                  </a:solidFill>
                  <a:latin typeface="Courier New" pitchFamily="34" charset="0"/>
                  <a:ea typeface="Courier New" pitchFamily="34" charset="-122"/>
                  <a:cs typeface="Courier New" pitchFamily="34" charset="-120"/>
                </a:rPr>
                <a:t>:3000</a:t>
              </a:r>
              <a:endParaRPr lang="en-US" sz="1200" dirty="0"/>
            </a:p>
          </p:txBody>
        </p:sp>
        <p:sp>
          <p:nvSpPr>
            <p:cNvPr id="29" name="Text 27"/>
            <p:cNvSpPr/>
            <p:nvPr/>
          </p:nvSpPr>
          <p:spPr>
            <a:xfrm>
              <a:off x="8307884" y="3083520"/>
              <a:ext cx="3161913" cy="241300"/>
            </a:xfrm>
            <a:prstGeom prst="rect">
              <a:avLst/>
            </a:prstGeom>
            <a:noFill/>
            <a:ln/>
          </p:spPr>
          <p:txBody>
            <a:bodyPr wrap="square" lIns="16933" tIns="16933" rIns="16933" bIns="16933" rtlCol="0" anchor="t">
              <a:normAutofit/>
            </a:bodyPr>
            <a:lstStyle/>
            <a:p>
              <a:r>
                <a:rPr lang="en-US" sz="1300" b="1" dirty="0">
                  <a:solidFill>
                    <a:srgbClr val="1A1D1B"/>
                  </a:solidFill>
                  <a:latin typeface="Arial" pitchFamily="34" charset="0"/>
                  <a:ea typeface="Arial" pitchFamily="34" charset="-122"/>
                  <a:cs typeface="Arial" pitchFamily="34" charset="-120"/>
                </a:rPr>
                <a:t>JavaScript </a:t>
              </a:r>
              <a:r>
                <a:rPr lang="en-US" sz="1300" dirty="0">
                  <a:solidFill>
                    <a:srgbClr val="1A1D1B"/>
                  </a:solidFill>
                  <a:latin typeface="Arial" pitchFamily="34" charset="0"/>
                  <a:ea typeface="Arial" pitchFamily="34" charset="-122"/>
                  <a:cs typeface="Arial" pitchFamily="34" charset="-120"/>
                </a:rPr>
                <a:t>· React + Node</a:t>
              </a:r>
              <a:endParaRPr lang="en-US" sz="1300" dirty="0"/>
            </a:p>
          </p:txBody>
        </p:sp>
        <p:sp>
          <p:nvSpPr>
            <p:cNvPr id="30" name="Text 28"/>
            <p:cNvSpPr/>
            <p:nvPr/>
          </p:nvSpPr>
          <p:spPr>
            <a:xfrm>
              <a:off x="8307884" y="3388320"/>
              <a:ext cx="2960701" cy="241300"/>
            </a:xfrm>
            <a:prstGeom prst="rect">
              <a:avLst/>
            </a:prstGeom>
            <a:noFill/>
            <a:ln/>
          </p:spPr>
          <p:txBody>
            <a:bodyPr wrap="square" lIns="16933" tIns="16933" rIns="16933" bIns="16933" rtlCol="0" anchor="t">
              <a:normAutofit/>
            </a:bodyPr>
            <a:lstStyle/>
            <a:p>
              <a:r>
                <a:rPr lang="en-US" sz="1300" dirty="0">
                  <a:solidFill>
                    <a:srgbClr val="5C635E"/>
                  </a:solidFill>
                  <a:latin typeface="Arial" pitchFamily="34" charset="0"/>
                  <a:ea typeface="Arial" pitchFamily="34" charset="-122"/>
                  <a:cs typeface="Arial" pitchFamily="34" charset="-120"/>
                </a:rPr>
                <a:t>Live GPS pings, life in seconds</a:t>
              </a:r>
              <a:endParaRPr lang="en-US" sz="1300" dirty="0"/>
            </a:p>
          </p:txBody>
        </p:sp>
        <p:sp>
          <p:nvSpPr>
            <p:cNvPr id="31" name="Shape 29"/>
            <p:cNvSpPr/>
            <p:nvPr/>
          </p:nvSpPr>
          <p:spPr>
            <a:xfrm>
              <a:off x="8307883" y="3731220"/>
              <a:ext cx="2874467" cy="12700"/>
            </a:xfrm>
            <a:prstGeom prst="rect">
              <a:avLst/>
            </a:prstGeom>
            <a:solidFill>
              <a:srgbClr val="E4E5E1"/>
            </a:solidFill>
            <a:ln/>
          </p:spPr>
          <p:txBody>
            <a:bodyPr/>
            <a:lstStyle/>
            <a:p>
              <a:endParaRPr lang="en-GB" sz="1200"/>
            </a:p>
          </p:txBody>
        </p:sp>
        <p:sp>
          <p:nvSpPr>
            <p:cNvPr id="32" name="Text 30"/>
            <p:cNvSpPr/>
            <p:nvPr/>
          </p:nvSpPr>
          <p:spPr>
            <a:xfrm>
              <a:off x="8307884" y="3832820"/>
              <a:ext cx="2960701" cy="247650"/>
            </a:xfrm>
            <a:prstGeom prst="rect">
              <a:avLst/>
            </a:prstGeom>
            <a:noFill/>
            <a:ln/>
          </p:spPr>
          <p:txBody>
            <a:bodyPr wrap="square" lIns="16933" tIns="16933" rIns="16933" bIns="16933" rtlCol="0" anchor="t">
              <a:normAutofit/>
            </a:bodyPr>
            <a:lstStyle/>
            <a:p>
              <a:r>
                <a:rPr lang="en-US" sz="1300" dirty="0">
                  <a:solidFill>
                    <a:srgbClr val="2E4D82"/>
                  </a:solidFill>
                  <a:latin typeface="Courier New" pitchFamily="34" charset="0"/>
                  <a:ea typeface="Courier New" pitchFamily="34" charset="-122"/>
                  <a:cs typeface="Courier New" pitchFamily="34" charset="-120"/>
                </a:rPr>
                <a:t>⛁ In-memory</a:t>
              </a:r>
              <a:endParaRPr lang="en-US" sz="1300" dirty="0"/>
            </a:p>
          </p:txBody>
        </p:sp>
      </p:grpSp>
      <p:sp>
        <p:nvSpPr>
          <p:cNvPr id="33" name="Text 31"/>
          <p:cNvSpPr/>
          <p:nvPr/>
        </p:nvSpPr>
        <p:spPr>
          <a:xfrm>
            <a:off x="761999" y="5344120"/>
            <a:ext cx="10707797" cy="666750"/>
          </a:xfrm>
          <a:prstGeom prst="rect">
            <a:avLst/>
          </a:prstGeom>
          <a:noFill/>
          <a:ln/>
        </p:spPr>
        <p:txBody>
          <a:bodyPr wrap="square" lIns="16933" tIns="16933" rIns="16933" bIns="16933" rtlCol="0" anchor="t">
            <a:normAutofit/>
          </a:bodyPr>
          <a:lstStyle/>
          <a:p>
            <a:pPr algn="ctr">
              <a:lnSpc>
                <a:spcPct val="130263"/>
              </a:lnSpc>
            </a:pPr>
            <a:r>
              <a:rPr lang="en-US" sz="1650" dirty="0">
                <a:solidFill>
                  <a:schemeClr val="tx1">
                    <a:lumMod val="85000"/>
                    <a:lumOff val="15000"/>
                  </a:schemeClr>
                </a:solidFill>
                <a:latin typeface="Arial" pitchFamily="34" charset="0"/>
                <a:ea typeface="Arial" pitchFamily="34" charset="-122"/>
                <a:cs typeface="Arial" pitchFamily="34" charset="-120"/>
              </a:rPr>
              <a:t>A mini ride-hailing app call it </a:t>
            </a:r>
            <a:r>
              <a:rPr lang="en-US" sz="1650" b="1" dirty="0">
                <a:solidFill>
                  <a:schemeClr val="tx1">
                    <a:lumMod val="85000"/>
                    <a:lumOff val="15000"/>
                  </a:schemeClr>
                </a:solidFill>
                <a:latin typeface="Arial" pitchFamily="34" charset="0"/>
                <a:ea typeface="Arial" pitchFamily="34" charset="-122"/>
                <a:cs typeface="Arial" pitchFamily="34" charset="-120"/>
              </a:rPr>
              <a:t>mini-Careem</a:t>
            </a:r>
            <a:r>
              <a:rPr lang="en-US" sz="1650" dirty="0">
                <a:solidFill>
                  <a:schemeClr val="tx1">
                    <a:lumMod val="85000"/>
                    <a:lumOff val="15000"/>
                  </a:schemeClr>
                </a:solidFill>
                <a:latin typeface="Arial" pitchFamily="34" charset="0"/>
                <a:ea typeface="Arial" pitchFamily="34" charset="-122"/>
                <a:cs typeface="Arial" pitchFamily="34" charset="-120"/>
              </a:rPr>
              <a:t>. This time each stack isn't just </a:t>
            </a:r>
            <a:r>
              <a:rPr lang="en-US" sz="1650" i="1" dirty="0">
                <a:solidFill>
                  <a:schemeClr val="tx1">
                    <a:lumMod val="85000"/>
                    <a:lumOff val="15000"/>
                  </a:schemeClr>
                </a:solidFill>
                <a:latin typeface="Arial" pitchFamily="34" charset="0"/>
                <a:ea typeface="Arial" pitchFamily="34" charset="-122"/>
                <a:cs typeface="Arial" pitchFamily="34" charset="-120"/>
              </a:rPr>
              <a:t>allowed </a:t>
            </a:r>
            <a:r>
              <a:rPr lang="en-US" sz="1650" dirty="0">
                <a:solidFill>
                  <a:schemeClr val="tx1">
                    <a:lumMod val="85000"/>
                    <a:lumOff val="15000"/>
                  </a:schemeClr>
                </a:solidFill>
                <a:latin typeface="Arial" pitchFamily="34" charset="0"/>
                <a:ea typeface="Arial" pitchFamily="34" charset="-122"/>
                <a:cs typeface="Arial" pitchFamily="34" charset="-120"/>
              </a:rPr>
              <a:t>to differ.</a:t>
            </a:r>
          </a:p>
          <a:p>
            <a:pPr algn="ctr">
              <a:lnSpc>
                <a:spcPct val="130263"/>
              </a:lnSpc>
            </a:pPr>
            <a:r>
              <a:rPr lang="en-US" sz="1650" b="1" dirty="0">
                <a:solidFill>
                  <a:schemeClr val="tx1">
                    <a:lumMod val="85000"/>
                    <a:lumOff val="15000"/>
                  </a:schemeClr>
                </a:solidFill>
                <a:latin typeface="Arial" pitchFamily="34" charset="0"/>
                <a:ea typeface="Arial" pitchFamily="34" charset="-122"/>
                <a:cs typeface="Arial" pitchFamily="34" charset="-120"/>
              </a:rPr>
              <a:t>Each one is the only sane choice.</a:t>
            </a:r>
            <a:endParaRPr lang="en-US" sz="1650" dirty="0">
              <a:solidFill>
                <a:schemeClr val="tx1">
                  <a:lumMod val="85000"/>
                  <a:lumOff val="1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3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899D38A1-0047-CA4F-27AC-A2A5068400E9}"/>
              </a:ext>
            </a:extLst>
          </p:cNvPr>
          <p:cNvGrpSpPr/>
          <p:nvPr/>
        </p:nvGrpSpPr>
        <p:grpSpPr>
          <a:xfrm>
            <a:off x="762001" y="1316633"/>
            <a:ext cx="1926431" cy="355600"/>
            <a:chOff x="762001" y="1478558"/>
            <a:chExt cx="1926431" cy="355600"/>
          </a:xfrm>
        </p:grpSpPr>
        <p:sp>
          <p:nvSpPr>
            <p:cNvPr id="2" name="Shape 0"/>
            <p:cNvSpPr/>
            <p:nvPr/>
          </p:nvSpPr>
          <p:spPr>
            <a:xfrm>
              <a:off x="762001" y="1478558"/>
              <a:ext cx="1926431" cy="355600"/>
            </a:xfrm>
            <a:prstGeom prst="roundRect">
              <a:avLst>
                <a:gd name="adj" fmla="val 14286"/>
              </a:avLst>
            </a:prstGeom>
            <a:solidFill>
              <a:srgbClr val="FBF0E8"/>
            </a:solidFill>
            <a:ln/>
          </p:spPr>
          <p:txBody>
            <a:bodyPr/>
            <a:lstStyle/>
            <a:p>
              <a:endParaRPr lang="en-GB" sz="1200"/>
            </a:p>
          </p:txBody>
        </p:sp>
        <p:sp>
          <p:nvSpPr>
            <p:cNvPr id="3" name="Text 1"/>
            <p:cNvSpPr/>
            <p:nvPr/>
          </p:nvSpPr>
          <p:spPr>
            <a:xfrm>
              <a:off x="914400" y="1554758"/>
              <a:ext cx="1679424" cy="228600"/>
            </a:xfrm>
            <a:prstGeom prst="rect">
              <a:avLst/>
            </a:prstGeom>
            <a:noFill/>
            <a:ln/>
          </p:spPr>
          <p:txBody>
            <a:bodyPr wrap="square" lIns="16933" tIns="16933" rIns="16933" bIns="16933" rtlCol="0" anchor="t">
              <a:normAutofit/>
            </a:bodyPr>
            <a:lstStyle/>
            <a:p>
              <a:r>
                <a:rPr lang="en-US" sz="1200" kern="0" spc="192" dirty="0">
                  <a:solidFill>
                    <a:srgbClr val="9C4A1E"/>
                  </a:solidFill>
                  <a:latin typeface="Courier New" pitchFamily="34" charset="0"/>
                  <a:ea typeface="Courier New" pitchFamily="34" charset="-122"/>
                  <a:cs typeface="Courier New" pitchFamily="34" charset="-120"/>
                </a:rPr>
                <a:t>SERVICE 1 OF 3</a:t>
              </a:r>
              <a:endParaRPr lang="en-US" sz="1200" dirty="0"/>
            </a:p>
          </p:txBody>
        </p:sp>
      </p:grpSp>
      <p:sp>
        <p:nvSpPr>
          <p:cNvPr id="4" name="Text 2"/>
          <p:cNvSpPr/>
          <p:nvPr/>
        </p:nvSpPr>
        <p:spPr>
          <a:xfrm>
            <a:off x="762000" y="2062758"/>
            <a:ext cx="4867256" cy="964009"/>
          </a:xfrm>
          <a:prstGeom prst="rect">
            <a:avLst/>
          </a:prstGeom>
          <a:noFill/>
          <a:ln/>
        </p:spPr>
        <p:txBody>
          <a:bodyPr wrap="square" lIns="16933" tIns="16933" rIns="16933" bIns="16933" rtlCol="0" anchor="t">
            <a:normAutofit lnSpcReduction="10000"/>
          </a:bodyPr>
          <a:lstStyle/>
          <a:p>
            <a:pPr>
              <a:lnSpc>
                <a:spcPct val="98560"/>
              </a:lnSpc>
            </a:pPr>
            <a:r>
              <a:rPr lang="en-US" sz="3300" b="1" dirty="0">
                <a:solidFill>
                  <a:srgbClr val="1A1D1B"/>
                </a:solidFill>
                <a:latin typeface="Georgia" pitchFamily="34" charset="0"/>
                <a:ea typeface="Georgia" pitchFamily="34" charset="-122"/>
                <a:cs typeface="Georgia" pitchFamily="34" charset="-120"/>
              </a:rPr>
              <a:t>Wallet — Java, Spring Boot, MySQL</a:t>
            </a:r>
            <a:endParaRPr lang="en-US" sz="3300" dirty="0"/>
          </a:p>
        </p:txBody>
      </p:sp>
      <p:sp>
        <p:nvSpPr>
          <p:cNvPr id="5" name="Text 3"/>
          <p:cNvSpPr/>
          <p:nvPr/>
        </p:nvSpPr>
        <p:spPr>
          <a:xfrm>
            <a:off x="762000" y="3255368"/>
            <a:ext cx="4867256" cy="974725"/>
          </a:xfrm>
          <a:prstGeom prst="rect">
            <a:avLst/>
          </a:prstGeom>
          <a:noFill/>
          <a:ln/>
        </p:spPr>
        <p:txBody>
          <a:bodyPr wrap="square" lIns="16933" tIns="16933" rIns="16933" bIns="16933" rtlCol="0" anchor="t">
            <a:normAutofit lnSpcReduction="10000"/>
          </a:bodyPr>
          <a:lstStyle/>
          <a:p>
            <a:pPr>
              <a:lnSpc>
                <a:spcPct val="130263"/>
              </a:lnSpc>
            </a:pPr>
            <a:r>
              <a:rPr lang="en-US" sz="1650" dirty="0">
                <a:solidFill>
                  <a:schemeClr val="tx1">
                    <a:lumMod val="85000"/>
                    <a:lumOff val="15000"/>
                  </a:schemeClr>
                </a:solidFill>
                <a:latin typeface="Arial" pitchFamily="34" charset="0"/>
                <a:ea typeface="Arial" pitchFamily="34" charset="-122"/>
                <a:cs typeface="Arial" pitchFamily="34" charset="-120"/>
              </a:rPr>
              <a:t>Fares are </a:t>
            </a:r>
            <a:r>
              <a:rPr lang="en-US" sz="1650" b="1" dirty="0">
                <a:solidFill>
                  <a:schemeClr val="tx1">
                    <a:lumMod val="85000"/>
                    <a:lumOff val="15000"/>
                  </a:schemeClr>
                </a:solidFill>
                <a:latin typeface="Arial" pitchFamily="34" charset="0"/>
                <a:ea typeface="Arial" pitchFamily="34" charset="-122"/>
                <a:cs typeface="Arial" pitchFamily="34" charset="-120"/>
              </a:rPr>
              <a:t>money</a:t>
            </a:r>
            <a:r>
              <a:rPr lang="en-US" sz="1650" dirty="0">
                <a:solidFill>
                  <a:schemeClr val="tx1">
                    <a:lumMod val="85000"/>
                    <a:lumOff val="15000"/>
                  </a:schemeClr>
                </a:solidFill>
                <a:latin typeface="Arial" pitchFamily="34" charset="0"/>
                <a:ea typeface="Arial" pitchFamily="34" charset="-122"/>
                <a:cs typeface="Arial" pitchFamily="34" charset="-120"/>
              </a:rPr>
              <a:t>. Money means ACID transactions, double-entry ledgers, and battle-tested tooling (the boring stuff).</a:t>
            </a:r>
            <a:endParaRPr lang="en-US" sz="1650" dirty="0">
              <a:solidFill>
                <a:schemeClr val="tx1">
                  <a:lumMod val="85000"/>
                  <a:lumOff val="15000"/>
                </a:schemeClr>
              </a:solidFill>
            </a:endParaRPr>
          </a:p>
        </p:txBody>
      </p:sp>
      <p:grpSp>
        <p:nvGrpSpPr>
          <p:cNvPr id="14" name="Group 13">
            <a:extLst>
              <a:ext uri="{FF2B5EF4-FFF2-40B4-BE49-F238E27FC236}">
                <a16:creationId xmlns:a16="http://schemas.microsoft.com/office/drawing/2014/main" id="{7B08DD6A-757E-F772-9600-0848889D50BB}"/>
              </a:ext>
            </a:extLst>
          </p:cNvPr>
          <p:cNvGrpSpPr/>
          <p:nvPr/>
        </p:nvGrpSpPr>
        <p:grpSpPr>
          <a:xfrm>
            <a:off x="762000" y="4484092"/>
            <a:ext cx="5002054" cy="247650"/>
            <a:chOff x="762000" y="4484092"/>
            <a:chExt cx="5002054" cy="247650"/>
          </a:xfrm>
        </p:grpSpPr>
        <p:sp>
          <p:nvSpPr>
            <p:cNvPr id="6" name="Text 4"/>
            <p:cNvSpPr/>
            <p:nvPr/>
          </p:nvSpPr>
          <p:spPr>
            <a:xfrm>
              <a:off x="762000" y="4484092"/>
              <a:ext cx="174526" cy="247650"/>
            </a:xfrm>
            <a:prstGeom prst="rect">
              <a:avLst/>
            </a:prstGeom>
            <a:noFill/>
            <a:ln/>
          </p:spPr>
          <p:txBody>
            <a:bodyPr wrap="square" lIns="16933" tIns="16933" rIns="16933" bIns="16933" rtlCol="0" anchor="t">
              <a:normAutofit/>
            </a:bodyPr>
            <a:lstStyle/>
            <a:p>
              <a:r>
                <a:rPr lang="en-US" sz="1400" b="1" dirty="0">
                  <a:solidFill>
                    <a:srgbClr val="9C4A1E"/>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012726" y="4484092"/>
              <a:ext cx="4751328" cy="247650"/>
            </a:xfrm>
            <a:prstGeom prst="rect">
              <a:avLst/>
            </a:prstGeom>
            <a:noFill/>
            <a:ln/>
          </p:spPr>
          <p:txBody>
            <a:bodyPr wrap="square" lIns="16933" tIns="16933" rIns="16933" bIns="16933" rtlCol="0" anchor="t">
              <a:normAutofit/>
            </a:bodyPr>
            <a:lstStyle/>
            <a:p>
              <a:r>
                <a:rPr lang="en-US" sz="1400" dirty="0">
                  <a:solidFill>
                    <a:srgbClr val="1A1D1B"/>
                  </a:solidFill>
                  <a:latin typeface="Arial" pitchFamily="34" charset="0"/>
                  <a:ea typeface="Arial" pitchFamily="34" charset="-122"/>
                  <a:cs typeface="Arial" pitchFamily="34" charset="-120"/>
                </a:rPr>
                <a:t>Rider debit + captain credit commit together.</a:t>
              </a:r>
              <a:endParaRPr lang="en-US" sz="1400" dirty="0"/>
            </a:p>
          </p:txBody>
        </p:sp>
      </p:grpSp>
      <p:grpSp>
        <p:nvGrpSpPr>
          <p:cNvPr id="15" name="Group 14">
            <a:extLst>
              <a:ext uri="{FF2B5EF4-FFF2-40B4-BE49-F238E27FC236}">
                <a16:creationId xmlns:a16="http://schemas.microsoft.com/office/drawing/2014/main" id="{434821D3-CF34-B81C-211C-3C9D2E29C750}"/>
              </a:ext>
            </a:extLst>
          </p:cNvPr>
          <p:cNvGrpSpPr/>
          <p:nvPr/>
        </p:nvGrpSpPr>
        <p:grpSpPr>
          <a:xfrm>
            <a:off x="762000" y="4820642"/>
            <a:ext cx="5002054" cy="247650"/>
            <a:chOff x="762000" y="4820642"/>
            <a:chExt cx="4477961" cy="247650"/>
          </a:xfrm>
        </p:grpSpPr>
        <p:sp>
          <p:nvSpPr>
            <p:cNvPr id="8" name="Text 6"/>
            <p:cNvSpPr/>
            <p:nvPr/>
          </p:nvSpPr>
          <p:spPr>
            <a:xfrm>
              <a:off x="762000" y="4820642"/>
              <a:ext cx="174526" cy="247650"/>
            </a:xfrm>
            <a:prstGeom prst="rect">
              <a:avLst/>
            </a:prstGeom>
            <a:noFill/>
            <a:ln/>
          </p:spPr>
          <p:txBody>
            <a:bodyPr wrap="square" lIns="16933" tIns="16933" rIns="16933" bIns="16933" rtlCol="0" anchor="t">
              <a:normAutofit/>
            </a:bodyPr>
            <a:lstStyle/>
            <a:p>
              <a:r>
                <a:rPr lang="en-US" sz="1400" b="1" dirty="0">
                  <a:solidFill>
                    <a:srgbClr val="9C4A1E"/>
                  </a:solidFill>
                  <a:latin typeface="Arial" pitchFamily="34" charset="0"/>
                  <a:ea typeface="Arial" pitchFamily="34" charset="-122"/>
                  <a:cs typeface="Arial" pitchFamily="34" charset="-120"/>
                </a:rPr>
                <a:t>✓</a:t>
              </a:r>
              <a:endParaRPr lang="en-US" sz="1400" dirty="0"/>
            </a:p>
          </p:txBody>
        </p:sp>
        <p:sp>
          <p:nvSpPr>
            <p:cNvPr id="9" name="Text 7"/>
            <p:cNvSpPr/>
            <p:nvPr/>
          </p:nvSpPr>
          <p:spPr>
            <a:xfrm>
              <a:off x="1012726" y="4820642"/>
              <a:ext cx="4227235" cy="247650"/>
            </a:xfrm>
            <a:prstGeom prst="rect">
              <a:avLst/>
            </a:prstGeom>
            <a:noFill/>
            <a:ln/>
          </p:spPr>
          <p:txBody>
            <a:bodyPr wrap="square" lIns="16933" tIns="16933" rIns="16933" bIns="16933" rtlCol="0" anchor="t">
              <a:normAutofit/>
            </a:bodyPr>
            <a:lstStyle/>
            <a:p>
              <a:r>
                <a:rPr lang="en-US" sz="1400" dirty="0">
                  <a:solidFill>
                    <a:srgbClr val="1A1D1B"/>
                  </a:solidFill>
                  <a:latin typeface="Arial" pitchFamily="34" charset="0"/>
                  <a:ea typeface="Arial" pitchFamily="34" charset="-122"/>
                  <a:cs typeface="Arial" pitchFamily="34" charset="-120"/>
                </a:rPr>
                <a:t>Strict schema rejects an invalid fare at write time</a:t>
              </a:r>
              <a:endParaRPr lang="en-US" sz="1400" dirty="0"/>
            </a:p>
          </p:txBody>
        </p:sp>
      </p:grpSp>
      <p:grpSp>
        <p:nvGrpSpPr>
          <p:cNvPr id="16" name="Group 15">
            <a:extLst>
              <a:ext uri="{FF2B5EF4-FFF2-40B4-BE49-F238E27FC236}">
                <a16:creationId xmlns:a16="http://schemas.microsoft.com/office/drawing/2014/main" id="{F65EA088-B7AA-17AC-EDFB-A0EF579A140E}"/>
              </a:ext>
            </a:extLst>
          </p:cNvPr>
          <p:cNvGrpSpPr/>
          <p:nvPr/>
        </p:nvGrpSpPr>
        <p:grpSpPr>
          <a:xfrm>
            <a:off x="762000" y="5157192"/>
            <a:ext cx="5002054" cy="247650"/>
            <a:chOff x="762000" y="5157192"/>
            <a:chExt cx="4652586" cy="247650"/>
          </a:xfrm>
        </p:grpSpPr>
        <p:sp>
          <p:nvSpPr>
            <p:cNvPr id="10" name="Text 8"/>
            <p:cNvSpPr/>
            <p:nvPr/>
          </p:nvSpPr>
          <p:spPr>
            <a:xfrm>
              <a:off x="762000" y="5157192"/>
              <a:ext cx="174526" cy="247650"/>
            </a:xfrm>
            <a:prstGeom prst="rect">
              <a:avLst/>
            </a:prstGeom>
            <a:noFill/>
            <a:ln/>
          </p:spPr>
          <p:txBody>
            <a:bodyPr wrap="square" lIns="16933" tIns="16933" rIns="16933" bIns="16933" rtlCol="0" anchor="t">
              <a:normAutofit/>
            </a:bodyPr>
            <a:lstStyle/>
            <a:p>
              <a:r>
                <a:rPr lang="en-US" sz="1400" b="1" dirty="0">
                  <a:solidFill>
                    <a:srgbClr val="9C4A1E"/>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1012726" y="5157192"/>
              <a:ext cx="4401860" cy="247650"/>
            </a:xfrm>
            <a:prstGeom prst="rect">
              <a:avLst/>
            </a:prstGeom>
            <a:noFill/>
            <a:ln/>
          </p:spPr>
          <p:txBody>
            <a:bodyPr wrap="square" lIns="16933" tIns="16933" rIns="16933" bIns="16933" rtlCol="0" anchor="t">
              <a:normAutofit/>
            </a:bodyPr>
            <a:lstStyle/>
            <a:p>
              <a:r>
                <a:rPr lang="en-US" sz="1400" dirty="0">
                  <a:solidFill>
                    <a:srgbClr val="1A1D1B"/>
                  </a:solidFill>
                  <a:latin typeface="Arial" pitchFamily="34" charset="0"/>
                  <a:ea typeface="Arial" pitchFamily="34" charset="-122"/>
                  <a:cs typeface="Arial" pitchFamily="34" charset="-120"/>
                </a:rPr>
                <a:t>Its MySQL is private and reachable only through this API</a:t>
              </a:r>
              <a:endParaRPr lang="en-US" sz="1400" dirty="0"/>
            </a:p>
          </p:txBody>
        </p:sp>
      </p:grpSp>
      <p:grpSp>
        <p:nvGrpSpPr>
          <p:cNvPr id="17" name="Group 16">
            <a:extLst>
              <a:ext uri="{FF2B5EF4-FFF2-40B4-BE49-F238E27FC236}">
                <a16:creationId xmlns:a16="http://schemas.microsoft.com/office/drawing/2014/main" id="{EECCFD5F-55C4-D0B4-15C1-A97021B5C08F}"/>
              </a:ext>
            </a:extLst>
          </p:cNvPr>
          <p:cNvGrpSpPr/>
          <p:nvPr/>
        </p:nvGrpSpPr>
        <p:grpSpPr>
          <a:xfrm>
            <a:off x="5995492" y="1834158"/>
            <a:ext cx="5434409" cy="4286945"/>
            <a:chOff x="5995492" y="1285478"/>
            <a:chExt cx="5434409" cy="4286945"/>
          </a:xfrm>
        </p:grpSpPr>
        <p:sp>
          <p:nvSpPr>
            <p:cNvPr id="12" name="Shape 10"/>
            <p:cNvSpPr/>
            <p:nvPr/>
          </p:nvSpPr>
          <p:spPr>
            <a:xfrm>
              <a:off x="5995492" y="1285478"/>
              <a:ext cx="5434409" cy="4286945"/>
            </a:xfrm>
            <a:prstGeom prst="roundRect">
              <a:avLst>
                <a:gd name="adj" fmla="val 2370"/>
              </a:avLst>
            </a:prstGeom>
            <a:solidFill>
              <a:srgbClr val="10201A"/>
            </a:solidFill>
            <a:ln/>
          </p:spPr>
          <p:txBody>
            <a:bodyPr/>
            <a:lstStyle/>
            <a:p>
              <a:endParaRPr lang="en-GB" sz="1200"/>
            </a:p>
          </p:txBody>
        </p:sp>
        <p:sp>
          <p:nvSpPr>
            <p:cNvPr id="13" name="Text 11"/>
            <p:cNvSpPr/>
            <p:nvPr/>
          </p:nvSpPr>
          <p:spPr>
            <a:xfrm>
              <a:off x="6325692" y="1590278"/>
              <a:ext cx="4937041" cy="3702745"/>
            </a:xfrm>
            <a:prstGeom prst="rect">
              <a:avLst/>
            </a:prstGeom>
            <a:noFill/>
            <a:ln/>
          </p:spPr>
          <p:txBody>
            <a:bodyPr wrap="none" lIns="16933" tIns="16933" rIns="16933" bIns="16933" rtlCol="0" anchor="t">
              <a:normAutofit/>
            </a:bodyPr>
            <a:lstStyle/>
            <a:p>
              <a:r>
                <a:rPr lang="en-PK" dirty="0">
                  <a:solidFill>
                    <a:schemeClr val="bg1">
                      <a:lumMod val="65000"/>
                    </a:schemeClr>
                  </a:solidFill>
                </a:rPr>
                <a:t>// FareController.java</a:t>
              </a:r>
              <a:br>
                <a:rPr lang="en-PK" dirty="0">
                  <a:solidFill>
                    <a:schemeClr val="bg1">
                      <a:lumMod val="65000"/>
                    </a:schemeClr>
                  </a:solidFill>
                </a:rPr>
              </a:br>
              <a:r>
                <a:rPr lang="en-PK" dirty="0">
                  <a:solidFill>
                    <a:schemeClr val="bg1"/>
                  </a:solidFill>
                </a:rPr>
                <a:t>@RestController</a:t>
              </a:r>
              <a:br>
                <a:rPr lang="en-PK" dirty="0">
                  <a:solidFill>
                    <a:schemeClr val="bg1"/>
                  </a:solidFill>
                </a:rPr>
              </a:br>
              <a:r>
                <a:rPr lang="en-PK" dirty="0">
                  <a:solidFill>
                    <a:schemeClr val="bg1"/>
                  </a:solidFill>
                </a:rPr>
                <a:t>@RequestMapping("/fares")</a:t>
              </a:r>
              <a:br>
                <a:rPr lang="en-PK" dirty="0">
                  <a:solidFill>
                    <a:schemeClr val="bg1"/>
                  </a:solidFill>
                </a:rPr>
              </a:br>
              <a:r>
                <a:rPr lang="en-PK" dirty="0">
                  <a:solidFill>
                    <a:schemeClr val="bg1"/>
                  </a:solidFill>
                </a:rPr>
                <a:t>public class </a:t>
              </a:r>
              <a:r>
                <a:rPr lang="en-PK" dirty="0" err="1">
                  <a:solidFill>
                    <a:schemeClr val="bg1"/>
                  </a:solidFill>
                </a:rPr>
                <a:t>FareController</a:t>
              </a:r>
              <a:r>
                <a:rPr lang="en-PK" dirty="0">
                  <a:solidFill>
                    <a:schemeClr val="bg1"/>
                  </a:solidFill>
                </a:rPr>
                <a:t> {</a:t>
              </a:r>
              <a:br>
                <a:rPr lang="en-PK" dirty="0">
                  <a:solidFill>
                    <a:schemeClr val="bg1"/>
                  </a:solidFill>
                </a:rPr>
              </a:br>
              <a:br>
                <a:rPr lang="en-PK" dirty="0">
                  <a:solidFill>
                    <a:schemeClr val="bg1"/>
                  </a:solidFill>
                </a:rPr>
              </a:br>
              <a:r>
                <a:rPr lang="en-PK" dirty="0">
                  <a:solidFill>
                    <a:schemeClr val="bg1"/>
                  </a:solidFill>
                </a:rPr>
                <a:t>  @PostMapping </a:t>
              </a:r>
              <a:r>
                <a:rPr lang="en-PK" dirty="0">
                  <a:solidFill>
                    <a:schemeClr val="bg1">
                      <a:lumMod val="65000"/>
                    </a:schemeClr>
                  </a:solidFill>
                </a:rPr>
                <a:t>// </a:t>
              </a:r>
              <a:r>
                <a:rPr lang="en-US" dirty="0">
                  <a:solidFill>
                    <a:schemeClr val="bg1">
                      <a:lumMod val="65000"/>
                    </a:schemeClr>
                  </a:solidFill>
                </a:rPr>
                <a:t>HTTP request type</a:t>
              </a:r>
              <a:br>
                <a:rPr lang="en-PK" dirty="0">
                  <a:solidFill>
                    <a:schemeClr val="bg1">
                      <a:lumMod val="65000"/>
                    </a:schemeClr>
                  </a:solidFill>
                </a:rPr>
              </a:br>
              <a:r>
                <a:rPr lang="en-PK" dirty="0">
                  <a:solidFill>
                    <a:schemeClr val="bg1"/>
                  </a:solidFill>
                </a:rPr>
                <a:t>  @Transactional  </a:t>
              </a:r>
              <a:r>
                <a:rPr lang="en-PK" dirty="0">
                  <a:solidFill>
                    <a:schemeClr val="bg1">
                      <a:lumMod val="65000"/>
                    </a:schemeClr>
                  </a:solidFill>
                </a:rPr>
                <a:t>// </a:t>
              </a:r>
              <a:r>
                <a:rPr lang="en-US" dirty="0">
                  <a:solidFill>
                    <a:schemeClr val="bg1">
                      <a:lumMod val="65000"/>
                    </a:schemeClr>
                  </a:solidFill>
                </a:rPr>
                <a:t>for rollbacks</a:t>
              </a:r>
              <a:br>
                <a:rPr lang="en-PK" dirty="0">
                  <a:solidFill>
                    <a:schemeClr val="bg1"/>
                  </a:solidFill>
                </a:rPr>
              </a:br>
              <a:r>
                <a:rPr lang="en-PK" dirty="0">
                  <a:solidFill>
                    <a:schemeClr val="bg1"/>
                  </a:solidFill>
                </a:rPr>
                <a:t>  public Receipt settle(@RequestBody Fare f) {</a:t>
              </a:r>
              <a:br>
                <a:rPr lang="en-PK" dirty="0">
                  <a:solidFill>
                    <a:schemeClr val="bg1"/>
                  </a:solidFill>
                </a:rPr>
              </a:br>
              <a:r>
                <a:rPr lang="en-PK" dirty="0">
                  <a:solidFill>
                    <a:schemeClr val="bg1"/>
                  </a:solidFill>
                </a:rPr>
                <a:t>    </a:t>
              </a:r>
              <a:r>
                <a:rPr lang="en-PK" dirty="0" err="1">
                  <a:solidFill>
                    <a:schemeClr val="bg1"/>
                  </a:solidFill>
                </a:rPr>
                <a:t>ledger.debit</a:t>
              </a:r>
              <a:r>
                <a:rPr lang="en-PK" dirty="0">
                  <a:solidFill>
                    <a:schemeClr val="bg1"/>
                  </a:solidFill>
                </a:rPr>
                <a:t>(</a:t>
              </a:r>
              <a:r>
                <a:rPr lang="en-PK" dirty="0" err="1">
                  <a:solidFill>
                    <a:schemeClr val="bg1"/>
                  </a:solidFill>
                </a:rPr>
                <a:t>f.rider</a:t>
              </a:r>
              <a:r>
                <a:rPr lang="en-PK" dirty="0">
                  <a:solidFill>
                    <a:schemeClr val="bg1"/>
                  </a:solidFill>
                </a:rPr>
                <a:t>(), </a:t>
              </a:r>
              <a:r>
                <a:rPr lang="en-PK" dirty="0" err="1">
                  <a:solidFill>
                    <a:schemeClr val="bg1"/>
                  </a:solidFill>
                </a:rPr>
                <a:t>f.amount</a:t>
              </a:r>
              <a:r>
                <a:rPr lang="en-PK" dirty="0">
                  <a:solidFill>
                    <a:schemeClr val="bg1"/>
                  </a:solidFill>
                </a:rPr>
                <a:t>());</a:t>
              </a:r>
              <a:br>
                <a:rPr lang="en-PK" dirty="0">
                  <a:solidFill>
                    <a:schemeClr val="bg1"/>
                  </a:solidFill>
                </a:rPr>
              </a:br>
              <a:r>
                <a:rPr lang="en-PK" dirty="0">
                  <a:solidFill>
                    <a:schemeClr val="bg1"/>
                  </a:solidFill>
                </a:rPr>
                <a:t>    </a:t>
              </a:r>
              <a:r>
                <a:rPr lang="en-PK" dirty="0" err="1">
                  <a:solidFill>
                    <a:schemeClr val="bg1"/>
                  </a:solidFill>
                </a:rPr>
                <a:t>ledger.credit</a:t>
              </a:r>
              <a:r>
                <a:rPr lang="en-PK" dirty="0">
                  <a:solidFill>
                    <a:schemeClr val="bg1"/>
                  </a:solidFill>
                </a:rPr>
                <a:t>(</a:t>
              </a:r>
              <a:r>
                <a:rPr lang="en-PK" dirty="0" err="1">
                  <a:solidFill>
                    <a:schemeClr val="bg1"/>
                  </a:solidFill>
                </a:rPr>
                <a:t>f.captain</a:t>
              </a:r>
              <a:r>
                <a:rPr lang="en-PK" dirty="0">
                  <a:solidFill>
                    <a:schemeClr val="bg1"/>
                  </a:solidFill>
                </a:rPr>
                <a:t>(), </a:t>
              </a:r>
              <a:r>
                <a:rPr lang="en-PK" dirty="0" err="1">
                  <a:solidFill>
                    <a:schemeClr val="bg1"/>
                  </a:solidFill>
                </a:rPr>
                <a:t>f.amount</a:t>
              </a:r>
              <a:r>
                <a:rPr lang="en-PK" dirty="0">
                  <a:solidFill>
                    <a:schemeClr val="bg1"/>
                  </a:solidFill>
                </a:rPr>
                <a:t>());</a:t>
              </a:r>
              <a:br>
                <a:rPr lang="en-PK" dirty="0">
                  <a:solidFill>
                    <a:schemeClr val="bg1"/>
                  </a:solidFill>
                </a:rPr>
              </a:br>
              <a:r>
                <a:rPr lang="en-PK" dirty="0">
                  <a:solidFill>
                    <a:schemeClr val="bg1"/>
                  </a:solidFill>
                </a:rPr>
                <a:t>    return </a:t>
              </a:r>
              <a:r>
                <a:rPr lang="en-PK" dirty="0" err="1">
                  <a:solidFill>
                    <a:schemeClr val="bg1"/>
                  </a:solidFill>
                </a:rPr>
                <a:t>receipts.save</a:t>
              </a:r>
              <a:r>
                <a:rPr lang="en-PK" dirty="0">
                  <a:solidFill>
                    <a:schemeClr val="bg1"/>
                  </a:solidFill>
                </a:rPr>
                <a:t>(</a:t>
              </a:r>
              <a:r>
                <a:rPr lang="en-PK" dirty="0" err="1">
                  <a:solidFill>
                    <a:schemeClr val="bg1"/>
                  </a:solidFill>
                </a:rPr>
                <a:t>Receipt.of</a:t>
              </a:r>
              <a:r>
                <a:rPr lang="en-PK" dirty="0">
                  <a:solidFill>
                    <a:schemeClr val="bg1"/>
                  </a:solidFill>
                </a:rPr>
                <a:t>(f));</a:t>
              </a:r>
              <a:br>
                <a:rPr lang="en-PK" dirty="0">
                  <a:solidFill>
                    <a:schemeClr val="bg1"/>
                  </a:solidFill>
                </a:rPr>
              </a:br>
              <a:r>
                <a:rPr lang="en-PK" dirty="0">
                  <a:solidFill>
                    <a:schemeClr val="bg1"/>
                  </a:solidFill>
                </a:rPr>
                <a:t>  }</a:t>
              </a:r>
              <a:br>
                <a:rPr lang="en-PK" dirty="0">
                  <a:solidFill>
                    <a:schemeClr val="bg1"/>
                  </a:solidFill>
                </a:rPr>
              </a:br>
              <a:r>
                <a:rPr lang="en-PK" dirty="0">
                  <a:solidFill>
                    <a:schemeClr val="bg1"/>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64A52AC2-6D58-FBCD-04EB-3D8B31129B17}"/>
              </a:ext>
            </a:extLst>
          </p:cNvPr>
          <p:cNvGrpSpPr/>
          <p:nvPr/>
        </p:nvGrpSpPr>
        <p:grpSpPr>
          <a:xfrm>
            <a:off x="762001" y="1321395"/>
            <a:ext cx="1926431" cy="355600"/>
            <a:chOff x="762001" y="1321395"/>
            <a:chExt cx="1926431" cy="355600"/>
          </a:xfrm>
        </p:grpSpPr>
        <p:sp>
          <p:nvSpPr>
            <p:cNvPr id="2" name="Shape 0"/>
            <p:cNvSpPr/>
            <p:nvPr/>
          </p:nvSpPr>
          <p:spPr>
            <a:xfrm>
              <a:off x="762001" y="1321395"/>
              <a:ext cx="1926431" cy="355600"/>
            </a:xfrm>
            <a:prstGeom prst="roundRect">
              <a:avLst>
                <a:gd name="adj" fmla="val 14286"/>
              </a:avLst>
            </a:prstGeom>
            <a:solidFill>
              <a:srgbClr val="EBF3EF"/>
            </a:solidFill>
            <a:ln/>
          </p:spPr>
          <p:txBody>
            <a:bodyPr/>
            <a:lstStyle/>
            <a:p>
              <a:endParaRPr lang="en-GB" sz="1200"/>
            </a:p>
          </p:txBody>
        </p:sp>
        <p:sp>
          <p:nvSpPr>
            <p:cNvPr id="3" name="Text 1"/>
            <p:cNvSpPr/>
            <p:nvPr/>
          </p:nvSpPr>
          <p:spPr>
            <a:xfrm>
              <a:off x="914400" y="1397595"/>
              <a:ext cx="1679424" cy="228600"/>
            </a:xfrm>
            <a:prstGeom prst="rect">
              <a:avLst/>
            </a:prstGeom>
            <a:noFill/>
            <a:ln/>
          </p:spPr>
          <p:txBody>
            <a:bodyPr wrap="square" lIns="16933" tIns="16933" rIns="16933" bIns="16933" rtlCol="0" anchor="t">
              <a:normAutofit/>
            </a:bodyPr>
            <a:lstStyle/>
            <a:p>
              <a:r>
                <a:rPr lang="en-US" sz="1200" kern="0" spc="192" dirty="0">
                  <a:solidFill>
                    <a:srgbClr val="167A5B"/>
                  </a:solidFill>
                  <a:latin typeface="Courier New" pitchFamily="34" charset="0"/>
                  <a:ea typeface="Courier New" pitchFamily="34" charset="-122"/>
                  <a:cs typeface="Courier New" pitchFamily="34" charset="-120"/>
                </a:rPr>
                <a:t>SERVICE 2 OF 3</a:t>
              </a:r>
              <a:endParaRPr lang="en-US" sz="1200" dirty="0"/>
            </a:p>
          </p:txBody>
        </p:sp>
      </p:grpSp>
      <p:sp>
        <p:nvSpPr>
          <p:cNvPr id="4" name="Text 2"/>
          <p:cNvSpPr/>
          <p:nvPr/>
        </p:nvSpPr>
        <p:spPr>
          <a:xfrm>
            <a:off x="762000" y="1905596"/>
            <a:ext cx="4867256" cy="964009"/>
          </a:xfrm>
          <a:prstGeom prst="rect">
            <a:avLst/>
          </a:prstGeom>
          <a:noFill/>
          <a:ln/>
        </p:spPr>
        <p:txBody>
          <a:bodyPr wrap="square" lIns="16933" tIns="16933" rIns="16933" bIns="16933" rtlCol="0" anchor="t">
            <a:normAutofit lnSpcReduction="10000"/>
          </a:bodyPr>
          <a:lstStyle/>
          <a:p>
            <a:pPr>
              <a:lnSpc>
                <a:spcPct val="98560"/>
              </a:lnSpc>
            </a:pPr>
            <a:r>
              <a:rPr lang="en-US" sz="3300" b="1" dirty="0">
                <a:solidFill>
                  <a:srgbClr val="1A1D1B"/>
                </a:solidFill>
                <a:latin typeface="Georgia" pitchFamily="34" charset="0"/>
                <a:ea typeface="Georgia" pitchFamily="34" charset="-122"/>
                <a:cs typeface="Georgia" pitchFamily="34" charset="-120"/>
              </a:rPr>
              <a:t>Drivers — Python, Django, MongoDB</a:t>
            </a:r>
            <a:endParaRPr lang="en-US" sz="3300" dirty="0"/>
          </a:p>
        </p:txBody>
      </p:sp>
      <p:sp>
        <p:nvSpPr>
          <p:cNvPr id="5" name="Text 3"/>
          <p:cNvSpPr/>
          <p:nvPr/>
        </p:nvSpPr>
        <p:spPr>
          <a:xfrm>
            <a:off x="762000" y="3098205"/>
            <a:ext cx="4867256" cy="1289050"/>
          </a:xfrm>
          <a:prstGeom prst="rect">
            <a:avLst/>
          </a:prstGeom>
          <a:noFill/>
          <a:ln/>
        </p:spPr>
        <p:txBody>
          <a:bodyPr wrap="square" lIns="16933" tIns="16933" rIns="16933" bIns="16933" rtlCol="0" anchor="t">
            <a:normAutofit/>
          </a:bodyPr>
          <a:lstStyle/>
          <a:p>
            <a:pPr>
              <a:lnSpc>
                <a:spcPct val="130263"/>
              </a:lnSpc>
            </a:pPr>
            <a:r>
              <a:rPr lang="en-US" sz="1650" dirty="0">
                <a:solidFill>
                  <a:schemeClr val="tx1">
                    <a:lumMod val="85000"/>
                    <a:lumOff val="15000"/>
                  </a:schemeClr>
                </a:solidFill>
                <a:latin typeface="Arial" pitchFamily="34" charset="0"/>
                <a:ea typeface="Arial" pitchFamily="34" charset="-122"/>
                <a:cs typeface="Arial" pitchFamily="34" charset="-120"/>
              </a:rPr>
              <a:t>Driver profiles are </a:t>
            </a:r>
            <a:r>
              <a:rPr lang="en-US" sz="1650" b="1" dirty="0">
                <a:solidFill>
                  <a:schemeClr val="tx1">
                    <a:lumMod val="85000"/>
                    <a:lumOff val="15000"/>
                  </a:schemeClr>
                </a:solidFill>
                <a:latin typeface="Arial" pitchFamily="34" charset="0"/>
                <a:ea typeface="Arial" pitchFamily="34" charset="-122"/>
                <a:cs typeface="Arial" pitchFamily="34" charset="-120"/>
              </a:rPr>
              <a:t>documents</a:t>
            </a:r>
            <a:r>
              <a:rPr lang="en-US" sz="1650" dirty="0">
                <a:solidFill>
                  <a:schemeClr val="tx1">
                    <a:lumMod val="85000"/>
                    <a:lumOff val="15000"/>
                  </a:schemeClr>
                </a:solidFill>
                <a:latin typeface="Arial" pitchFamily="34" charset="0"/>
                <a:ea typeface="Arial" pitchFamily="34" charset="-122"/>
                <a:cs typeface="Arial" pitchFamily="34" charset="-120"/>
              </a:rPr>
              <a:t>. A bike rider, a car captain, and a rickshaw driver share little info: license and papers, identity scans, fare, all different.</a:t>
            </a:r>
            <a:endParaRPr lang="en-US" sz="1650" dirty="0">
              <a:solidFill>
                <a:schemeClr val="tx1">
                  <a:lumMod val="85000"/>
                  <a:lumOff val="15000"/>
                </a:schemeClr>
              </a:solidFill>
            </a:endParaRPr>
          </a:p>
        </p:txBody>
      </p:sp>
      <p:grpSp>
        <p:nvGrpSpPr>
          <p:cNvPr id="15" name="Group 14">
            <a:extLst>
              <a:ext uri="{FF2B5EF4-FFF2-40B4-BE49-F238E27FC236}">
                <a16:creationId xmlns:a16="http://schemas.microsoft.com/office/drawing/2014/main" id="{ACFA825E-DA1C-D498-3175-1BFBCA8465C8}"/>
              </a:ext>
            </a:extLst>
          </p:cNvPr>
          <p:cNvGrpSpPr/>
          <p:nvPr/>
        </p:nvGrpSpPr>
        <p:grpSpPr>
          <a:xfrm>
            <a:off x="762000" y="4641255"/>
            <a:ext cx="5066422" cy="247650"/>
            <a:chOff x="762000" y="4641255"/>
            <a:chExt cx="4965602" cy="247650"/>
          </a:xfrm>
        </p:grpSpPr>
        <p:sp>
          <p:nvSpPr>
            <p:cNvPr id="6" name="Text 4"/>
            <p:cNvSpPr/>
            <p:nvPr/>
          </p:nvSpPr>
          <p:spPr>
            <a:xfrm>
              <a:off x="762000" y="4641255"/>
              <a:ext cx="174526" cy="247650"/>
            </a:xfrm>
            <a:prstGeom prst="rect">
              <a:avLst/>
            </a:prstGeom>
            <a:noFill/>
            <a:ln/>
          </p:spPr>
          <p:txBody>
            <a:bodyPr wrap="square" lIns="16933" tIns="16933" rIns="16933" bIns="16933" rtlCol="0" anchor="t">
              <a:normAutofit/>
            </a:bodyPr>
            <a:lstStyle/>
            <a:p>
              <a:r>
                <a:rPr lang="en-US" sz="1400" b="1" dirty="0">
                  <a:solidFill>
                    <a:srgbClr val="167A5B"/>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1012727" y="4641255"/>
              <a:ext cx="4714875" cy="247650"/>
            </a:xfrm>
            <a:prstGeom prst="rect">
              <a:avLst/>
            </a:prstGeom>
            <a:noFill/>
            <a:ln/>
          </p:spPr>
          <p:txBody>
            <a:bodyPr wrap="square" lIns="16933" tIns="16933" rIns="16933" bIns="16933" rtlCol="0" anchor="t">
              <a:normAutofit/>
            </a:bodyPr>
            <a:lstStyle/>
            <a:p>
              <a:r>
                <a:rPr lang="en-US" sz="1400" dirty="0">
                  <a:solidFill>
                    <a:srgbClr val="1A1D1B"/>
                  </a:solidFill>
                  <a:latin typeface="Arial" pitchFamily="34" charset="0"/>
                  <a:ea typeface="Arial" pitchFamily="34" charset="-122"/>
                  <a:cs typeface="Arial" pitchFamily="34" charset="-120"/>
                </a:rPr>
                <a:t>One collection absorbs every vehicle type.</a:t>
              </a:r>
              <a:endParaRPr lang="en-US" sz="1400" dirty="0"/>
            </a:p>
          </p:txBody>
        </p:sp>
      </p:grpSp>
      <p:grpSp>
        <p:nvGrpSpPr>
          <p:cNvPr id="16" name="Group 15">
            <a:extLst>
              <a:ext uri="{FF2B5EF4-FFF2-40B4-BE49-F238E27FC236}">
                <a16:creationId xmlns:a16="http://schemas.microsoft.com/office/drawing/2014/main" id="{B1BD56CA-7CF5-1F9B-B908-7E9D195508D6}"/>
              </a:ext>
            </a:extLst>
          </p:cNvPr>
          <p:cNvGrpSpPr/>
          <p:nvPr/>
        </p:nvGrpSpPr>
        <p:grpSpPr>
          <a:xfrm>
            <a:off x="761999" y="4977805"/>
            <a:ext cx="5066423" cy="247650"/>
            <a:chOff x="762000" y="4977805"/>
            <a:chExt cx="4703446" cy="247650"/>
          </a:xfrm>
        </p:grpSpPr>
        <p:sp>
          <p:nvSpPr>
            <p:cNvPr id="8" name="Text 6"/>
            <p:cNvSpPr/>
            <p:nvPr/>
          </p:nvSpPr>
          <p:spPr>
            <a:xfrm>
              <a:off x="762000" y="4977805"/>
              <a:ext cx="174526" cy="247650"/>
            </a:xfrm>
            <a:prstGeom prst="rect">
              <a:avLst/>
            </a:prstGeom>
            <a:noFill/>
            <a:ln/>
          </p:spPr>
          <p:txBody>
            <a:bodyPr wrap="square" lIns="16933" tIns="16933" rIns="16933" bIns="16933" rtlCol="0" anchor="t">
              <a:normAutofit/>
            </a:bodyPr>
            <a:lstStyle/>
            <a:p>
              <a:r>
                <a:rPr lang="en-US" sz="1400" b="1" dirty="0">
                  <a:solidFill>
                    <a:srgbClr val="167A5B"/>
                  </a:solidFill>
                  <a:latin typeface="Arial" pitchFamily="34" charset="0"/>
                  <a:ea typeface="Arial" pitchFamily="34" charset="-122"/>
                  <a:cs typeface="Arial" pitchFamily="34" charset="-120"/>
                </a:rPr>
                <a:t>✓</a:t>
              </a:r>
              <a:endParaRPr lang="en-US" sz="1400" dirty="0"/>
            </a:p>
          </p:txBody>
        </p:sp>
        <p:sp>
          <p:nvSpPr>
            <p:cNvPr id="9" name="Text 7"/>
            <p:cNvSpPr/>
            <p:nvPr/>
          </p:nvSpPr>
          <p:spPr>
            <a:xfrm>
              <a:off x="1012727" y="4977805"/>
              <a:ext cx="4452719" cy="247650"/>
            </a:xfrm>
            <a:prstGeom prst="rect">
              <a:avLst/>
            </a:prstGeom>
            <a:noFill/>
            <a:ln/>
          </p:spPr>
          <p:txBody>
            <a:bodyPr wrap="square" lIns="16933" tIns="16933" rIns="16933" bIns="16933" rtlCol="0" anchor="t">
              <a:normAutofit/>
            </a:bodyPr>
            <a:lstStyle/>
            <a:p>
              <a:r>
                <a:rPr lang="en-US" sz="1400" dirty="0">
                  <a:solidFill>
                    <a:srgbClr val="1A1D1B"/>
                  </a:solidFill>
                  <a:latin typeface="Arial" pitchFamily="34" charset="0"/>
                  <a:ea typeface="Arial" pitchFamily="34" charset="-122"/>
                  <a:cs typeface="Arial" pitchFamily="34" charset="-120"/>
                </a:rPr>
                <a:t>KYC fields evolve as fast as regulators change the rules.</a:t>
              </a:r>
              <a:endParaRPr lang="en-US" sz="1400" dirty="0"/>
            </a:p>
          </p:txBody>
        </p:sp>
      </p:grpSp>
      <p:grpSp>
        <p:nvGrpSpPr>
          <p:cNvPr id="17" name="Group 16">
            <a:extLst>
              <a:ext uri="{FF2B5EF4-FFF2-40B4-BE49-F238E27FC236}">
                <a16:creationId xmlns:a16="http://schemas.microsoft.com/office/drawing/2014/main" id="{E9C81051-4818-E52A-20B9-0E28FE4419D7}"/>
              </a:ext>
            </a:extLst>
          </p:cNvPr>
          <p:cNvGrpSpPr/>
          <p:nvPr/>
        </p:nvGrpSpPr>
        <p:grpSpPr>
          <a:xfrm>
            <a:off x="762000" y="5314355"/>
            <a:ext cx="5066422" cy="247650"/>
            <a:chOff x="762000" y="5314355"/>
            <a:chExt cx="5068848" cy="247650"/>
          </a:xfrm>
        </p:grpSpPr>
        <p:sp>
          <p:nvSpPr>
            <p:cNvPr id="10" name="Text 8"/>
            <p:cNvSpPr/>
            <p:nvPr/>
          </p:nvSpPr>
          <p:spPr>
            <a:xfrm>
              <a:off x="762000" y="5314355"/>
              <a:ext cx="174526" cy="247650"/>
            </a:xfrm>
            <a:prstGeom prst="rect">
              <a:avLst/>
            </a:prstGeom>
            <a:noFill/>
            <a:ln/>
          </p:spPr>
          <p:txBody>
            <a:bodyPr wrap="square" lIns="16933" tIns="16933" rIns="16933" bIns="16933" rtlCol="0" anchor="t">
              <a:normAutofit/>
            </a:bodyPr>
            <a:lstStyle/>
            <a:p>
              <a:r>
                <a:rPr lang="en-US" sz="1400" b="1" dirty="0">
                  <a:solidFill>
                    <a:srgbClr val="167A5B"/>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1012726" y="5314355"/>
              <a:ext cx="4818122" cy="247650"/>
            </a:xfrm>
            <a:prstGeom prst="rect">
              <a:avLst/>
            </a:prstGeom>
            <a:noFill/>
            <a:ln/>
          </p:spPr>
          <p:txBody>
            <a:bodyPr wrap="square" lIns="16933" tIns="16933" rIns="16933" bIns="16933" rtlCol="0" anchor="t">
              <a:noAutofit/>
            </a:bodyPr>
            <a:lstStyle/>
            <a:p>
              <a:r>
                <a:rPr lang="en-US" sz="1400" dirty="0">
                  <a:solidFill>
                    <a:srgbClr val="1A1D1B"/>
                  </a:solidFill>
                  <a:latin typeface="Arial" pitchFamily="34" charset="0"/>
                  <a:ea typeface="Arial" pitchFamily="34" charset="-122"/>
                  <a:cs typeface="Arial" pitchFamily="34" charset="-120"/>
                </a:rPr>
                <a:t>The Wallet team never sees or cares that this is Python.</a:t>
              </a:r>
              <a:endParaRPr lang="en-US" sz="1400" dirty="0"/>
            </a:p>
          </p:txBody>
        </p:sp>
      </p:grpSp>
      <p:grpSp>
        <p:nvGrpSpPr>
          <p:cNvPr id="14" name="Group 13">
            <a:extLst>
              <a:ext uri="{FF2B5EF4-FFF2-40B4-BE49-F238E27FC236}">
                <a16:creationId xmlns:a16="http://schemas.microsoft.com/office/drawing/2014/main" id="{F53580C9-2270-BE8A-1381-F77C729FDC98}"/>
              </a:ext>
            </a:extLst>
          </p:cNvPr>
          <p:cNvGrpSpPr/>
          <p:nvPr/>
        </p:nvGrpSpPr>
        <p:grpSpPr>
          <a:xfrm>
            <a:off x="5995591" y="1905596"/>
            <a:ext cx="5434409" cy="3438327"/>
            <a:chOff x="5995492" y="1709837"/>
            <a:chExt cx="5434409" cy="3438327"/>
          </a:xfrm>
        </p:grpSpPr>
        <p:sp>
          <p:nvSpPr>
            <p:cNvPr id="12" name="Shape 10"/>
            <p:cNvSpPr/>
            <p:nvPr/>
          </p:nvSpPr>
          <p:spPr>
            <a:xfrm>
              <a:off x="5995492" y="1709837"/>
              <a:ext cx="5434409" cy="3438327"/>
            </a:xfrm>
            <a:prstGeom prst="roundRect">
              <a:avLst>
                <a:gd name="adj" fmla="val 2955"/>
              </a:avLst>
            </a:prstGeom>
            <a:solidFill>
              <a:srgbClr val="10201A"/>
            </a:solidFill>
            <a:ln/>
          </p:spPr>
          <p:txBody>
            <a:bodyPr/>
            <a:lstStyle/>
            <a:p>
              <a:endParaRPr lang="en-GB" sz="1200"/>
            </a:p>
          </p:txBody>
        </p:sp>
        <p:sp>
          <p:nvSpPr>
            <p:cNvPr id="13" name="Text 11"/>
            <p:cNvSpPr/>
            <p:nvPr/>
          </p:nvSpPr>
          <p:spPr>
            <a:xfrm>
              <a:off x="6325692" y="2014637"/>
              <a:ext cx="4937041" cy="2854127"/>
            </a:xfrm>
            <a:prstGeom prst="rect">
              <a:avLst/>
            </a:prstGeom>
            <a:noFill/>
            <a:ln/>
          </p:spPr>
          <p:txBody>
            <a:bodyPr wrap="none" lIns="16933" tIns="16933" rIns="16933" bIns="16933" rtlCol="0" anchor="t">
              <a:normAutofit/>
            </a:bodyPr>
            <a:lstStyle/>
            <a:p>
              <a:r>
                <a:rPr lang="en-PK" dirty="0">
                  <a:solidFill>
                    <a:schemeClr val="bg1">
                      <a:lumMod val="65000"/>
                    </a:schemeClr>
                  </a:solidFill>
                </a:rPr>
                <a:t># views.py — Drivers service</a:t>
              </a:r>
              <a:br>
                <a:rPr lang="en-PK" dirty="0">
                  <a:solidFill>
                    <a:schemeClr val="bg1"/>
                  </a:solidFill>
                </a:rPr>
              </a:br>
              <a:r>
                <a:rPr lang="en-PK" dirty="0">
                  <a:solidFill>
                    <a:schemeClr val="bg1"/>
                  </a:solidFill>
                </a:rPr>
                <a:t>def driver(request, </a:t>
              </a:r>
              <a:r>
                <a:rPr lang="en-PK" dirty="0" err="1">
                  <a:solidFill>
                    <a:schemeClr val="bg1"/>
                  </a:solidFill>
                </a:rPr>
                <a:t>driver_id</a:t>
              </a:r>
              <a:r>
                <a:rPr lang="en-PK" dirty="0">
                  <a:solidFill>
                    <a:schemeClr val="bg1"/>
                  </a:solidFill>
                </a:rPr>
                <a:t>):</a:t>
              </a:r>
              <a:br>
                <a:rPr lang="en-PK" dirty="0">
                  <a:solidFill>
                    <a:schemeClr val="bg1"/>
                  </a:solidFill>
                </a:rPr>
              </a:br>
              <a:r>
                <a:rPr lang="en-PK" dirty="0">
                  <a:solidFill>
                    <a:schemeClr val="bg1"/>
                  </a:solidFill>
                </a:rPr>
                <a:t>    </a:t>
              </a:r>
              <a:r>
                <a:rPr lang="en-PK" dirty="0">
                  <a:solidFill>
                    <a:schemeClr val="bg1">
                      <a:lumMod val="65000"/>
                    </a:schemeClr>
                  </a:solidFill>
                </a:rPr>
                <a:t># reads THIS service's MongoDB</a:t>
              </a:r>
              <a:br>
                <a:rPr lang="en-PK" dirty="0">
                  <a:solidFill>
                    <a:schemeClr val="bg1"/>
                  </a:solidFill>
                </a:rPr>
              </a:br>
              <a:r>
                <a:rPr lang="en-PK" dirty="0">
                  <a:solidFill>
                    <a:schemeClr val="bg1"/>
                  </a:solidFill>
                </a:rPr>
                <a:t>    doc = </a:t>
              </a:r>
              <a:r>
                <a:rPr lang="en-PK" dirty="0" err="1">
                  <a:solidFill>
                    <a:schemeClr val="bg1"/>
                  </a:solidFill>
                </a:rPr>
                <a:t>db.drivers.find_one</a:t>
              </a:r>
              <a:r>
                <a:rPr lang="en-PK" dirty="0">
                  <a:solidFill>
                    <a:schemeClr val="bg1"/>
                  </a:solidFill>
                </a:rPr>
                <a:t>(</a:t>
              </a:r>
              <a:br>
                <a:rPr lang="en-PK" dirty="0">
                  <a:solidFill>
                    <a:schemeClr val="bg1"/>
                  </a:solidFill>
                </a:rPr>
              </a:br>
              <a:r>
                <a:rPr lang="en-PK" dirty="0">
                  <a:solidFill>
                    <a:schemeClr val="bg1"/>
                  </a:solidFill>
                </a:rPr>
                <a:t>        {"_id": </a:t>
              </a:r>
              <a:r>
                <a:rPr lang="en-PK" dirty="0" err="1">
                  <a:solidFill>
                    <a:schemeClr val="bg1"/>
                  </a:solidFill>
                </a:rPr>
                <a:t>driver_id</a:t>
              </a:r>
              <a:r>
                <a:rPr lang="en-PK" dirty="0">
                  <a:solidFill>
                    <a:schemeClr val="bg1"/>
                  </a:solidFill>
                </a:rPr>
                <a:t>})</a:t>
              </a:r>
              <a:br>
                <a:rPr lang="en-PK" dirty="0">
                  <a:solidFill>
                    <a:schemeClr val="bg1"/>
                  </a:solidFill>
                </a:rPr>
              </a:br>
              <a:r>
                <a:rPr lang="en-PK" dirty="0">
                  <a:solidFill>
                    <a:schemeClr val="bg1"/>
                  </a:solidFill>
                </a:rPr>
                <a:t>    if doc is None:</a:t>
              </a:r>
              <a:br>
                <a:rPr lang="en-PK" dirty="0">
                  <a:solidFill>
                    <a:schemeClr val="bg1"/>
                  </a:solidFill>
                </a:rPr>
              </a:br>
              <a:r>
                <a:rPr lang="en-PK" dirty="0">
                  <a:solidFill>
                    <a:schemeClr val="bg1"/>
                  </a:solidFill>
                </a:rPr>
                <a:t>        return </a:t>
              </a:r>
              <a:r>
                <a:rPr lang="en-PK" dirty="0" err="1">
                  <a:solidFill>
                    <a:schemeClr val="bg1"/>
                  </a:solidFill>
                </a:rPr>
                <a:t>JsonResponse</a:t>
              </a:r>
              <a:r>
                <a:rPr lang="en-PK" dirty="0">
                  <a:solidFill>
                    <a:schemeClr val="bg1"/>
                  </a:solidFill>
                </a:rPr>
                <a:t>(status=404)</a:t>
              </a:r>
              <a:br>
                <a:rPr lang="en-PK" dirty="0">
                  <a:solidFill>
                    <a:schemeClr val="bg1"/>
                  </a:solidFill>
                </a:rPr>
              </a:br>
              <a:r>
                <a:rPr lang="en-PK" dirty="0">
                  <a:solidFill>
                    <a:schemeClr val="bg1"/>
                  </a:solidFill>
                </a:rPr>
                <a:t>    </a:t>
              </a:r>
              <a:r>
                <a:rPr lang="en-PK" dirty="0">
                  <a:solidFill>
                    <a:schemeClr val="bg1">
                      <a:lumMod val="65000"/>
                    </a:schemeClr>
                  </a:solidFill>
                </a:rPr>
                <a:t># bike</a:t>
              </a:r>
              <a:r>
                <a:rPr lang="en-US" dirty="0">
                  <a:solidFill>
                    <a:schemeClr val="bg1">
                      <a:lumMod val="65000"/>
                    </a:schemeClr>
                  </a:solidFill>
                </a:rPr>
                <a:t>/</a:t>
              </a:r>
              <a:r>
                <a:rPr lang="en-PK" dirty="0">
                  <a:solidFill>
                    <a:schemeClr val="bg1">
                      <a:lumMod val="65000"/>
                    </a:schemeClr>
                  </a:solidFill>
                </a:rPr>
                <a:t>car</a:t>
              </a:r>
              <a:r>
                <a:rPr lang="en-US" dirty="0">
                  <a:solidFill>
                    <a:schemeClr val="bg1">
                      <a:lumMod val="65000"/>
                    </a:schemeClr>
                  </a:solidFill>
                </a:rPr>
                <a:t>/</a:t>
              </a:r>
              <a:r>
                <a:rPr lang="en-PK" dirty="0">
                  <a:solidFill>
                    <a:schemeClr val="bg1">
                      <a:lumMod val="65000"/>
                    </a:schemeClr>
                  </a:solidFill>
                </a:rPr>
                <a:t>rickshaw</a:t>
              </a:r>
              <a:r>
                <a:rPr lang="en-US" dirty="0">
                  <a:solidFill>
                    <a:schemeClr val="bg1">
                      <a:lumMod val="65000"/>
                    </a:schemeClr>
                  </a:solidFill>
                </a:rPr>
                <a:t>: </a:t>
              </a:r>
              <a:r>
                <a:rPr lang="en-PK" dirty="0">
                  <a:solidFill>
                    <a:schemeClr val="bg1">
                      <a:lumMod val="65000"/>
                    </a:schemeClr>
                  </a:solidFill>
                </a:rPr>
                <a:t>different</a:t>
              </a:r>
              <a:r>
                <a:rPr lang="en-US" dirty="0">
                  <a:solidFill>
                    <a:schemeClr val="bg1">
                      <a:lumMod val="65000"/>
                    </a:schemeClr>
                  </a:solidFill>
                </a:rPr>
                <a:t> f</a:t>
              </a:r>
              <a:r>
                <a:rPr lang="en-PK" dirty="0" err="1">
                  <a:solidFill>
                    <a:schemeClr val="bg1">
                      <a:lumMod val="65000"/>
                    </a:schemeClr>
                  </a:solidFill>
                </a:rPr>
                <a:t>ields</a:t>
              </a:r>
              <a:r>
                <a:rPr lang="en-PK" dirty="0">
                  <a:solidFill>
                    <a:schemeClr val="bg1">
                      <a:lumMod val="65000"/>
                    </a:schemeClr>
                  </a:solidFill>
                </a:rPr>
                <a:t>, one collection</a:t>
              </a:r>
              <a:br>
                <a:rPr lang="en-PK" dirty="0">
                  <a:solidFill>
                    <a:schemeClr val="bg1"/>
                  </a:solidFill>
                </a:rPr>
              </a:br>
              <a:r>
                <a:rPr lang="en-PK" dirty="0">
                  <a:solidFill>
                    <a:schemeClr val="bg1"/>
                  </a:solidFill>
                </a:rPr>
                <a:t>    return </a:t>
              </a:r>
              <a:r>
                <a:rPr lang="en-PK" dirty="0" err="1">
                  <a:solidFill>
                    <a:schemeClr val="bg1"/>
                  </a:solidFill>
                </a:rPr>
                <a:t>JsonResponse</a:t>
              </a:r>
              <a:r>
                <a:rPr lang="en-PK" dirty="0">
                  <a:solidFill>
                    <a:schemeClr val="bg1"/>
                  </a:solidFill>
                </a:rPr>
                <a:t>(serialize(doc))</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04C7340C-5AFE-CBB9-55EB-38C7100C780C}"/>
              </a:ext>
            </a:extLst>
          </p:cNvPr>
          <p:cNvGrpSpPr/>
          <p:nvPr/>
        </p:nvGrpSpPr>
        <p:grpSpPr>
          <a:xfrm>
            <a:off x="762001" y="1307108"/>
            <a:ext cx="1926431" cy="355600"/>
            <a:chOff x="762001" y="1370608"/>
            <a:chExt cx="1926431" cy="355600"/>
          </a:xfrm>
        </p:grpSpPr>
        <p:sp>
          <p:nvSpPr>
            <p:cNvPr id="2" name="Shape 0"/>
            <p:cNvSpPr/>
            <p:nvPr/>
          </p:nvSpPr>
          <p:spPr>
            <a:xfrm>
              <a:off x="762001" y="1370608"/>
              <a:ext cx="1926431" cy="355600"/>
            </a:xfrm>
            <a:prstGeom prst="roundRect">
              <a:avLst>
                <a:gd name="adj" fmla="val 14286"/>
              </a:avLst>
            </a:prstGeom>
            <a:solidFill>
              <a:srgbClr val="EBF0F9"/>
            </a:solidFill>
            <a:ln/>
          </p:spPr>
          <p:txBody>
            <a:bodyPr/>
            <a:lstStyle/>
            <a:p>
              <a:endParaRPr lang="en-GB" sz="1200"/>
            </a:p>
          </p:txBody>
        </p:sp>
        <p:sp>
          <p:nvSpPr>
            <p:cNvPr id="3" name="Text 1"/>
            <p:cNvSpPr/>
            <p:nvPr/>
          </p:nvSpPr>
          <p:spPr>
            <a:xfrm>
              <a:off x="914400" y="1446808"/>
              <a:ext cx="1679424" cy="228600"/>
            </a:xfrm>
            <a:prstGeom prst="rect">
              <a:avLst/>
            </a:prstGeom>
            <a:noFill/>
            <a:ln/>
          </p:spPr>
          <p:txBody>
            <a:bodyPr wrap="square" lIns="16933" tIns="16933" rIns="16933" bIns="16933" rtlCol="0" anchor="t">
              <a:normAutofit/>
            </a:bodyPr>
            <a:lstStyle/>
            <a:p>
              <a:r>
                <a:rPr lang="en-US" sz="1200" kern="0" spc="192" dirty="0">
                  <a:solidFill>
                    <a:srgbClr val="2E4D82"/>
                  </a:solidFill>
                  <a:latin typeface="Courier New" pitchFamily="34" charset="0"/>
                  <a:ea typeface="Courier New" pitchFamily="34" charset="-122"/>
                  <a:cs typeface="Courier New" pitchFamily="34" charset="-120"/>
                </a:rPr>
                <a:t>SERVICE 3 OF 3</a:t>
              </a:r>
              <a:endParaRPr lang="en-US" sz="1200" dirty="0"/>
            </a:p>
          </p:txBody>
        </p:sp>
      </p:grpSp>
      <p:sp>
        <p:nvSpPr>
          <p:cNvPr id="4" name="Text 2"/>
          <p:cNvSpPr/>
          <p:nvPr/>
        </p:nvSpPr>
        <p:spPr>
          <a:xfrm>
            <a:off x="762000" y="1954808"/>
            <a:ext cx="4867256" cy="964009"/>
          </a:xfrm>
          <a:prstGeom prst="rect">
            <a:avLst/>
          </a:prstGeom>
          <a:noFill/>
          <a:ln/>
        </p:spPr>
        <p:txBody>
          <a:bodyPr wrap="square" lIns="16933" tIns="16933" rIns="16933" bIns="16933" rtlCol="0" anchor="t">
            <a:normAutofit fontScale="92500" lnSpcReduction="10000"/>
          </a:bodyPr>
          <a:lstStyle/>
          <a:p>
            <a:pPr>
              <a:lnSpc>
                <a:spcPct val="98560"/>
              </a:lnSpc>
            </a:pPr>
            <a:r>
              <a:rPr lang="en-US" sz="3300" b="1" dirty="0">
                <a:solidFill>
                  <a:srgbClr val="1A1D1B"/>
                </a:solidFill>
                <a:latin typeface="Georgia" pitchFamily="34" charset="0"/>
                <a:ea typeface="Georgia" pitchFamily="34" charset="-122"/>
                <a:cs typeface="Georgia" pitchFamily="34" charset="-120"/>
              </a:rPr>
              <a:t>Tracking — JavaScript, React, in-memory</a:t>
            </a:r>
            <a:endParaRPr lang="en-US" sz="3300" dirty="0"/>
          </a:p>
        </p:txBody>
      </p:sp>
      <p:sp>
        <p:nvSpPr>
          <p:cNvPr id="5" name="Text 3"/>
          <p:cNvSpPr/>
          <p:nvPr/>
        </p:nvSpPr>
        <p:spPr>
          <a:xfrm>
            <a:off x="762000" y="3147418"/>
            <a:ext cx="4867256" cy="981075"/>
          </a:xfrm>
          <a:prstGeom prst="rect">
            <a:avLst/>
          </a:prstGeom>
          <a:noFill/>
          <a:ln/>
        </p:spPr>
        <p:txBody>
          <a:bodyPr wrap="square" lIns="16933" tIns="16933" rIns="16933" bIns="16933" rtlCol="0" anchor="t">
            <a:normAutofit lnSpcReduction="10000"/>
          </a:bodyPr>
          <a:lstStyle/>
          <a:p>
            <a:pPr>
              <a:lnSpc>
                <a:spcPct val="130263"/>
              </a:lnSpc>
            </a:pPr>
            <a:r>
              <a:rPr lang="en-US" sz="1650" dirty="0">
                <a:solidFill>
                  <a:schemeClr val="tx1">
                    <a:lumMod val="85000"/>
                    <a:lumOff val="15000"/>
                  </a:schemeClr>
                </a:solidFill>
                <a:latin typeface="Arial" pitchFamily="34" charset="0"/>
                <a:ea typeface="Arial" pitchFamily="34" charset="-122"/>
                <a:cs typeface="Arial" pitchFamily="34" charset="-120"/>
              </a:rPr>
              <a:t>A GPS ping is </a:t>
            </a:r>
            <a:r>
              <a:rPr lang="en-US" sz="1650" b="1" dirty="0">
                <a:solidFill>
                  <a:schemeClr val="tx1">
                    <a:lumMod val="85000"/>
                    <a:lumOff val="15000"/>
                  </a:schemeClr>
                </a:solidFill>
                <a:latin typeface="Arial" pitchFamily="34" charset="0"/>
                <a:ea typeface="Arial" pitchFamily="34" charset="-122"/>
                <a:cs typeface="Arial" pitchFamily="34" charset="-120"/>
              </a:rPr>
              <a:t>outdated in seconds</a:t>
            </a:r>
            <a:r>
              <a:rPr lang="en-US" sz="1650" dirty="0">
                <a:solidFill>
                  <a:schemeClr val="tx1">
                    <a:lumMod val="85000"/>
                    <a:lumOff val="15000"/>
                  </a:schemeClr>
                </a:solidFill>
                <a:latin typeface="Arial" pitchFamily="34" charset="0"/>
                <a:ea typeface="Arial" pitchFamily="34" charset="-122"/>
                <a:cs typeface="Arial" pitchFamily="34" charset="-120"/>
              </a:rPr>
              <a:t>. Persisting it means paying a database to store the past.</a:t>
            </a:r>
          </a:p>
          <a:p>
            <a:pPr>
              <a:lnSpc>
                <a:spcPct val="130263"/>
              </a:lnSpc>
            </a:pPr>
            <a:r>
              <a:rPr lang="en-US" sz="1650" dirty="0">
                <a:solidFill>
                  <a:schemeClr val="tx1">
                    <a:lumMod val="85000"/>
                    <a:lumOff val="15000"/>
                  </a:schemeClr>
                </a:solidFill>
                <a:latin typeface="Arial" pitchFamily="34" charset="0"/>
                <a:ea typeface="Arial" pitchFamily="34" charset="-122"/>
                <a:cs typeface="Arial" pitchFamily="34" charset="-120"/>
              </a:rPr>
              <a:t>So, a Map should be in RAM. That's the </a:t>
            </a:r>
            <a:r>
              <a:rPr lang="en-US" sz="1650" i="1" dirty="0">
                <a:solidFill>
                  <a:schemeClr val="tx1">
                    <a:lumMod val="85000"/>
                    <a:lumOff val="15000"/>
                  </a:schemeClr>
                </a:solidFill>
                <a:latin typeface="Arial" pitchFamily="34" charset="0"/>
                <a:ea typeface="Arial" pitchFamily="34" charset="-122"/>
                <a:cs typeface="Arial" pitchFamily="34" charset="-120"/>
              </a:rPr>
              <a:t>right </a:t>
            </a:r>
            <a:r>
              <a:rPr lang="en-US" sz="1650" dirty="0">
                <a:solidFill>
                  <a:schemeClr val="tx1">
                    <a:lumMod val="85000"/>
                    <a:lumOff val="15000"/>
                  </a:schemeClr>
                </a:solidFill>
                <a:latin typeface="Arial" pitchFamily="34" charset="0"/>
                <a:ea typeface="Arial" pitchFamily="34" charset="-122"/>
                <a:cs typeface="Arial" pitchFamily="34" charset="-120"/>
              </a:rPr>
              <a:t>call.</a:t>
            </a:r>
            <a:endParaRPr lang="en-US" sz="1650" dirty="0">
              <a:solidFill>
                <a:schemeClr val="tx1">
                  <a:lumMod val="85000"/>
                  <a:lumOff val="15000"/>
                </a:schemeClr>
              </a:solidFill>
            </a:endParaRPr>
          </a:p>
        </p:txBody>
      </p:sp>
      <p:grpSp>
        <p:nvGrpSpPr>
          <p:cNvPr id="15" name="Group 14">
            <a:extLst>
              <a:ext uri="{FF2B5EF4-FFF2-40B4-BE49-F238E27FC236}">
                <a16:creationId xmlns:a16="http://schemas.microsoft.com/office/drawing/2014/main" id="{006776C4-6942-F93D-69B7-1EB6CBB4F56C}"/>
              </a:ext>
            </a:extLst>
          </p:cNvPr>
          <p:cNvGrpSpPr/>
          <p:nvPr/>
        </p:nvGrpSpPr>
        <p:grpSpPr>
          <a:xfrm>
            <a:off x="762000" y="4382492"/>
            <a:ext cx="4885492" cy="247650"/>
            <a:chOff x="762000" y="4382492"/>
            <a:chExt cx="4491713" cy="247650"/>
          </a:xfrm>
        </p:grpSpPr>
        <p:sp>
          <p:nvSpPr>
            <p:cNvPr id="6" name="Text 4"/>
            <p:cNvSpPr/>
            <p:nvPr/>
          </p:nvSpPr>
          <p:spPr>
            <a:xfrm>
              <a:off x="762000" y="4382492"/>
              <a:ext cx="174526" cy="247650"/>
            </a:xfrm>
            <a:prstGeom prst="rect">
              <a:avLst/>
            </a:prstGeom>
            <a:noFill/>
            <a:ln/>
          </p:spPr>
          <p:txBody>
            <a:bodyPr wrap="square" lIns="16933" tIns="16933" rIns="16933" bIns="16933" rtlCol="0" anchor="t">
              <a:normAutofit/>
            </a:bodyPr>
            <a:lstStyle/>
            <a:p>
              <a:r>
                <a:rPr lang="en-US" sz="1300" b="1" dirty="0">
                  <a:solidFill>
                    <a:srgbClr val="2E4D82"/>
                  </a:solidFill>
                  <a:latin typeface="Arial" pitchFamily="34" charset="0"/>
                  <a:ea typeface="Arial" pitchFamily="34" charset="-122"/>
                  <a:cs typeface="Arial" pitchFamily="34" charset="-120"/>
                </a:rPr>
                <a:t>✓</a:t>
              </a:r>
              <a:endParaRPr lang="en-US" sz="1300" dirty="0"/>
            </a:p>
          </p:txBody>
        </p:sp>
        <p:sp>
          <p:nvSpPr>
            <p:cNvPr id="7" name="Text 5"/>
            <p:cNvSpPr/>
            <p:nvPr/>
          </p:nvSpPr>
          <p:spPr>
            <a:xfrm>
              <a:off x="1012726" y="4382492"/>
              <a:ext cx="4240987" cy="247650"/>
            </a:xfrm>
            <a:prstGeom prst="rect">
              <a:avLst/>
            </a:prstGeom>
            <a:noFill/>
            <a:ln/>
          </p:spPr>
          <p:txBody>
            <a:bodyPr wrap="square" lIns="16933" tIns="16933" rIns="16933" bIns="16933" rtlCol="0" anchor="t">
              <a:normAutofit/>
            </a:bodyPr>
            <a:lstStyle/>
            <a:p>
              <a:r>
                <a:rPr lang="en-US" sz="1300" dirty="0">
                  <a:solidFill>
                    <a:srgbClr val="1A1D1B"/>
                  </a:solidFill>
                  <a:latin typeface="Arial" pitchFamily="34" charset="0"/>
                  <a:ea typeface="Arial" pitchFamily="34" charset="-122"/>
                  <a:cs typeface="Arial" pitchFamily="34" charset="-120"/>
                </a:rPr>
                <a:t>Thousands of pings per second — µs writes, zero I/O</a:t>
              </a:r>
              <a:endParaRPr lang="en-US" sz="1300" dirty="0"/>
            </a:p>
          </p:txBody>
        </p:sp>
      </p:grpSp>
      <p:grpSp>
        <p:nvGrpSpPr>
          <p:cNvPr id="16" name="Group 15">
            <a:extLst>
              <a:ext uri="{FF2B5EF4-FFF2-40B4-BE49-F238E27FC236}">
                <a16:creationId xmlns:a16="http://schemas.microsoft.com/office/drawing/2014/main" id="{279847CB-2DA9-7F50-4856-1CBD95214355}"/>
              </a:ext>
            </a:extLst>
          </p:cNvPr>
          <p:cNvGrpSpPr/>
          <p:nvPr/>
        </p:nvGrpSpPr>
        <p:grpSpPr>
          <a:xfrm>
            <a:off x="762000" y="4719042"/>
            <a:ext cx="4885492" cy="247650"/>
            <a:chOff x="762000" y="4719042"/>
            <a:chExt cx="4885492" cy="247650"/>
          </a:xfrm>
        </p:grpSpPr>
        <p:sp>
          <p:nvSpPr>
            <p:cNvPr id="8" name="Text 6"/>
            <p:cNvSpPr/>
            <p:nvPr/>
          </p:nvSpPr>
          <p:spPr>
            <a:xfrm>
              <a:off x="762000" y="4719042"/>
              <a:ext cx="174526" cy="247650"/>
            </a:xfrm>
            <a:prstGeom prst="rect">
              <a:avLst/>
            </a:prstGeom>
            <a:noFill/>
            <a:ln/>
          </p:spPr>
          <p:txBody>
            <a:bodyPr wrap="square" lIns="16933" tIns="16933" rIns="16933" bIns="16933" rtlCol="0" anchor="t">
              <a:normAutofit/>
            </a:bodyPr>
            <a:lstStyle/>
            <a:p>
              <a:r>
                <a:rPr lang="en-US" sz="1300" b="1" dirty="0">
                  <a:solidFill>
                    <a:srgbClr val="2E4D82"/>
                  </a:solidFill>
                  <a:latin typeface="Arial" pitchFamily="34" charset="0"/>
                  <a:ea typeface="Arial" pitchFamily="34" charset="-122"/>
                  <a:cs typeface="Arial" pitchFamily="34" charset="-120"/>
                </a:rPr>
                <a:t>✓</a:t>
              </a:r>
              <a:endParaRPr lang="en-US" sz="1300" dirty="0"/>
            </a:p>
          </p:txBody>
        </p:sp>
        <p:sp>
          <p:nvSpPr>
            <p:cNvPr id="9" name="Text 7"/>
            <p:cNvSpPr/>
            <p:nvPr/>
          </p:nvSpPr>
          <p:spPr>
            <a:xfrm>
              <a:off x="1012726" y="4719042"/>
              <a:ext cx="4634766" cy="247650"/>
            </a:xfrm>
            <a:prstGeom prst="rect">
              <a:avLst/>
            </a:prstGeom>
            <a:noFill/>
            <a:ln/>
          </p:spPr>
          <p:txBody>
            <a:bodyPr wrap="square" lIns="16933" tIns="16933" rIns="16933" bIns="16933" rtlCol="0" anchor="t">
              <a:normAutofit/>
            </a:bodyPr>
            <a:lstStyle/>
            <a:p>
              <a:r>
                <a:rPr lang="en-US" sz="1300" dirty="0">
                  <a:solidFill>
                    <a:srgbClr val="1A1D1B"/>
                  </a:solidFill>
                  <a:latin typeface="Arial" pitchFamily="34" charset="0"/>
                  <a:ea typeface="Arial" pitchFamily="34" charset="-122"/>
                  <a:cs typeface="Arial" pitchFamily="34" charset="-120"/>
                </a:rPr>
                <a:t>Restart? The map rebuilds from live pings within seconds</a:t>
              </a:r>
              <a:endParaRPr lang="en-US" sz="1300" dirty="0"/>
            </a:p>
          </p:txBody>
        </p:sp>
      </p:grpSp>
      <p:grpSp>
        <p:nvGrpSpPr>
          <p:cNvPr id="17" name="Group 16">
            <a:extLst>
              <a:ext uri="{FF2B5EF4-FFF2-40B4-BE49-F238E27FC236}">
                <a16:creationId xmlns:a16="http://schemas.microsoft.com/office/drawing/2014/main" id="{5FC87E34-782D-DC0C-694F-9B7846DCEB97}"/>
              </a:ext>
            </a:extLst>
          </p:cNvPr>
          <p:cNvGrpSpPr/>
          <p:nvPr/>
        </p:nvGrpSpPr>
        <p:grpSpPr>
          <a:xfrm>
            <a:off x="762000" y="5055592"/>
            <a:ext cx="4885492" cy="457200"/>
            <a:chOff x="762000" y="5055592"/>
            <a:chExt cx="4859735" cy="457200"/>
          </a:xfrm>
        </p:grpSpPr>
        <p:sp>
          <p:nvSpPr>
            <p:cNvPr id="10" name="Text 8"/>
            <p:cNvSpPr/>
            <p:nvPr/>
          </p:nvSpPr>
          <p:spPr>
            <a:xfrm>
              <a:off x="762000" y="5055592"/>
              <a:ext cx="174526" cy="457200"/>
            </a:xfrm>
            <a:prstGeom prst="rect">
              <a:avLst/>
            </a:prstGeom>
            <a:noFill/>
            <a:ln/>
          </p:spPr>
          <p:txBody>
            <a:bodyPr wrap="square" lIns="16933" tIns="16933" rIns="16933" bIns="16933" rtlCol="0" anchor="t">
              <a:normAutofit/>
            </a:bodyPr>
            <a:lstStyle/>
            <a:p>
              <a:r>
                <a:rPr lang="en-US" sz="1300" b="1" dirty="0">
                  <a:solidFill>
                    <a:srgbClr val="2E4D82"/>
                  </a:solidFill>
                  <a:latin typeface="Arial" pitchFamily="34" charset="0"/>
                  <a:ea typeface="Arial" pitchFamily="34" charset="-122"/>
                  <a:cs typeface="Arial" pitchFamily="34" charset="-120"/>
                </a:rPr>
                <a:t>✓</a:t>
              </a:r>
              <a:endParaRPr lang="en-US" sz="1300" dirty="0"/>
            </a:p>
          </p:txBody>
        </p:sp>
        <p:sp>
          <p:nvSpPr>
            <p:cNvPr id="11" name="Text 9"/>
            <p:cNvSpPr/>
            <p:nvPr/>
          </p:nvSpPr>
          <p:spPr>
            <a:xfrm>
              <a:off x="1012726" y="5055592"/>
              <a:ext cx="4609009" cy="457200"/>
            </a:xfrm>
            <a:prstGeom prst="rect">
              <a:avLst/>
            </a:prstGeom>
            <a:noFill/>
            <a:ln/>
          </p:spPr>
          <p:txBody>
            <a:bodyPr wrap="square" lIns="16933" tIns="16933" rIns="16933" bIns="16933" rtlCol="0" anchor="t">
              <a:normAutofit/>
            </a:bodyPr>
            <a:lstStyle/>
            <a:p>
              <a:r>
                <a:rPr lang="en-US" sz="1300" dirty="0">
                  <a:solidFill>
                    <a:srgbClr val="1A1D1B"/>
                  </a:solidFill>
                  <a:latin typeface="Arial" pitchFamily="34" charset="0"/>
                  <a:ea typeface="Arial" pitchFamily="34" charset="-122"/>
                  <a:cs typeface="Arial" pitchFamily="34" charset="-120"/>
                </a:rPr>
                <a:t>A React ops dashboard renders the city straight from memory</a:t>
              </a:r>
              <a:endParaRPr lang="en-US" sz="1300" dirty="0"/>
            </a:p>
          </p:txBody>
        </p:sp>
      </p:grpSp>
      <p:grpSp>
        <p:nvGrpSpPr>
          <p:cNvPr id="14" name="Group 13">
            <a:extLst>
              <a:ext uri="{FF2B5EF4-FFF2-40B4-BE49-F238E27FC236}">
                <a16:creationId xmlns:a16="http://schemas.microsoft.com/office/drawing/2014/main" id="{FAD6EF9C-5EB6-2319-F4A2-DF7A6402100F}"/>
              </a:ext>
            </a:extLst>
          </p:cNvPr>
          <p:cNvGrpSpPr/>
          <p:nvPr/>
        </p:nvGrpSpPr>
        <p:grpSpPr>
          <a:xfrm>
            <a:off x="5995492" y="1954808"/>
            <a:ext cx="5434409" cy="3721199"/>
            <a:chOff x="5995492" y="1568351"/>
            <a:chExt cx="5434409" cy="3721199"/>
          </a:xfrm>
        </p:grpSpPr>
        <p:sp>
          <p:nvSpPr>
            <p:cNvPr id="12" name="Shape 10"/>
            <p:cNvSpPr/>
            <p:nvPr/>
          </p:nvSpPr>
          <p:spPr>
            <a:xfrm>
              <a:off x="5995492" y="1568351"/>
              <a:ext cx="5434409" cy="3721199"/>
            </a:xfrm>
            <a:prstGeom prst="roundRect">
              <a:avLst>
                <a:gd name="adj" fmla="val 2730"/>
              </a:avLst>
            </a:prstGeom>
            <a:solidFill>
              <a:srgbClr val="10201A"/>
            </a:solidFill>
            <a:ln/>
          </p:spPr>
          <p:txBody>
            <a:bodyPr/>
            <a:lstStyle/>
            <a:p>
              <a:endParaRPr lang="en-GB" sz="1200"/>
            </a:p>
          </p:txBody>
        </p:sp>
        <p:sp>
          <p:nvSpPr>
            <p:cNvPr id="13" name="Text 11"/>
            <p:cNvSpPr/>
            <p:nvPr/>
          </p:nvSpPr>
          <p:spPr>
            <a:xfrm>
              <a:off x="6325692" y="1873151"/>
              <a:ext cx="4937041" cy="3136999"/>
            </a:xfrm>
            <a:prstGeom prst="rect">
              <a:avLst/>
            </a:prstGeom>
            <a:noFill/>
            <a:ln/>
          </p:spPr>
          <p:txBody>
            <a:bodyPr wrap="none" lIns="16933" tIns="16933" rIns="16933" bIns="16933" rtlCol="0" anchor="t">
              <a:normAutofit/>
            </a:bodyPr>
            <a:lstStyle/>
            <a:p>
              <a:r>
                <a:rPr lang="en-PK" dirty="0">
                  <a:solidFill>
                    <a:schemeClr val="bg1">
                      <a:lumMod val="65000"/>
                    </a:schemeClr>
                  </a:solidFill>
                </a:rPr>
                <a:t>// tracking.js — no database, on purpose</a:t>
              </a:r>
              <a:br>
                <a:rPr lang="en-PK" dirty="0">
                  <a:solidFill>
                    <a:schemeClr val="bg1"/>
                  </a:solidFill>
                </a:rPr>
              </a:br>
              <a:r>
                <a:rPr lang="en-PK" dirty="0">
                  <a:solidFill>
                    <a:schemeClr val="bg1"/>
                  </a:solidFill>
                </a:rPr>
                <a:t>const live = new Map();</a:t>
              </a:r>
              <a:br>
                <a:rPr lang="en-PK" dirty="0">
                  <a:solidFill>
                    <a:schemeClr val="bg1"/>
                  </a:solidFill>
                </a:rPr>
              </a:br>
              <a:br>
                <a:rPr lang="en-PK" dirty="0">
                  <a:solidFill>
                    <a:schemeClr val="bg1"/>
                  </a:solidFill>
                </a:rPr>
              </a:br>
              <a:r>
                <a:rPr lang="en-PK" dirty="0" err="1">
                  <a:solidFill>
                    <a:schemeClr val="bg1"/>
                  </a:solidFill>
                </a:rPr>
                <a:t>app.post</a:t>
              </a:r>
              <a:r>
                <a:rPr lang="en-PK" dirty="0">
                  <a:solidFill>
                    <a:schemeClr val="bg1"/>
                  </a:solidFill>
                </a:rPr>
                <a:t>('/ping', (req) =&gt; {</a:t>
              </a:r>
              <a:br>
                <a:rPr lang="en-PK" dirty="0">
                  <a:solidFill>
                    <a:schemeClr val="bg1"/>
                  </a:solidFill>
                </a:rPr>
              </a:br>
              <a:r>
                <a:rPr lang="en-PK" dirty="0">
                  <a:solidFill>
                    <a:schemeClr val="bg1"/>
                  </a:solidFill>
                </a:rPr>
                <a:t>  const { id, </a:t>
              </a:r>
              <a:r>
                <a:rPr lang="en-PK" dirty="0" err="1">
                  <a:solidFill>
                    <a:schemeClr val="bg1"/>
                  </a:solidFill>
                </a:rPr>
                <a:t>lat</a:t>
              </a:r>
              <a:r>
                <a:rPr lang="en-PK" dirty="0">
                  <a:solidFill>
                    <a:schemeClr val="bg1"/>
                  </a:solidFill>
                </a:rPr>
                <a:t>, </a:t>
              </a:r>
              <a:r>
                <a:rPr lang="en-PK" dirty="0" err="1">
                  <a:solidFill>
                    <a:schemeClr val="bg1"/>
                  </a:solidFill>
                </a:rPr>
                <a:t>lng</a:t>
              </a:r>
              <a:r>
                <a:rPr lang="en-PK" dirty="0">
                  <a:solidFill>
                    <a:schemeClr val="bg1"/>
                  </a:solidFill>
                </a:rPr>
                <a:t> } = </a:t>
              </a:r>
              <a:r>
                <a:rPr lang="en-PK" dirty="0" err="1">
                  <a:solidFill>
                    <a:schemeClr val="bg1"/>
                  </a:solidFill>
                </a:rPr>
                <a:t>req.body</a:t>
              </a:r>
              <a:r>
                <a:rPr lang="en-PK" dirty="0">
                  <a:solidFill>
                    <a:schemeClr val="bg1"/>
                  </a:solidFill>
                </a:rPr>
                <a:t>;</a:t>
              </a:r>
              <a:br>
                <a:rPr lang="en-PK" dirty="0">
                  <a:solidFill>
                    <a:schemeClr val="bg1"/>
                  </a:solidFill>
                </a:rPr>
              </a:br>
              <a:r>
                <a:rPr lang="en-PK" dirty="0">
                  <a:solidFill>
                    <a:schemeClr val="bg1"/>
                  </a:solidFill>
                </a:rPr>
                <a:t>  </a:t>
              </a:r>
              <a:r>
                <a:rPr lang="en-PK" dirty="0" err="1">
                  <a:solidFill>
                    <a:schemeClr val="bg1"/>
                  </a:solidFill>
                </a:rPr>
                <a:t>live.set</a:t>
              </a:r>
              <a:r>
                <a:rPr lang="en-PK" dirty="0">
                  <a:solidFill>
                    <a:schemeClr val="bg1"/>
                  </a:solidFill>
                </a:rPr>
                <a:t>(id, { </a:t>
              </a:r>
              <a:r>
                <a:rPr lang="en-PK" dirty="0" err="1">
                  <a:solidFill>
                    <a:schemeClr val="bg1"/>
                  </a:solidFill>
                </a:rPr>
                <a:t>lat</a:t>
              </a:r>
              <a:r>
                <a:rPr lang="en-PK" dirty="0">
                  <a:solidFill>
                    <a:schemeClr val="bg1"/>
                  </a:solidFill>
                </a:rPr>
                <a:t>, </a:t>
              </a:r>
              <a:r>
                <a:rPr lang="en-PK" dirty="0" err="1">
                  <a:solidFill>
                    <a:schemeClr val="bg1"/>
                  </a:solidFill>
                </a:rPr>
                <a:t>lng</a:t>
              </a:r>
              <a:r>
                <a:rPr lang="en-PK" dirty="0">
                  <a:solidFill>
                    <a:schemeClr val="bg1"/>
                  </a:solidFill>
                </a:rPr>
                <a:t>, at: </a:t>
              </a:r>
              <a:r>
                <a:rPr lang="en-PK" dirty="0" err="1">
                  <a:solidFill>
                    <a:schemeClr val="bg1"/>
                  </a:solidFill>
                </a:rPr>
                <a:t>Date.now</a:t>
              </a:r>
              <a:r>
                <a:rPr lang="en-PK" dirty="0">
                  <a:solidFill>
                    <a:schemeClr val="bg1"/>
                  </a:solidFill>
                </a:rPr>
                <a:t>() });</a:t>
              </a:r>
              <a:br>
                <a:rPr lang="en-PK" dirty="0">
                  <a:solidFill>
                    <a:schemeClr val="bg1"/>
                  </a:solidFill>
                </a:rPr>
              </a:br>
              <a:r>
                <a:rPr lang="en-PK" dirty="0">
                  <a:solidFill>
                    <a:schemeClr val="bg1"/>
                  </a:solidFill>
                </a:rPr>
                <a:t>});</a:t>
              </a:r>
              <a:br>
                <a:rPr lang="en-PK" dirty="0">
                  <a:solidFill>
                    <a:schemeClr val="bg1"/>
                  </a:solidFill>
                </a:rPr>
              </a:br>
              <a:br>
                <a:rPr lang="en-PK" dirty="0">
                  <a:solidFill>
                    <a:schemeClr val="bg1"/>
                  </a:solidFill>
                </a:rPr>
              </a:br>
              <a:r>
                <a:rPr lang="en-PK" dirty="0">
                  <a:solidFill>
                    <a:schemeClr val="bg1">
                      <a:lumMod val="65000"/>
                    </a:schemeClr>
                  </a:solidFill>
                </a:rPr>
                <a:t>// nearest captain = scan the Map.</a:t>
              </a:r>
              <a:br>
                <a:rPr lang="en-PK" dirty="0">
                  <a:solidFill>
                    <a:schemeClr val="bg1">
                      <a:lumMod val="65000"/>
                    </a:schemeClr>
                  </a:solidFill>
                </a:rPr>
              </a:br>
              <a:r>
                <a:rPr lang="en-PK" dirty="0">
                  <a:solidFill>
                    <a:schemeClr val="bg1">
                      <a:lumMod val="65000"/>
                    </a:schemeClr>
                  </a:solidFill>
                </a:rPr>
                <a:t>// this data goes stale faster than</a:t>
              </a:r>
              <a:r>
                <a:rPr lang="en-US" dirty="0">
                  <a:solidFill>
                    <a:schemeClr val="bg1">
                      <a:lumMod val="65000"/>
                    </a:schemeClr>
                  </a:solidFill>
                </a:rPr>
                <a:t> DB</a:t>
              </a:r>
              <a:r>
                <a:rPr lang="en-PK" dirty="0">
                  <a:solidFill>
                    <a:schemeClr val="bg1">
                      <a:lumMod val="65000"/>
                    </a:schemeClr>
                  </a:solidFill>
                </a:rPr>
                <a:t> </a:t>
              </a:r>
              <a:r>
                <a:rPr lang="en-US" dirty="0">
                  <a:solidFill>
                    <a:schemeClr val="bg1">
                      <a:lumMod val="65000"/>
                    </a:schemeClr>
                  </a:solidFill>
                </a:rPr>
                <a:t>can</a:t>
              </a:r>
              <a:r>
                <a:rPr lang="en-PK" dirty="0">
                  <a:solidFill>
                    <a:schemeClr val="bg1">
                      <a:lumMod val="65000"/>
                    </a:schemeClr>
                  </a:solidFill>
                </a:rPr>
                <a:t> commit it.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1862974"/>
            <a:ext cx="4983145" cy="964009"/>
          </a:xfrm>
          <a:prstGeom prst="rect">
            <a:avLst/>
          </a:prstGeom>
          <a:noFill/>
          <a:ln/>
        </p:spPr>
        <p:txBody>
          <a:bodyPr wrap="square" lIns="16933" tIns="16933" rIns="16933" bIns="16933" rtlCol="0" anchor="t">
            <a:normAutofit lnSpcReduction="10000"/>
          </a:bodyPr>
          <a:lstStyle/>
          <a:p>
            <a:pPr>
              <a:lnSpc>
                <a:spcPct val="98560"/>
              </a:lnSpc>
            </a:pPr>
            <a:r>
              <a:rPr lang="en-US" sz="3300" b="1" dirty="0">
                <a:solidFill>
                  <a:srgbClr val="1A1D1B"/>
                </a:solidFill>
                <a:latin typeface="Georgia" pitchFamily="34" charset="0"/>
                <a:ea typeface="Georgia" pitchFamily="34" charset="-122"/>
                <a:cs typeface="Georgia" pitchFamily="34" charset="-120"/>
              </a:rPr>
              <a:t>The API Gateway: one front door</a:t>
            </a:r>
            <a:endParaRPr lang="en-US" sz="3300" dirty="0"/>
          </a:p>
        </p:txBody>
      </p:sp>
      <p:sp>
        <p:nvSpPr>
          <p:cNvPr id="3" name="Text 1"/>
          <p:cNvSpPr/>
          <p:nvPr/>
        </p:nvSpPr>
        <p:spPr>
          <a:xfrm>
            <a:off x="762000" y="2934692"/>
            <a:ext cx="4983145" cy="974725"/>
          </a:xfrm>
          <a:prstGeom prst="rect">
            <a:avLst/>
          </a:prstGeom>
          <a:noFill/>
          <a:ln/>
        </p:spPr>
        <p:txBody>
          <a:bodyPr wrap="square" lIns="16933" tIns="16933" rIns="16933" bIns="16933" rtlCol="0" anchor="t">
            <a:normAutofit lnSpcReduction="10000"/>
          </a:bodyPr>
          <a:lstStyle/>
          <a:p>
            <a:pPr>
              <a:lnSpc>
                <a:spcPct val="130263"/>
              </a:lnSpc>
            </a:pPr>
            <a:r>
              <a:rPr lang="en-US" sz="1650" dirty="0">
                <a:solidFill>
                  <a:schemeClr val="tx1">
                    <a:lumMod val="85000"/>
                    <a:lumOff val="15000"/>
                  </a:schemeClr>
                </a:solidFill>
                <a:latin typeface="Arial" pitchFamily="34" charset="0"/>
                <a:ea typeface="Arial" pitchFamily="34" charset="-122"/>
                <a:cs typeface="Arial" pitchFamily="34" charset="-120"/>
              </a:rPr>
              <a:t>Clients see </a:t>
            </a:r>
            <a:r>
              <a:rPr lang="en-US" sz="1650" b="1" dirty="0">
                <a:solidFill>
                  <a:schemeClr val="tx1">
                    <a:lumMod val="85000"/>
                    <a:lumOff val="15000"/>
                  </a:schemeClr>
                </a:solidFill>
                <a:latin typeface="Arial" pitchFamily="34" charset="0"/>
                <a:ea typeface="Arial" pitchFamily="34" charset="-122"/>
                <a:cs typeface="Arial" pitchFamily="34" charset="-120"/>
              </a:rPr>
              <a:t>one address </a:t>
            </a:r>
            <a:r>
              <a:rPr lang="en-US" sz="1650" dirty="0">
                <a:solidFill>
                  <a:schemeClr val="tx1">
                    <a:lumMod val="85000"/>
                    <a:lumOff val="15000"/>
                  </a:schemeClr>
                </a:solidFill>
                <a:latin typeface="Arial" pitchFamily="34" charset="0"/>
                <a:ea typeface="Arial" pitchFamily="34" charset="-122"/>
                <a:cs typeface="Arial" pitchFamily="34" charset="-120"/>
              </a:rPr>
              <a:t>. The gateway routes by path and becomes the natural home for similar concerns like:</a:t>
            </a:r>
            <a:endParaRPr lang="en-US" sz="1650" dirty="0">
              <a:solidFill>
                <a:schemeClr val="tx1">
                  <a:lumMod val="85000"/>
                  <a:lumOff val="15000"/>
                </a:schemeClr>
              </a:solidFill>
            </a:endParaRPr>
          </a:p>
        </p:txBody>
      </p:sp>
      <p:grpSp>
        <p:nvGrpSpPr>
          <p:cNvPr id="21" name="Group 20">
            <a:extLst>
              <a:ext uri="{FF2B5EF4-FFF2-40B4-BE49-F238E27FC236}">
                <a16:creationId xmlns:a16="http://schemas.microsoft.com/office/drawing/2014/main" id="{42B8421E-4689-9457-5FA0-1C7E3EF4A942}"/>
              </a:ext>
            </a:extLst>
          </p:cNvPr>
          <p:cNvGrpSpPr/>
          <p:nvPr/>
        </p:nvGrpSpPr>
        <p:grpSpPr>
          <a:xfrm>
            <a:off x="762000" y="4163417"/>
            <a:ext cx="1481633" cy="419100"/>
            <a:chOff x="762000" y="4163417"/>
            <a:chExt cx="1481633" cy="419100"/>
          </a:xfrm>
        </p:grpSpPr>
        <p:sp>
          <p:nvSpPr>
            <p:cNvPr id="4" name="Shape 2"/>
            <p:cNvSpPr/>
            <p:nvPr/>
          </p:nvSpPr>
          <p:spPr>
            <a:xfrm>
              <a:off x="762000" y="4163417"/>
              <a:ext cx="1481633" cy="419100"/>
            </a:xfrm>
            <a:prstGeom prst="roundRect">
              <a:avLst>
                <a:gd name="adj" fmla="val 50000"/>
              </a:avLst>
            </a:prstGeom>
            <a:solidFill>
              <a:srgbClr val="EBF3EF"/>
            </a:solidFill>
            <a:ln/>
          </p:spPr>
          <p:txBody>
            <a:bodyPr/>
            <a:lstStyle/>
            <a:p>
              <a:endParaRPr lang="en-GB" sz="1200"/>
            </a:p>
          </p:txBody>
        </p:sp>
        <p:sp>
          <p:nvSpPr>
            <p:cNvPr id="5" name="Text 3"/>
            <p:cNvSpPr/>
            <p:nvPr/>
          </p:nvSpPr>
          <p:spPr>
            <a:xfrm>
              <a:off x="952500" y="4265017"/>
              <a:ext cx="1151433" cy="241300"/>
            </a:xfrm>
            <a:prstGeom prst="rect">
              <a:avLst/>
            </a:prstGeom>
            <a:noFill/>
            <a:ln/>
          </p:spPr>
          <p:txBody>
            <a:bodyPr wrap="square" lIns="16933" tIns="16933" rIns="16933" bIns="16933" rtlCol="0" anchor="t">
              <a:normAutofit/>
            </a:bodyPr>
            <a:lstStyle/>
            <a:p>
              <a:r>
                <a:rPr lang="en-US" sz="1300" dirty="0">
                  <a:solidFill>
                    <a:srgbClr val="167A5B"/>
                  </a:solidFill>
                  <a:latin typeface="Arial" pitchFamily="34" charset="0"/>
                  <a:ea typeface="Arial" pitchFamily="34" charset="-122"/>
                  <a:cs typeface="Arial" pitchFamily="34" charset="-120"/>
                </a:rPr>
                <a:t>authentication</a:t>
              </a:r>
              <a:endParaRPr lang="en-US" sz="1300" dirty="0"/>
            </a:p>
          </p:txBody>
        </p:sp>
      </p:grpSp>
      <p:grpSp>
        <p:nvGrpSpPr>
          <p:cNvPr id="22" name="Group 21">
            <a:extLst>
              <a:ext uri="{FF2B5EF4-FFF2-40B4-BE49-F238E27FC236}">
                <a16:creationId xmlns:a16="http://schemas.microsoft.com/office/drawing/2014/main" id="{F7C2F417-311B-72EC-A48E-E8E147DF593C}"/>
              </a:ext>
            </a:extLst>
          </p:cNvPr>
          <p:cNvGrpSpPr/>
          <p:nvPr/>
        </p:nvGrpSpPr>
        <p:grpSpPr>
          <a:xfrm>
            <a:off x="2357934" y="4163417"/>
            <a:ext cx="1292126" cy="419100"/>
            <a:chOff x="2357934" y="4163417"/>
            <a:chExt cx="1292126" cy="419100"/>
          </a:xfrm>
        </p:grpSpPr>
        <p:sp>
          <p:nvSpPr>
            <p:cNvPr id="6" name="Shape 4"/>
            <p:cNvSpPr/>
            <p:nvPr/>
          </p:nvSpPr>
          <p:spPr>
            <a:xfrm>
              <a:off x="2357934" y="4163417"/>
              <a:ext cx="1292126" cy="419100"/>
            </a:xfrm>
            <a:prstGeom prst="roundRect">
              <a:avLst>
                <a:gd name="adj" fmla="val 50000"/>
              </a:avLst>
            </a:prstGeom>
            <a:solidFill>
              <a:srgbClr val="EBF3EF"/>
            </a:solidFill>
            <a:ln/>
          </p:spPr>
          <p:txBody>
            <a:bodyPr/>
            <a:lstStyle/>
            <a:p>
              <a:endParaRPr lang="en-GB" sz="1200"/>
            </a:p>
          </p:txBody>
        </p:sp>
        <p:sp>
          <p:nvSpPr>
            <p:cNvPr id="7" name="Text 5"/>
            <p:cNvSpPr/>
            <p:nvPr/>
          </p:nvSpPr>
          <p:spPr>
            <a:xfrm>
              <a:off x="2548434" y="4265017"/>
              <a:ext cx="961926" cy="241300"/>
            </a:xfrm>
            <a:prstGeom prst="rect">
              <a:avLst/>
            </a:prstGeom>
            <a:noFill/>
            <a:ln/>
          </p:spPr>
          <p:txBody>
            <a:bodyPr wrap="square" lIns="16933" tIns="16933" rIns="16933" bIns="16933" rtlCol="0" anchor="t">
              <a:normAutofit/>
            </a:bodyPr>
            <a:lstStyle/>
            <a:p>
              <a:r>
                <a:rPr lang="en-US" sz="1300" dirty="0">
                  <a:solidFill>
                    <a:srgbClr val="167A5B"/>
                  </a:solidFill>
                  <a:latin typeface="Arial" pitchFamily="34" charset="0"/>
                  <a:ea typeface="Arial" pitchFamily="34" charset="-122"/>
                  <a:cs typeface="Arial" pitchFamily="34" charset="-120"/>
                </a:rPr>
                <a:t>rate limiting</a:t>
              </a:r>
              <a:endParaRPr lang="en-US" sz="1300" dirty="0"/>
            </a:p>
          </p:txBody>
        </p:sp>
      </p:grpSp>
      <p:grpSp>
        <p:nvGrpSpPr>
          <p:cNvPr id="23" name="Group 22">
            <a:extLst>
              <a:ext uri="{FF2B5EF4-FFF2-40B4-BE49-F238E27FC236}">
                <a16:creationId xmlns:a16="http://schemas.microsoft.com/office/drawing/2014/main" id="{57837602-61D8-2AE3-73A7-B561D6DE9C36}"/>
              </a:ext>
            </a:extLst>
          </p:cNvPr>
          <p:cNvGrpSpPr/>
          <p:nvPr/>
        </p:nvGrpSpPr>
        <p:grpSpPr>
          <a:xfrm>
            <a:off x="3764360" y="4163417"/>
            <a:ext cx="1581249" cy="419100"/>
            <a:chOff x="3764360" y="4163417"/>
            <a:chExt cx="1581249" cy="419100"/>
          </a:xfrm>
        </p:grpSpPr>
        <p:sp>
          <p:nvSpPr>
            <p:cNvPr id="8" name="Shape 6"/>
            <p:cNvSpPr/>
            <p:nvPr/>
          </p:nvSpPr>
          <p:spPr>
            <a:xfrm>
              <a:off x="3764360" y="4163417"/>
              <a:ext cx="1581249" cy="419100"/>
            </a:xfrm>
            <a:prstGeom prst="roundRect">
              <a:avLst>
                <a:gd name="adj" fmla="val 50000"/>
              </a:avLst>
            </a:prstGeom>
            <a:solidFill>
              <a:srgbClr val="EBF3EF"/>
            </a:solidFill>
            <a:ln/>
          </p:spPr>
          <p:txBody>
            <a:bodyPr/>
            <a:lstStyle/>
            <a:p>
              <a:endParaRPr lang="en-GB" sz="1200"/>
            </a:p>
          </p:txBody>
        </p:sp>
        <p:sp>
          <p:nvSpPr>
            <p:cNvPr id="9" name="Text 7"/>
            <p:cNvSpPr/>
            <p:nvPr/>
          </p:nvSpPr>
          <p:spPr>
            <a:xfrm>
              <a:off x="3954860" y="4265017"/>
              <a:ext cx="1251049" cy="241300"/>
            </a:xfrm>
            <a:prstGeom prst="rect">
              <a:avLst/>
            </a:prstGeom>
            <a:noFill/>
            <a:ln/>
          </p:spPr>
          <p:txBody>
            <a:bodyPr wrap="square" lIns="16933" tIns="16933" rIns="16933" bIns="16933" rtlCol="0" anchor="t">
              <a:normAutofit/>
            </a:bodyPr>
            <a:lstStyle/>
            <a:p>
              <a:r>
                <a:rPr lang="en-US" sz="1300" dirty="0">
                  <a:solidFill>
                    <a:srgbClr val="167A5B"/>
                  </a:solidFill>
                  <a:latin typeface="Arial" pitchFamily="34" charset="0"/>
                  <a:ea typeface="Arial" pitchFamily="34" charset="-122"/>
                  <a:cs typeface="Arial" pitchFamily="34" charset="-120"/>
                </a:rPr>
                <a:t>TLS/SSL</a:t>
              </a:r>
              <a:endParaRPr lang="en-US" sz="1300" dirty="0"/>
            </a:p>
          </p:txBody>
        </p:sp>
      </p:grpSp>
      <p:grpSp>
        <p:nvGrpSpPr>
          <p:cNvPr id="24" name="Group 23">
            <a:extLst>
              <a:ext uri="{FF2B5EF4-FFF2-40B4-BE49-F238E27FC236}">
                <a16:creationId xmlns:a16="http://schemas.microsoft.com/office/drawing/2014/main" id="{E768308F-4B51-0232-A570-E0EB3EAE4D90}"/>
              </a:ext>
            </a:extLst>
          </p:cNvPr>
          <p:cNvGrpSpPr/>
          <p:nvPr/>
        </p:nvGrpSpPr>
        <p:grpSpPr>
          <a:xfrm>
            <a:off x="762000" y="4696817"/>
            <a:ext cx="1546324" cy="419100"/>
            <a:chOff x="762000" y="4696817"/>
            <a:chExt cx="1546324" cy="419100"/>
          </a:xfrm>
        </p:grpSpPr>
        <p:sp>
          <p:nvSpPr>
            <p:cNvPr id="10" name="Shape 8"/>
            <p:cNvSpPr/>
            <p:nvPr/>
          </p:nvSpPr>
          <p:spPr>
            <a:xfrm>
              <a:off x="762000" y="4696817"/>
              <a:ext cx="1546324" cy="419100"/>
            </a:xfrm>
            <a:prstGeom prst="roundRect">
              <a:avLst>
                <a:gd name="adj" fmla="val 50000"/>
              </a:avLst>
            </a:prstGeom>
            <a:solidFill>
              <a:srgbClr val="EBF3EF"/>
            </a:solidFill>
            <a:ln/>
          </p:spPr>
          <p:txBody>
            <a:bodyPr/>
            <a:lstStyle/>
            <a:p>
              <a:endParaRPr lang="en-GB" sz="1200"/>
            </a:p>
          </p:txBody>
        </p:sp>
        <p:sp>
          <p:nvSpPr>
            <p:cNvPr id="11" name="Text 9"/>
            <p:cNvSpPr/>
            <p:nvPr/>
          </p:nvSpPr>
          <p:spPr>
            <a:xfrm>
              <a:off x="952500" y="4798417"/>
              <a:ext cx="1216124" cy="241300"/>
            </a:xfrm>
            <a:prstGeom prst="rect">
              <a:avLst/>
            </a:prstGeom>
            <a:noFill/>
            <a:ln/>
          </p:spPr>
          <p:txBody>
            <a:bodyPr wrap="square" lIns="16933" tIns="16933" rIns="16933" bIns="16933" rtlCol="0" anchor="t">
              <a:normAutofit/>
            </a:bodyPr>
            <a:lstStyle/>
            <a:p>
              <a:r>
                <a:rPr lang="en-US" sz="1300" dirty="0">
                  <a:solidFill>
                    <a:srgbClr val="167A5B"/>
                  </a:solidFill>
                  <a:latin typeface="Arial" pitchFamily="34" charset="0"/>
                  <a:ea typeface="Arial" pitchFamily="34" charset="-122"/>
                  <a:cs typeface="Arial" pitchFamily="34" charset="-120"/>
                </a:rPr>
                <a:t>request logging</a:t>
              </a:r>
              <a:endParaRPr lang="en-US" sz="1300" dirty="0"/>
            </a:p>
          </p:txBody>
        </p:sp>
      </p:grpSp>
      <p:grpSp>
        <p:nvGrpSpPr>
          <p:cNvPr id="15" name="Group 14">
            <a:extLst>
              <a:ext uri="{FF2B5EF4-FFF2-40B4-BE49-F238E27FC236}">
                <a16:creationId xmlns:a16="http://schemas.microsoft.com/office/drawing/2014/main" id="{D3C37DDA-5D45-7775-0745-E21F92B6C312}"/>
              </a:ext>
            </a:extLst>
          </p:cNvPr>
          <p:cNvGrpSpPr/>
          <p:nvPr/>
        </p:nvGrpSpPr>
        <p:grpSpPr>
          <a:xfrm>
            <a:off x="6108005" y="1786774"/>
            <a:ext cx="5321995" cy="4245285"/>
            <a:chOff x="6108005" y="1084362"/>
            <a:chExt cx="5321995" cy="4245285"/>
          </a:xfrm>
        </p:grpSpPr>
        <p:sp>
          <p:nvSpPr>
            <p:cNvPr id="12" name="Shape 10"/>
            <p:cNvSpPr/>
            <p:nvPr/>
          </p:nvSpPr>
          <p:spPr>
            <a:xfrm>
              <a:off x="6108005" y="1084362"/>
              <a:ext cx="5321995" cy="4245285"/>
            </a:xfrm>
            <a:prstGeom prst="roundRect">
              <a:avLst>
                <a:gd name="adj" fmla="val 2167"/>
              </a:avLst>
            </a:prstGeom>
            <a:solidFill>
              <a:srgbClr val="10201A"/>
            </a:solidFill>
            <a:ln/>
          </p:spPr>
          <p:txBody>
            <a:bodyPr/>
            <a:lstStyle/>
            <a:p>
              <a:endParaRPr lang="en-GB" sz="1200"/>
            </a:p>
          </p:txBody>
        </p:sp>
        <p:sp>
          <p:nvSpPr>
            <p:cNvPr id="13" name="Text 11"/>
            <p:cNvSpPr/>
            <p:nvPr/>
          </p:nvSpPr>
          <p:spPr>
            <a:xfrm>
              <a:off x="6438205" y="1224570"/>
              <a:ext cx="4821255" cy="4105077"/>
            </a:xfrm>
            <a:prstGeom prst="rect">
              <a:avLst/>
            </a:prstGeom>
            <a:noFill/>
            <a:ln/>
          </p:spPr>
          <p:txBody>
            <a:bodyPr wrap="none" lIns="16933" tIns="16933" rIns="16933" bIns="16933" rtlCol="0" anchor="t">
              <a:normAutofit/>
            </a:bodyPr>
            <a:lstStyle/>
            <a:p>
              <a:r>
                <a:rPr lang="en-PK" dirty="0">
                  <a:solidFill>
                    <a:schemeClr val="bg1">
                      <a:lumMod val="65000"/>
                    </a:schemeClr>
                  </a:solidFill>
                </a:rPr>
                <a:t># </a:t>
              </a:r>
              <a:r>
                <a:rPr lang="en-PK" dirty="0" err="1">
                  <a:solidFill>
                    <a:schemeClr val="bg1">
                      <a:lumMod val="65000"/>
                    </a:schemeClr>
                  </a:solidFill>
                </a:rPr>
                <a:t>nginx.conf</a:t>
              </a:r>
              <a:r>
                <a:rPr lang="en-PK" dirty="0">
                  <a:solidFill>
                    <a:schemeClr val="bg1">
                      <a:lumMod val="65000"/>
                    </a:schemeClr>
                  </a:solidFill>
                </a:rPr>
                <a:t> — the whole gateway</a:t>
              </a:r>
              <a:br>
                <a:rPr lang="en-PK" dirty="0">
                  <a:solidFill>
                    <a:schemeClr val="bg1">
                      <a:lumMod val="65000"/>
                    </a:schemeClr>
                  </a:solidFill>
                </a:rPr>
              </a:br>
              <a:r>
                <a:rPr lang="en-PK" dirty="0">
                  <a:solidFill>
                    <a:schemeClr val="bg1"/>
                  </a:solidFill>
                </a:rPr>
                <a:t>server {</a:t>
              </a:r>
              <a:br>
                <a:rPr lang="en-PK" dirty="0">
                  <a:solidFill>
                    <a:schemeClr val="bg1"/>
                  </a:solidFill>
                </a:rPr>
              </a:br>
              <a:r>
                <a:rPr lang="en-PK" dirty="0">
                  <a:solidFill>
                    <a:schemeClr val="bg1"/>
                  </a:solidFill>
                </a:rPr>
                <a:t>  listen 80;</a:t>
              </a:r>
              <a:br>
                <a:rPr lang="en-PK" dirty="0">
                  <a:solidFill>
                    <a:schemeClr val="bg1"/>
                  </a:solidFill>
                </a:rPr>
              </a:br>
              <a:br>
                <a:rPr lang="en-PK" dirty="0">
                  <a:solidFill>
                    <a:schemeClr val="bg1"/>
                  </a:solidFill>
                </a:rPr>
              </a:br>
              <a:r>
                <a:rPr lang="en-PK" dirty="0">
                  <a:solidFill>
                    <a:schemeClr val="bg1"/>
                  </a:solidFill>
                </a:rPr>
                <a:t>  location /</a:t>
              </a:r>
              <a:r>
                <a:rPr lang="en-PK" dirty="0" err="1">
                  <a:solidFill>
                    <a:schemeClr val="bg1"/>
                  </a:solidFill>
                </a:rPr>
                <a:t>api</a:t>
              </a:r>
              <a:r>
                <a:rPr lang="en-PK" dirty="0">
                  <a:solidFill>
                    <a:schemeClr val="bg1"/>
                  </a:solidFill>
                </a:rPr>
                <a:t>/wallet/ {</a:t>
              </a:r>
              <a:br>
                <a:rPr lang="en-PK" dirty="0">
                  <a:solidFill>
                    <a:schemeClr val="bg1"/>
                  </a:solidFill>
                </a:rPr>
              </a:br>
              <a:r>
                <a:rPr lang="en-PK" dirty="0">
                  <a:solidFill>
                    <a:schemeClr val="bg1"/>
                  </a:solidFill>
                </a:rPr>
                <a:t>    </a:t>
              </a:r>
              <a:r>
                <a:rPr lang="en-PK" dirty="0" err="1">
                  <a:solidFill>
                    <a:schemeClr val="bg1"/>
                  </a:solidFill>
                </a:rPr>
                <a:t>proxy_pass</a:t>
              </a:r>
              <a:r>
                <a:rPr lang="en-PK" dirty="0">
                  <a:solidFill>
                    <a:schemeClr val="bg1"/>
                  </a:solidFill>
                </a:rPr>
                <a:t> http://wallet:8080/;</a:t>
              </a:r>
              <a:br>
                <a:rPr lang="en-PK" dirty="0">
                  <a:solidFill>
                    <a:schemeClr val="bg1"/>
                  </a:solidFill>
                </a:rPr>
              </a:br>
              <a:r>
                <a:rPr lang="en-PK" dirty="0">
                  <a:solidFill>
                    <a:schemeClr val="bg1"/>
                  </a:solidFill>
                </a:rPr>
                <a:t>  }</a:t>
              </a:r>
              <a:br>
                <a:rPr lang="en-PK" dirty="0">
                  <a:solidFill>
                    <a:schemeClr val="bg1"/>
                  </a:solidFill>
                </a:rPr>
              </a:br>
              <a:r>
                <a:rPr lang="en-PK" dirty="0">
                  <a:solidFill>
                    <a:schemeClr val="bg1"/>
                  </a:solidFill>
                </a:rPr>
                <a:t>  location /</a:t>
              </a:r>
              <a:r>
                <a:rPr lang="en-PK" dirty="0" err="1">
                  <a:solidFill>
                    <a:schemeClr val="bg1"/>
                  </a:solidFill>
                </a:rPr>
                <a:t>api</a:t>
              </a:r>
              <a:r>
                <a:rPr lang="en-PK" dirty="0">
                  <a:solidFill>
                    <a:schemeClr val="bg1"/>
                  </a:solidFill>
                </a:rPr>
                <a:t>/drivers/ {</a:t>
              </a:r>
              <a:br>
                <a:rPr lang="en-PK" dirty="0">
                  <a:solidFill>
                    <a:schemeClr val="bg1"/>
                  </a:solidFill>
                </a:rPr>
              </a:br>
              <a:r>
                <a:rPr lang="en-PK" dirty="0">
                  <a:solidFill>
                    <a:schemeClr val="bg1"/>
                  </a:solidFill>
                </a:rPr>
                <a:t>    </a:t>
              </a:r>
              <a:r>
                <a:rPr lang="en-PK" dirty="0" err="1">
                  <a:solidFill>
                    <a:schemeClr val="bg1"/>
                  </a:solidFill>
                </a:rPr>
                <a:t>proxy_pass</a:t>
              </a:r>
              <a:r>
                <a:rPr lang="en-PK" dirty="0">
                  <a:solidFill>
                    <a:schemeClr val="bg1"/>
                  </a:solidFill>
                </a:rPr>
                <a:t> http://drivers:8000/;</a:t>
              </a:r>
              <a:br>
                <a:rPr lang="en-PK" dirty="0">
                  <a:solidFill>
                    <a:schemeClr val="bg1"/>
                  </a:solidFill>
                </a:rPr>
              </a:br>
              <a:r>
                <a:rPr lang="en-PK" dirty="0">
                  <a:solidFill>
                    <a:schemeClr val="bg1"/>
                  </a:solidFill>
                </a:rPr>
                <a:t>  }</a:t>
              </a:r>
              <a:br>
                <a:rPr lang="en-PK" dirty="0">
                  <a:solidFill>
                    <a:schemeClr val="bg1"/>
                  </a:solidFill>
                </a:rPr>
              </a:br>
              <a:r>
                <a:rPr lang="en-PK" dirty="0">
                  <a:solidFill>
                    <a:schemeClr val="bg1"/>
                  </a:solidFill>
                </a:rPr>
                <a:t>  location / {</a:t>
              </a:r>
              <a:br>
                <a:rPr lang="en-PK" dirty="0">
                  <a:solidFill>
                    <a:schemeClr val="bg1"/>
                  </a:solidFill>
                </a:rPr>
              </a:br>
              <a:r>
                <a:rPr lang="en-PK" dirty="0">
                  <a:solidFill>
                    <a:schemeClr val="bg1"/>
                  </a:solidFill>
                </a:rPr>
                <a:t>    </a:t>
              </a:r>
              <a:r>
                <a:rPr lang="en-PK" dirty="0" err="1">
                  <a:solidFill>
                    <a:schemeClr val="bg1"/>
                  </a:solidFill>
                </a:rPr>
                <a:t>proxy_pass</a:t>
              </a:r>
              <a:r>
                <a:rPr lang="en-PK" dirty="0">
                  <a:solidFill>
                    <a:schemeClr val="bg1"/>
                  </a:solidFill>
                </a:rPr>
                <a:t> http://tracking:3000/;</a:t>
              </a:r>
              <a:br>
                <a:rPr lang="en-PK" dirty="0">
                  <a:solidFill>
                    <a:schemeClr val="bg1"/>
                  </a:solidFill>
                </a:rPr>
              </a:br>
              <a:r>
                <a:rPr lang="en-PK" dirty="0">
                  <a:solidFill>
                    <a:schemeClr val="bg1"/>
                  </a:solidFill>
                </a:rPr>
                <a:t>  }</a:t>
              </a:r>
              <a:br>
                <a:rPr lang="en-PK" dirty="0">
                  <a:solidFill>
                    <a:schemeClr val="bg1"/>
                  </a:solidFill>
                </a:rPr>
              </a:br>
              <a:r>
                <a:rPr lang="en-PK" dirty="0">
                  <a:solidFill>
                    <a:schemeClr val="bg1"/>
                  </a:solidFill>
                </a:rPr>
                <a:t>}</a:t>
              </a:r>
            </a:p>
          </p:txBody>
        </p:sp>
      </p:grpSp>
      <p:grpSp>
        <p:nvGrpSpPr>
          <p:cNvPr id="20" name="Group 19">
            <a:extLst>
              <a:ext uri="{FF2B5EF4-FFF2-40B4-BE49-F238E27FC236}">
                <a16:creationId xmlns:a16="http://schemas.microsoft.com/office/drawing/2014/main" id="{A282D68B-0B3C-6280-0679-7D052521499B}"/>
              </a:ext>
            </a:extLst>
          </p:cNvPr>
          <p:cNvGrpSpPr/>
          <p:nvPr/>
        </p:nvGrpSpPr>
        <p:grpSpPr>
          <a:xfrm>
            <a:off x="762001" y="1304174"/>
            <a:ext cx="1926431" cy="355600"/>
            <a:chOff x="762001" y="1370608"/>
            <a:chExt cx="1926431" cy="355600"/>
          </a:xfrm>
        </p:grpSpPr>
        <p:sp>
          <p:nvSpPr>
            <p:cNvPr id="17" name="Shape 0">
              <a:extLst>
                <a:ext uri="{FF2B5EF4-FFF2-40B4-BE49-F238E27FC236}">
                  <a16:creationId xmlns:a16="http://schemas.microsoft.com/office/drawing/2014/main" id="{CE2296D4-1BB6-AC8F-8CDB-9E31AE627EF3}"/>
                </a:ext>
              </a:extLst>
            </p:cNvPr>
            <p:cNvSpPr/>
            <p:nvPr/>
          </p:nvSpPr>
          <p:spPr>
            <a:xfrm>
              <a:off x="762001" y="1370608"/>
              <a:ext cx="1926431" cy="355600"/>
            </a:xfrm>
            <a:prstGeom prst="roundRect">
              <a:avLst>
                <a:gd name="adj" fmla="val 14286"/>
              </a:avLst>
            </a:prstGeom>
            <a:solidFill>
              <a:schemeClr val="bg1">
                <a:lumMod val="85000"/>
              </a:schemeClr>
            </a:solidFill>
            <a:ln/>
          </p:spPr>
          <p:txBody>
            <a:bodyPr/>
            <a:lstStyle/>
            <a:p>
              <a:endParaRPr lang="en-GB" sz="1200"/>
            </a:p>
          </p:txBody>
        </p:sp>
        <p:sp>
          <p:nvSpPr>
            <p:cNvPr id="19" name="Text 1">
              <a:extLst>
                <a:ext uri="{FF2B5EF4-FFF2-40B4-BE49-F238E27FC236}">
                  <a16:creationId xmlns:a16="http://schemas.microsoft.com/office/drawing/2014/main" id="{CCBF2F13-3E09-85F2-52B0-4E247192B74A}"/>
                </a:ext>
              </a:extLst>
            </p:cNvPr>
            <p:cNvSpPr/>
            <p:nvPr/>
          </p:nvSpPr>
          <p:spPr>
            <a:xfrm>
              <a:off x="914400" y="1446808"/>
              <a:ext cx="1679424" cy="228600"/>
            </a:xfrm>
            <a:prstGeom prst="rect">
              <a:avLst/>
            </a:prstGeom>
            <a:noFill/>
            <a:ln/>
          </p:spPr>
          <p:txBody>
            <a:bodyPr wrap="square" lIns="16933" tIns="16933" rIns="16933" bIns="16933" rtlCol="0" anchor="t">
              <a:normAutofit/>
            </a:bodyPr>
            <a:lstStyle/>
            <a:p>
              <a:r>
                <a:rPr lang="en-US" sz="1200" kern="0" spc="192" dirty="0">
                  <a:solidFill>
                    <a:srgbClr val="2E4D82"/>
                  </a:solidFill>
                  <a:latin typeface="Courier New" pitchFamily="34" charset="0"/>
                  <a:ea typeface="Courier New" pitchFamily="34" charset="-122"/>
                  <a:cs typeface="Courier New" pitchFamily="34" charset="-120"/>
                </a:rPr>
                <a:t>Gateway</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62633"/>
            <a:ext cx="10708640" cy="486370"/>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One ride, three services, three stores</a:t>
            </a:r>
            <a:endParaRPr lang="en-US" sz="3300" dirty="0"/>
          </a:p>
        </p:txBody>
      </p:sp>
      <p:sp>
        <p:nvSpPr>
          <p:cNvPr id="3" name="Text 1"/>
          <p:cNvSpPr/>
          <p:nvPr/>
        </p:nvSpPr>
        <p:spPr>
          <a:xfrm>
            <a:off x="762000" y="1317278"/>
            <a:ext cx="10708640" cy="298450"/>
          </a:xfrm>
          <a:prstGeom prst="rect">
            <a:avLst/>
          </a:prstGeom>
          <a:noFill/>
          <a:ln/>
        </p:spPr>
        <p:txBody>
          <a:bodyPr wrap="square" lIns="16933" tIns="16933" rIns="16933" bIns="16933" rtlCol="0" anchor="t">
            <a:normAutofit/>
          </a:bodyPr>
          <a:lstStyle/>
          <a:p>
            <a:r>
              <a:rPr lang="en-US" sz="1650" dirty="0">
                <a:solidFill>
                  <a:srgbClr val="5C635E"/>
                </a:solidFill>
                <a:latin typeface="Arial" pitchFamily="34" charset="0"/>
                <a:ea typeface="Arial" pitchFamily="34" charset="-122"/>
                <a:cs typeface="Arial" pitchFamily="34" charset="-120"/>
              </a:rPr>
              <a:t>A rider in Karachi taps </a:t>
            </a:r>
            <a:r>
              <a:rPr lang="en-US" sz="1650" b="1" dirty="0">
                <a:solidFill>
                  <a:srgbClr val="1A1D1B"/>
                </a:solidFill>
                <a:latin typeface="Arial" pitchFamily="34" charset="0"/>
                <a:ea typeface="Arial" pitchFamily="34" charset="-122"/>
                <a:cs typeface="Arial" pitchFamily="34" charset="-120"/>
              </a:rPr>
              <a:t>“Book ride.”</a:t>
            </a:r>
            <a:endParaRPr lang="en-US" sz="1650" dirty="0"/>
          </a:p>
        </p:txBody>
      </p:sp>
      <p:grpSp>
        <p:nvGrpSpPr>
          <p:cNvPr id="25" name="Group 24">
            <a:extLst>
              <a:ext uri="{FF2B5EF4-FFF2-40B4-BE49-F238E27FC236}">
                <a16:creationId xmlns:a16="http://schemas.microsoft.com/office/drawing/2014/main" id="{EF2AD03C-50D6-59CE-7D1E-BFFACE221E94}"/>
              </a:ext>
            </a:extLst>
          </p:cNvPr>
          <p:cNvGrpSpPr/>
          <p:nvPr/>
        </p:nvGrpSpPr>
        <p:grpSpPr>
          <a:xfrm>
            <a:off x="762000" y="2078336"/>
            <a:ext cx="11327130" cy="450849"/>
            <a:chOff x="762000" y="2078336"/>
            <a:chExt cx="11327130" cy="450849"/>
          </a:xfrm>
        </p:grpSpPr>
        <p:sp>
          <p:nvSpPr>
            <p:cNvPr id="4" name="Shape 2"/>
            <p:cNvSpPr/>
            <p:nvPr/>
          </p:nvSpPr>
          <p:spPr>
            <a:xfrm>
              <a:off x="762000" y="2516485"/>
              <a:ext cx="10668000" cy="12700"/>
            </a:xfrm>
            <a:prstGeom prst="rect">
              <a:avLst/>
            </a:prstGeom>
            <a:solidFill>
              <a:srgbClr val="E4E5E1"/>
            </a:solidFill>
            <a:ln/>
          </p:spPr>
          <p:txBody>
            <a:bodyPr/>
            <a:lstStyle/>
            <a:p>
              <a:endParaRPr lang="en-GB" sz="1200"/>
            </a:p>
          </p:txBody>
        </p:sp>
        <p:sp>
          <p:nvSpPr>
            <p:cNvPr id="5" name="Text 3"/>
            <p:cNvSpPr/>
            <p:nvPr/>
          </p:nvSpPr>
          <p:spPr>
            <a:xfrm>
              <a:off x="762000" y="2078336"/>
              <a:ext cx="622300" cy="298450"/>
            </a:xfrm>
            <a:prstGeom prst="rect">
              <a:avLst/>
            </a:prstGeom>
            <a:noFill/>
            <a:ln/>
          </p:spPr>
          <p:txBody>
            <a:bodyPr wrap="square" lIns="16933" tIns="16933" rIns="16933" bIns="16933" rtlCol="0" anchor="t">
              <a:normAutofit/>
            </a:bodyPr>
            <a:lstStyle/>
            <a:p>
              <a:r>
                <a:rPr lang="en-US" sz="1650" dirty="0">
                  <a:solidFill>
                    <a:srgbClr val="167A5B"/>
                  </a:solidFill>
                  <a:latin typeface="Courier New" pitchFamily="34" charset="0"/>
                  <a:ea typeface="Courier New" pitchFamily="34" charset="-122"/>
                  <a:cs typeface="Courier New" pitchFamily="34" charset="-120"/>
                </a:rPr>
                <a:t>1</a:t>
              </a:r>
              <a:endParaRPr lang="en-US" sz="1650" dirty="0"/>
            </a:p>
          </p:txBody>
        </p:sp>
        <p:sp>
          <p:nvSpPr>
            <p:cNvPr id="6" name="Text 4"/>
            <p:cNvSpPr/>
            <p:nvPr/>
          </p:nvSpPr>
          <p:spPr>
            <a:xfrm>
              <a:off x="1562100" y="2094210"/>
              <a:ext cx="3352800" cy="266700"/>
            </a:xfrm>
            <a:prstGeom prst="rect">
              <a:avLst/>
            </a:prstGeom>
            <a:noFill/>
            <a:ln/>
          </p:spPr>
          <p:txBody>
            <a:bodyPr wrap="square" lIns="16933" tIns="16933" rIns="16933" bIns="16933" rtlCol="0" anchor="t">
              <a:normAutofit lnSpcReduction="10000"/>
            </a:bodyPr>
            <a:lstStyle/>
            <a:p>
              <a:r>
                <a:rPr lang="en-US" sz="1650" b="1" dirty="0">
                  <a:solidFill>
                    <a:srgbClr val="1A1D1B"/>
                  </a:solidFill>
                  <a:latin typeface="Arial" pitchFamily="34" charset="0"/>
                  <a:ea typeface="Arial" pitchFamily="34" charset="-122"/>
                  <a:cs typeface="Arial" pitchFamily="34" charset="-120"/>
                </a:rPr>
                <a:t>Browser → Gateway</a:t>
              </a:r>
              <a:endParaRPr lang="en-US" sz="1650" dirty="0"/>
            </a:p>
          </p:txBody>
        </p:sp>
        <p:sp>
          <p:nvSpPr>
            <p:cNvPr id="7" name="Text 5"/>
            <p:cNvSpPr/>
            <p:nvPr/>
          </p:nvSpPr>
          <p:spPr>
            <a:xfrm>
              <a:off x="4838700" y="2106910"/>
              <a:ext cx="7250430" cy="241300"/>
            </a:xfrm>
            <a:prstGeom prst="rect">
              <a:avLst/>
            </a:prstGeom>
            <a:noFill/>
            <a:ln/>
          </p:spPr>
          <p:txBody>
            <a:bodyPr wrap="square" lIns="16933" tIns="16933" rIns="16933" bIns="16933" rtlCol="0" anchor="t">
              <a:normAutofit/>
            </a:bodyPr>
            <a:lstStyle/>
            <a:p>
              <a:r>
                <a:rPr lang="en-US" sz="1300" dirty="0">
                  <a:solidFill>
                    <a:srgbClr val="5C635E"/>
                  </a:solidFill>
                  <a:latin typeface="Courier New" pitchFamily="34" charset="0"/>
                  <a:ea typeface="Courier New" pitchFamily="34" charset="-122"/>
                  <a:cs typeface="Courier New" pitchFamily="34" charset="-120"/>
                </a:rPr>
                <a:t>POST /api/rides { pickup: latitude, longitude, customer id, etc. }</a:t>
              </a:r>
              <a:endParaRPr lang="en-US" sz="1300" dirty="0"/>
            </a:p>
          </p:txBody>
        </p:sp>
      </p:grpSp>
      <p:grpSp>
        <p:nvGrpSpPr>
          <p:cNvPr id="26" name="Group 25">
            <a:extLst>
              <a:ext uri="{FF2B5EF4-FFF2-40B4-BE49-F238E27FC236}">
                <a16:creationId xmlns:a16="http://schemas.microsoft.com/office/drawing/2014/main" id="{418B27CD-05DE-9B93-9A07-3D1D37992FAE}"/>
              </a:ext>
            </a:extLst>
          </p:cNvPr>
          <p:cNvGrpSpPr/>
          <p:nvPr/>
        </p:nvGrpSpPr>
        <p:grpSpPr>
          <a:xfrm>
            <a:off x="762000" y="2694286"/>
            <a:ext cx="11327130" cy="450849"/>
            <a:chOff x="762000" y="2694286"/>
            <a:chExt cx="11327130" cy="450849"/>
          </a:xfrm>
        </p:grpSpPr>
        <p:sp>
          <p:nvSpPr>
            <p:cNvPr id="8" name="Shape 6"/>
            <p:cNvSpPr/>
            <p:nvPr/>
          </p:nvSpPr>
          <p:spPr>
            <a:xfrm>
              <a:off x="762000" y="3132435"/>
              <a:ext cx="10668000" cy="12700"/>
            </a:xfrm>
            <a:prstGeom prst="rect">
              <a:avLst/>
            </a:prstGeom>
            <a:solidFill>
              <a:srgbClr val="E4E5E1"/>
            </a:solidFill>
            <a:ln/>
          </p:spPr>
          <p:txBody>
            <a:bodyPr/>
            <a:lstStyle/>
            <a:p>
              <a:endParaRPr lang="en-GB" sz="1200"/>
            </a:p>
          </p:txBody>
        </p:sp>
        <p:sp>
          <p:nvSpPr>
            <p:cNvPr id="9" name="Text 7"/>
            <p:cNvSpPr/>
            <p:nvPr/>
          </p:nvSpPr>
          <p:spPr>
            <a:xfrm>
              <a:off x="762000" y="2694286"/>
              <a:ext cx="622300" cy="298450"/>
            </a:xfrm>
            <a:prstGeom prst="rect">
              <a:avLst/>
            </a:prstGeom>
            <a:noFill/>
            <a:ln/>
          </p:spPr>
          <p:txBody>
            <a:bodyPr wrap="square" lIns="16933" tIns="16933" rIns="16933" bIns="16933" rtlCol="0" anchor="t">
              <a:normAutofit/>
            </a:bodyPr>
            <a:lstStyle/>
            <a:p>
              <a:r>
                <a:rPr lang="en-US" sz="1650" dirty="0">
                  <a:solidFill>
                    <a:srgbClr val="167A5B"/>
                  </a:solidFill>
                  <a:latin typeface="Courier New" pitchFamily="34" charset="0"/>
                  <a:ea typeface="Courier New" pitchFamily="34" charset="-122"/>
                  <a:cs typeface="Courier New" pitchFamily="34" charset="-120"/>
                </a:rPr>
                <a:t>2</a:t>
              </a:r>
              <a:endParaRPr lang="en-US" sz="1650" dirty="0"/>
            </a:p>
          </p:txBody>
        </p:sp>
        <p:sp>
          <p:nvSpPr>
            <p:cNvPr id="10" name="Text 8"/>
            <p:cNvSpPr/>
            <p:nvPr/>
          </p:nvSpPr>
          <p:spPr>
            <a:xfrm>
              <a:off x="1562100" y="2694286"/>
              <a:ext cx="3352800" cy="298450"/>
            </a:xfrm>
            <a:prstGeom prst="rect">
              <a:avLst/>
            </a:prstGeom>
            <a:noFill/>
            <a:ln/>
          </p:spPr>
          <p:txBody>
            <a:bodyPr wrap="square" lIns="16933" tIns="16933" rIns="16933" bIns="16933" rtlCol="0" anchor="t">
              <a:normAutofit/>
            </a:bodyPr>
            <a:lstStyle/>
            <a:p>
              <a:r>
                <a:rPr lang="en-US" sz="1650" b="1" dirty="0">
                  <a:solidFill>
                    <a:srgbClr val="1A1D1B"/>
                  </a:solidFill>
                  <a:latin typeface="Arial" pitchFamily="34" charset="0"/>
                  <a:ea typeface="Arial" pitchFamily="34" charset="-122"/>
                  <a:cs typeface="Arial" pitchFamily="34" charset="-120"/>
                </a:rPr>
                <a:t>Gateway → Tracking </a:t>
              </a:r>
              <a:r>
                <a:rPr lang="en-US" sz="1650" dirty="0">
                  <a:solidFill>
                    <a:srgbClr val="2E4D82"/>
                  </a:solidFill>
                  <a:latin typeface="Arial" pitchFamily="34" charset="0"/>
                  <a:ea typeface="Arial" pitchFamily="34" charset="-122"/>
                  <a:cs typeface="Arial" pitchFamily="34" charset="-120"/>
                </a:rPr>
                <a:t>(Node)</a:t>
              </a:r>
              <a:endParaRPr lang="en-US" sz="1650" dirty="0"/>
            </a:p>
          </p:txBody>
        </p:sp>
        <p:sp>
          <p:nvSpPr>
            <p:cNvPr id="11" name="Text 9"/>
            <p:cNvSpPr/>
            <p:nvPr/>
          </p:nvSpPr>
          <p:spPr>
            <a:xfrm>
              <a:off x="4838700" y="2722860"/>
              <a:ext cx="7250430" cy="241300"/>
            </a:xfrm>
            <a:prstGeom prst="rect">
              <a:avLst/>
            </a:prstGeom>
            <a:noFill/>
            <a:ln/>
          </p:spPr>
          <p:txBody>
            <a:bodyPr wrap="square" lIns="16933" tIns="16933" rIns="16933" bIns="16933" rtlCol="0" anchor="t">
              <a:normAutofit/>
            </a:bodyPr>
            <a:lstStyle/>
            <a:p>
              <a:r>
                <a:rPr lang="en-US" sz="1300" dirty="0">
                  <a:solidFill>
                    <a:srgbClr val="5C635E"/>
                  </a:solidFill>
                  <a:latin typeface="Courier New" pitchFamily="34" charset="0"/>
                  <a:ea typeface="Courier New" pitchFamily="34" charset="-122"/>
                  <a:cs typeface="Courier New" pitchFamily="34" charset="-120"/>
                </a:rPr>
                <a:t>nearest captains from the in-memory map — no disk touched</a:t>
              </a:r>
              <a:endParaRPr lang="en-US" sz="1300" dirty="0"/>
            </a:p>
          </p:txBody>
        </p:sp>
      </p:grpSp>
      <p:grpSp>
        <p:nvGrpSpPr>
          <p:cNvPr id="27" name="Group 26">
            <a:extLst>
              <a:ext uri="{FF2B5EF4-FFF2-40B4-BE49-F238E27FC236}">
                <a16:creationId xmlns:a16="http://schemas.microsoft.com/office/drawing/2014/main" id="{21C49E03-71E0-2873-296A-58935A5EEDC6}"/>
              </a:ext>
            </a:extLst>
          </p:cNvPr>
          <p:cNvGrpSpPr/>
          <p:nvPr/>
        </p:nvGrpSpPr>
        <p:grpSpPr>
          <a:xfrm>
            <a:off x="762000" y="3310236"/>
            <a:ext cx="11327130" cy="450849"/>
            <a:chOff x="762000" y="3310236"/>
            <a:chExt cx="11327130" cy="450849"/>
          </a:xfrm>
        </p:grpSpPr>
        <p:sp>
          <p:nvSpPr>
            <p:cNvPr id="12" name="Shape 10"/>
            <p:cNvSpPr/>
            <p:nvPr/>
          </p:nvSpPr>
          <p:spPr>
            <a:xfrm>
              <a:off x="762000" y="3748385"/>
              <a:ext cx="10668000" cy="12700"/>
            </a:xfrm>
            <a:prstGeom prst="rect">
              <a:avLst/>
            </a:prstGeom>
            <a:solidFill>
              <a:srgbClr val="E4E5E1"/>
            </a:solidFill>
            <a:ln/>
          </p:spPr>
          <p:txBody>
            <a:bodyPr/>
            <a:lstStyle/>
            <a:p>
              <a:endParaRPr lang="en-GB" sz="1200"/>
            </a:p>
          </p:txBody>
        </p:sp>
        <p:sp>
          <p:nvSpPr>
            <p:cNvPr id="13" name="Text 11"/>
            <p:cNvSpPr/>
            <p:nvPr/>
          </p:nvSpPr>
          <p:spPr>
            <a:xfrm>
              <a:off x="762000" y="3310236"/>
              <a:ext cx="622300" cy="298450"/>
            </a:xfrm>
            <a:prstGeom prst="rect">
              <a:avLst/>
            </a:prstGeom>
            <a:noFill/>
            <a:ln/>
          </p:spPr>
          <p:txBody>
            <a:bodyPr wrap="square" lIns="16933" tIns="16933" rIns="16933" bIns="16933" rtlCol="0" anchor="t">
              <a:normAutofit/>
            </a:bodyPr>
            <a:lstStyle/>
            <a:p>
              <a:r>
                <a:rPr lang="en-US" sz="1650" dirty="0">
                  <a:solidFill>
                    <a:srgbClr val="167A5B"/>
                  </a:solidFill>
                  <a:latin typeface="Courier New" pitchFamily="34" charset="0"/>
                  <a:ea typeface="Courier New" pitchFamily="34" charset="-122"/>
                  <a:cs typeface="Courier New" pitchFamily="34" charset="-120"/>
                </a:rPr>
                <a:t>3</a:t>
              </a:r>
              <a:endParaRPr lang="en-US" sz="1650" dirty="0"/>
            </a:p>
          </p:txBody>
        </p:sp>
        <p:sp>
          <p:nvSpPr>
            <p:cNvPr id="14" name="Text 12"/>
            <p:cNvSpPr/>
            <p:nvPr/>
          </p:nvSpPr>
          <p:spPr>
            <a:xfrm>
              <a:off x="1562100" y="3310236"/>
              <a:ext cx="3352800" cy="298450"/>
            </a:xfrm>
            <a:prstGeom prst="rect">
              <a:avLst/>
            </a:prstGeom>
            <a:noFill/>
            <a:ln/>
          </p:spPr>
          <p:txBody>
            <a:bodyPr wrap="square" lIns="16933" tIns="16933" rIns="16933" bIns="16933" rtlCol="0" anchor="t">
              <a:normAutofit/>
            </a:bodyPr>
            <a:lstStyle/>
            <a:p>
              <a:r>
                <a:rPr lang="en-US" sz="1650" b="1" dirty="0">
                  <a:solidFill>
                    <a:srgbClr val="1A1D1B"/>
                  </a:solidFill>
                  <a:latin typeface="Arial" pitchFamily="34" charset="0"/>
                  <a:ea typeface="Arial" pitchFamily="34" charset="-122"/>
                  <a:cs typeface="Arial" pitchFamily="34" charset="-120"/>
                </a:rPr>
                <a:t>Tracking → Drivers </a:t>
              </a:r>
              <a:r>
                <a:rPr lang="en-US" sz="1650" dirty="0">
                  <a:solidFill>
                    <a:srgbClr val="167A5B"/>
                  </a:solidFill>
                  <a:latin typeface="Arial" pitchFamily="34" charset="0"/>
                  <a:ea typeface="Arial" pitchFamily="34" charset="-122"/>
                  <a:cs typeface="Arial" pitchFamily="34" charset="-120"/>
                </a:rPr>
                <a:t>(Django)</a:t>
              </a:r>
              <a:endParaRPr lang="en-US" sz="1650" dirty="0"/>
            </a:p>
          </p:txBody>
        </p:sp>
        <p:sp>
          <p:nvSpPr>
            <p:cNvPr id="15" name="Text 13"/>
            <p:cNvSpPr/>
            <p:nvPr/>
          </p:nvSpPr>
          <p:spPr>
            <a:xfrm>
              <a:off x="4838700" y="3338810"/>
              <a:ext cx="7250430" cy="241300"/>
            </a:xfrm>
            <a:prstGeom prst="rect">
              <a:avLst/>
            </a:prstGeom>
            <a:noFill/>
            <a:ln/>
          </p:spPr>
          <p:txBody>
            <a:bodyPr wrap="square" lIns="16933" tIns="16933" rIns="16933" bIns="16933" rtlCol="0" anchor="t">
              <a:normAutofit/>
            </a:bodyPr>
            <a:lstStyle/>
            <a:p>
              <a:r>
                <a:rPr lang="en-US" sz="1300" dirty="0">
                  <a:solidFill>
                    <a:srgbClr val="5C635E"/>
                  </a:solidFill>
                  <a:latin typeface="Courier New" pitchFamily="34" charset="0"/>
                  <a:ea typeface="Courier New" pitchFamily="34" charset="-122"/>
                  <a:cs typeface="Courier New" pitchFamily="34" charset="-120"/>
                </a:rPr>
                <a:t>GET drivers:8000/drivers/D-204 — API, never the DB</a:t>
              </a:r>
              <a:endParaRPr lang="en-US" sz="1300" dirty="0"/>
            </a:p>
          </p:txBody>
        </p:sp>
      </p:grpSp>
      <p:grpSp>
        <p:nvGrpSpPr>
          <p:cNvPr id="28" name="Group 27">
            <a:extLst>
              <a:ext uri="{FF2B5EF4-FFF2-40B4-BE49-F238E27FC236}">
                <a16:creationId xmlns:a16="http://schemas.microsoft.com/office/drawing/2014/main" id="{50700DC4-2277-6F93-4689-1141AFE83E70}"/>
              </a:ext>
            </a:extLst>
          </p:cNvPr>
          <p:cNvGrpSpPr/>
          <p:nvPr/>
        </p:nvGrpSpPr>
        <p:grpSpPr>
          <a:xfrm>
            <a:off x="762000" y="3926186"/>
            <a:ext cx="11327130" cy="450849"/>
            <a:chOff x="762000" y="3926186"/>
            <a:chExt cx="11327130" cy="450849"/>
          </a:xfrm>
        </p:grpSpPr>
        <p:sp>
          <p:nvSpPr>
            <p:cNvPr id="16" name="Shape 14"/>
            <p:cNvSpPr/>
            <p:nvPr/>
          </p:nvSpPr>
          <p:spPr>
            <a:xfrm>
              <a:off x="762000" y="4364335"/>
              <a:ext cx="10668000" cy="12700"/>
            </a:xfrm>
            <a:prstGeom prst="rect">
              <a:avLst/>
            </a:prstGeom>
            <a:solidFill>
              <a:srgbClr val="E4E5E1"/>
            </a:solidFill>
            <a:ln/>
          </p:spPr>
          <p:txBody>
            <a:bodyPr/>
            <a:lstStyle/>
            <a:p>
              <a:endParaRPr lang="en-GB" sz="1200"/>
            </a:p>
          </p:txBody>
        </p:sp>
        <p:sp>
          <p:nvSpPr>
            <p:cNvPr id="17" name="Text 15"/>
            <p:cNvSpPr/>
            <p:nvPr/>
          </p:nvSpPr>
          <p:spPr>
            <a:xfrm>
              <a:off x="762000" y="3926186"/>
              <a:ext cx="622300" cy="298450"/>
            </a:xfrm>
            <a:prstGeom prst="rect">
              <a:avLst/>
            </a:prstGeom>
            <a:noFill/>
            <a:ln/>
          </p:spPr>
          <p:txBody>
            <a:bodyPr wrap="square" lIns="16933" tIns="16933" rIns="16933" bIns="16933" rtlCol="0" anchor="t">
              <a:normAutofit/>
            </a:bodyPr>
            <a:lstStyle/>
            <a:p>
              <a:r>
                <a:rPr lang="en-US" sz="1650" dirty="0">
                  <a:solidFill>
                    <a:srgbClr val="167A5B"/>
                  </a:solidFill>
                  <a:latin typeface="Courier New" pitchFamily="34" charset="0"/>
                  <a:ea typeface="Courier New" pitchFamily="34" charset="-122"/>
                  <a:cs typeface="Courier New" pitchFamily="34" charset="-120"/>
                </a:rPr>
                <a:t>4</a:t>
              </a:r>
              <a:endParaRPr lang="en-US" sz="1650" dirty="0"/>
            </a:p>
          </p:txBody>
        </p:sp>
        <p:sp>
          <p:nvSpPr>
            <p:cNvPr id="18" name="Text 16"/>
            <p:cNvSpPr/>
            <p:nvPr/>
          </p:nvSpPr>
          <p:spPr>
            <a:xfrm>
              <a:off x="1562100" y="3942060"/>
              <a:ext cx="3352800" cy="266700"/>
            </a:xfrm>
            <a:prstGeom prst="rect">
              <a:avLst/>
            </a:prstGeom>
            <a:noFill/>
            <a:ln/>
          </p:spPr>
          <p:txBody>
            <a:bodyPr wrap="square" lIns="16933" tIns="16933" rIns="16933" bIns="16933" rtlCol="0" anchor="t">
              <a:normAutofit lnSpcReduction="10000"/>
            </a:bodyPr>
            <a:lstStyle/>
            <a:p>
              <a:r>
                <a:rPr lang="en-US" sz="1650" b="1" dirty="0">
                  <a:solidFill>
                    <a:srgbClr val="1A1D1B"/>
                  </a:solidFill>
                  <a:latin typeface="Arial" pitchFamily="34" charset="0"/>
                  <a:ea typeface="Arial" pitchFamily="34" charset="-122"/>
                  <a:cs typeface="Arial" pitchFamily="34" charset="-120"/>
                </a:rPr>
                <a:t>Drivers → MongoDB</a:t>
              </a:r>
              <a:endParaRPr lang="en-US" sz="1650" dirty="0"/>
            </a:p>
          </p:txBody>
        </p:sp>
        <p:sp>
          <p:nvSpPr>
            <p:cNvPr id="19" name="Text 17"/>
            <p:cNvSpPr/>
            <p:nvPr/>
          </p:nvSpPr>
          <p:spPr>
            <a:xfrm>
              <a:off x="4838700" y="3954760"/>
              <a:ext cx="7250430" cy="241300"/>
            </a:xfrm>
            <a:prstGeom prst="rect">
              <a:avLst/>
            </a:prstGeom>
            <a:noFill/>
            <a:ln/>
          </p:spPr>
          <p:txBody>
            <a:bodyPr wrap="square" lIns="16933" tIns="16933" rIns="16933" bIns="16933" rtlCol="0" anchor="t">
              <a:normAutofit/>
            </a:bodyPr>
            <a:lstStyle/>
            <a:p>
              <a:r>
                <a:rPr lang="en-US" sz="1300" dirty="0">
                  <a:solidFill>
                    <a:srgbClr val="5C635E"/>
                  </a:solidFill>
                  <a:latin typeface="Courier New" pitchFamily="34" charset="0"/>
                  <a:ea typeface="Courier New" pitchFamily="34" charset="-122"/>
                  <a:cs typeface="Courier New" pitchFamily="34" charset="-120"/>
                </a:rPr>
                <a:t>find_one({_id}) → name, vehicle, rating · rider sees the match</a:t>
              </a:r>
              <a:endParaRPr lang="en-US" sz="1300" dirty="0"/>
            </a:p>
          </p:txBody>
        </p:sp>
      </p:grpSp>
      <p:grpSp>
        <p:nvGrpSpPr>
          <p:cNvPr id="29" name="Group 28">
            <a:extLst>
              <a:ext uri="{FF2B5EF4-FFF2-40B4-BE49-F238E27FC236}">
                <a16:creationId xmlns:a16="http://schemas.microsoft.com/office/drawing/2014/main" id="{A49848DE-C5AA-B702-064D-50AA5F20F2BB}"/>
              </a:ext>
            </a:extLst>
          </p:cNvPr>
          <p:cNvGrpSpPr/>
          <p:nvPr/>
        </p:nvGrpSpPr>
        <p:grpSpPr>
          <a:xfrm>
            <a:off x="762000" y="4542136"/>
            <a:ext cx="11327130" cy="298450"/>
            <a:chOff x="762000" y="4542136"/>
            <a:chExt cx="11327130" cy="298450"/>
          </a:xfrm>
        </p:grpSpPr>
        <p:sp>
          <p:nvSpPr>
            <p:cNvPr id="20" name="Text 18"/>
            <p:cNvSpPr/>
            <p:nvPr/>
          </p:nvSpPr>
          <p:spPr>
            <a:xfrm>
              <a:off x="762000" y="4542136"/>
              <a:ext cx="622300" cy="298450"/>
            </a:xfrm>
            <a:prstGeom prst="rect">
              <a:avLst/>
            </a:prstGeom>
            <a:noFill/>
            <a:ln/>
          </p:spPr>
          <p:txBody>
            <a:bodyPr wrap="square" lIns="16933" tIns="16933" rIns="16933" bIns="16933" rtlCol="0" anchor="t">
              <a:normAutofit/>
            </a:bodyPr>
            <a:lstStyle/>
            <a:p>
              <a:r>
                <a:rPr lang="en-US" sz="1650" dirty="0">
                  <a:solidFill>
                    <a:srgbClr val="167A5B"/>
                  </a:solidFill>
                  <a:latin typeface="Courier New" pitchFamily="34" charset="0"/>
                  <a:ea typeface="Courier New" pitchFamily="34" charset="-122"/>
                  <a:cs typeface="Courier New" pitchFamily="34" charset="-120"/>
                </a:rPr>
                <a:t>5</a:t>
              </a:r>
              <a:endParaRPr lang="en-US" sz="1650" dirty="0"/>
            </a:p>
          </p:txBody>
        </p:sp>
        <p:sp>
          <p:nvSpPr>
            <p:cNvPr id="21" name="Text 19"/>
            <p:cNvSpPr/>
            <p:nvPr/>
          </p:nvSpPr>
          <p:spPr>
            <a:xfrm>
              <a:off x="1562100" y="4542136"/>
              <a:ext cx="3352800" cy="298450"/>
            </a:xfrm>
            <a:prstGeom prst="rect">
              <a:avLst/>
            </a:prstGeom>
            <a:noFill/>
            <a:ln/>
          </p:spPr>
          <p:txBody>
            <a:bodyPr wrap="square" lIns="16933" tIns="16933" rIns="16933" bIns="16933" rtlCol="0" anchor="t">
              <a:normAutofit/>
            </a:bodyPr>
            <a:lstStyle/>
            <a:p>
              <a:r>
                <a:rPr lang="en-US" sz="1650" b="1" dirty="0">
                  <a:solidFill>
                    <a:srgbClr val="1A1D1B"/>
                  </a:solidFill>
                  <a:latin typeface="Arial" pitchFamily="34" charset="0"/>
                  <a:ea typeface="Arial" pitchFamily="34" charset="-122"/>
                  <a:cs typeface="Arial" pitchFamily="34" charset="-120"/>
                </a:rPr>
                <a:t>Trip ends → Wallet </a:t>
              </a:r>
              <a:r>
                <a:rPr lang="en-US" sz="1650" dirty="0">
                  <a:solidFill>
                    <a:srgbClr val="9C4A1E"/>
                  </a:solidFill>
                  <a:latin typeface="Arial" pitchFamily="34" charset="0"/>
                  <a:ea typeface="Arial" pitchFamily="34" charset="-122"/>
                  <a:cs typeface="Arial" pitchFamily="34" charset="-120"/>
                </a:rPr>
                <a:t>(Spring)</a:t>
              </a:r>
              <a:endParaRPr lang="en-US" sz="1650" dirty="0"/>
            </a:p>
          </p:txBody>
        </p:sp>
        <p:sp>
          <p:nvSpPr>
            <p:cNvPr id="22" name="Text 20"/>
            <p:cNvSpPr/>
            <p:nvPr/>
          </p:nvSpPr>
          <p:spPr>
            <a:xfrm>
              <a:off x="4838700" y="4570710"/>
              <a:ext cx="7250430" cy="241300"/>
            </a:xfrm>
            <a:prstGeom prst="rect">
              <a:avLst/>
            </a:prstGeom>
            <a:noFill/>
            <a:ln/>
          </p:spPr>
          <p:txBody>
            <a:bodyPr wrap="square" lIns="16933" tIns="16933" rIns="16933" bIns="16933" rtlCol="0" anchor="t">
              <a:normAutofit/>
            </a:bodyPr>
            <a:lstStyle/>
            <a:p>
              <a:r>
                <a:rPr lang="en-US" sz="1300" dirty="0">
                  <a:solidFill>
                    <a:srgbClr val="5C635E"/>
                  </a:solidFill>
                  <a:latin typeface="Courier New" pitchFamily="34" charset="0"/>
                  <a:ea typeface="Courier New" pitchFamily="34" charset="-122"/>
                  <a:cs typeface="Courier New" pitchFamily="34" charset="-120"/>
                </a:rPr>
                <a:t>POST wallet:8080/fares → double-entry commit in MySQL</a:t>
              </a:r>
              <a:endParaRPr lang="en-US" sz="1300" dirty="0"/>
            </a:p>
          </p:txBody>
        </p:sp>
      </p:grpSp>
      <p:grpSp>
        <p:nvGrpSpPr>
          <p:cNvPr id="30" name="Group 29">
            <a:extLst>
              <a:ext uri="{FF2B5EF4-FFF2-40B4-BE49-F238E27FC236}">
                <a16:creationId xmlns:a16="http://schemas.microsoft.com/office/drawing/2014/main" id="{32B55AF8-AFAC-782E-F239-B15B73D04E9B}"/>
              </a:ext>
            </a:extLst>
          </p:cNvPr>
          <p:cNvGrpSpPr/>
          <p:nvPr/>
        </p:nvGrpSpPr>
        <p:grpSpPr>
          <a:xfrm>
            <a:off x="762000" y="5334000"/>
            <a:ext cx="10708640" cy="952500"/>
            <a:chOff x="762000" y="5334000"/>
            <a:chExt cx="10708640" cy="952500"/>
          </a:xfrm>
        </p:grpSpPr>
        <p:sp>
          <p:nvSpPr>
            <p:cNvPr id="23" name="Shape 21"/>
            <p:cNvSpPr/>
            <p:nvPr/>
          </p:nvSpPr>
          <p:spPr>
            <a:xfrm>
              <a:off x="762000" y="5334000"/>
              <a:ext cx="10668000" cy="952500"/>
            </a:xfrm>
            <a:prstGeom prst="roundRect">
              <a:avLst>
                <a:gd name="adj" fmla="val 9333"/>
              </a:avLst>
            </a:prstGeom>
            <a:solidFill>
              <a:srgbClr val="EBF3EF"/>
            </a:solidFill>
            <a:ln/>
          </p:spPr>
          <p:txBody>
            <a:bodyPr/>
            <a:lstStyle/>
            <a:p>
              <a:endParaRPr lang="en-GB" sz="1200"/>
            </a:p>
          </p:txBody>
        </p:sp>
        <p:sp>
          <p:nvSpPr>
            <p:cNvPr id="24" name="Text 22"/>
            <p:cNvSpPr/>
            <p:nvPr/>
          </p:nvSpPr>
          <p:spPr>
            <a:xfrm>
              <a:off x="1041400" y="5537200"/>
              <a:ext cx="10429240" cy="571500"/>
            </a:xfrm>
            <a:prstGeom prst="rect">
              <a:avLst/>
            </a:prstGeom>
            <a:noFill/>
            <a:ln/>
          </p:spPr>
          <p:txBody>
            <a:bodyPr wrap="square" lIns="16933" tIns="16933" rIns="16933" bIns="16933" rtlCol="0" anchor="t">
              <a:normAutofit/>
            </a:bodyPr>
            <a:lstStyle/>
            <a:p>
              <a:r>
                <a:rPr lang="en-US" sz="1650" b="1" dirty="0">
                  <a:solidFill>
                    <a:schemeClr val="tx1">
                      <a:lumMod val="85000"/>
                      <a:lumOff val="15000"/>
                    </a:schemeClr>
                  </a:solidFill>
                  <a:latin typeface="Arial" pitchFamily="34" charset="0"/>
                  <a:ea typeface="Arial" pitchFamily="34" charset="-122"/>
                  <a:cs typeface="Arial" pitchFamily="34" charset="-120"/>
                </a:rPr>
                <a:t>Every hop crosses a network. Every store is touched only by its owner. </a:t>
              </a:r>
              <a:r>
                <a:rPr lang="en-US" sz="1650" dirty="0">
                  <a:solidFill>
                    <a:schemeClr val="tx1">
                      <a:lumMod val="85000"/>
                      <a:lumOff val="15000"/>
                    </a:schemeClr>
                  </a:solidFill>
                  <a:latin typeface="Arial" pitchFamily="34" charset="0"/>
                  <a:ea typeface="Arial" pitchFamily="34" charset="-122"/>
                  <a:cs typeface="Arial" pitchFamily="34" charset="-120"/>
                </a:rPr>
                <a:t>That's the whole architecture, in one ride.</a:t>
              </a:r>
              <a:endParaRPr lang="en-US" sz="1650" dirty="0">
                <a:solidFill>
                  <a:schemeClr val="tx1">
                    <a:lumMod val="85000"/>
                    <a:lumOff val="15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906000" y="571500"/>
            <a:ext cx="1676400" cy="1295400"/>
          </a:xfrm>
          <a:prstGeom prst="rect">
            <a:avLst/>
          </a:prstGeom>
          <a:noFill/>
          <a:ln/>
        </p:spPr>
        <p:txBody>
          <a:bodyPr wrap="square" lIns="16933" tIns="16933" rIns="16933" bIns="16933" rtlCol="0" anchor="t">
            <a:normAutofit fontScale="92500" lnSpcReduction="10000"/>
          </a:bodyPr>
          <a:lstStyle/>
          <a:p>
            <a:pPr>
              <a:lnSpc>
                <a:spcPct val="88106"/>
              </a:lnSpc>
            </a:pPr>
            <a:r>
              <a:rPr lang="en-US" sz="10001" dirty="0">
                <a:solidFill>
                  <a:srgbClr val="8FD4B8">
                    <a:alpha val="28000"/>
                  </a:srgbClr>
                </a:solidFill>
                <a:latin typeface="Courier New" pitchFamily="34" charset="0"/>
                <a:ea typeface="Courier New" pitchFamily="34" charset="-122"/>
                <a:cs typeface="Courier New" pitchFamily="34" charset="-120"/>
              </a:rPr>
              <a:t>04</a:t>
            </a:r>
            <a:endParaRPr lang="en-US" sz="10001" dirty="0"/>
          </a:p>
        </p:txBody>
      </p:sp>
      <p:sp>
        <p:nvSpPr>
          <p:cNvPr id="4" name="Text 2"/>
          <p:cNvSpPr/>
          <p:nvPr/>
        </p:nvSpPr>
        <p:spPr>
          <a:xfrm>
            <a:off x="762000" y="2086967"/>
            <a:ext cx="10820400" cy="1342033"/>
          </a:xfrm>
          <a:prstGeom prst="rect">
            <a:avLst/>
          </a:prstGeom>
          <a:noFill/>
          <a:ln/>
        </p:spPr>
        <p:txBody>
          <a:bodyPr wrap="square" lIns="16933" tIns="16933" rIns="16933" bIns="16933" rtlCol="0" anchor="t">
            <a:normAutofit lnSpcReduction="10000"/>
          </a:bodyPr>
          <a:lstStyle/>
          <a:p>
            <a:pPr>
              <a:lnSpc>
                <a:spcPct val="95119"/>
              </a:lnSpc>
            </a:pPr>
            <a:r>
              <a:rPr lang="en-US" sz="4800" b="1" dirty="0">
                <a:latin typeface="Georgia" pitchFamily="34" charset="0"/>
                <a:ea typeface="Georgia" pitchFamily="34" charset="-122"/>
                <a:cs typeface="Georgia" pitchFamily="34" charset="-120"/>
              </a:rPr>
              <a:t>Deploying the assembly </a:t>
            </a:r>
            <a:r>
              <a:rPr lang="en-US" sz="4800" b="1" dirty="0">
                <a:solidFill>
                  <a:srgbClr val="167A5B"/>
                </a:solidFill>
                <a:latin typeface="Georgia" pitchFamily="34" charset="0"/>
                <a:ea typeface="Georgia" pitchFamily="34" charset="-122"/>
                <a:cs typeface="Georgia" pitchFamily="34" charset="-120"/>
              </a:rPr>
              <a:t>on Amazon Cloud</a:t>
            </a:r>
            <a:endParaRPr lang="en-US" sz="4800" dirty="0">
              <a:solidFill>
                <a:srgbClr val="167A5B"/>
              </a:solidFill>
            </a:endParaRPr>
          </a:p>
        </p:txBody>
      </p:sp>
      <p:sp>
        <p:nvSpPr>
          <p:cNvPr id="7" name="Text 0">
            <a:extLst>
              <a:ext uri="{FF2B5EF4-FFF2-40B4-BE49-F238E27FC236}">
                <a16:creationId xmlns:a16="http://schemas.microsoft.com/office/drawing/2014/main" id="{E55DA8D0-42A6-F5E9-8955-0DD9AFC77728}"/>
              </a:ext>
            </a:extLst>
          </p:cNvPr>
          <p:cNvSpPr/>
          <p:nvPr/>
        </p:nvSpPr>
        <p:spPr>
          <a:xfrm>
            <a:off x="762000" y="635000"/>
            <a:ext cx="10820400" cy="228600"/>
          </a:xfrm>
          <a:prstGeom prst="rect">
            <a:avLst/>
          </a:prstGeom>
          <a:noFill/>
          <a:ln/>
        </p:spPr>
        <p:txBody>
          <a:bodyPr wrap="square" lIns="16933" tIns="16933" rIns="16933" bIns="16933" rtlCol="0" anchor="t">
            <a:normAutofit/>
          </a:bodyPr>
          <a:lstStyle/>
          <a:p>
            <a:r>
              <a:rPr lang="en-US" sz="1200" kern="0" spc="216" dirty="0">
                <a:solidFill>
                  <a:srgbClr val="167A5B"/>
                </a:solidFill>
                <a:latin typeface="Courier New" pitchFamily="34" charset="0"/>
                <a:ea typeface="Courier New" pitchFamily="34" charset="-122"/>
                <a:cs typeface="Courier New" pitchFamily="34" charset="-120"/>
              </a:rPr>
              <a:t>Part Four – Putting it all together</a:t>
            </a:r>
            <a:endParaRPr lang="en-US" sz="1200" dirty="0"/>
          </a:p>
        </p:txBody>
      </p:sp>
      <p:grpSp>
        <p:nvGrpSpPr>
          <p:cNvPr id="9" name="Group 8">
            <a:extLst>
              <a:ext uri="{FF2B5EF4-FFF2-40B4-BE49-F238E27FC236}">
                <a16:creationId xmlns:a16="http://schemas.microsoft.com/office/drawing/2014/main" id="{36EBC3A8-5679-42A4-4B77-B4BADC70AF2A}"/>
              </a:ext>
            </a:extLst>
          </p:cNvPr>
          <p:cNvGrpSpPr/>
          <p:nvPr/>
        </p:nvGrpSpPr>
        <p:grpSpPr>
          <a:xfrm>
            <a:off x="762000" y="5304235"/>
            <a:ext cx="10668000" cy="918765"/>
            <a:chOff x="762000" y="5304235"/>
            <a:chExt cx="10668000" cy="918765"/>
          </a:xfrm>
        </p:grpSpPr>
        <p:sp>
          <p:nvSpPr>
            <p:cNvPr id="10" name="Shape 9">
              <a:extLst>
                <a:ext uri="{FF2B5EF4-FFF2-40B4-BE49-F238E27FC236}">
                  <a16:creationId xmlns:a16="http://schemas.microsoft.com/office/drawing/2014/main" id="{64A660EB-D3AE-1130-C7E5-8DE08F284BCD}"/>
                </a:ext>
              </a:extLst>
            </p:cNvPr>
            <p:cNvSpPr/>
            <p:nvPr/>
          </p:nvSpPr>
          <p:spPr>
            <a:xfrm>
              <a:off x="762000" y="5304235"/>
              <a:ext cx="10668000" cy="918765"/>
            </a:xfrm>
            <a:prstGeom prst="roundRect">
              <a:avLst>
                <a:gd name="adj" fmla="val 9676"/>
              </a:avLst>
            </a:prstGeom>
            <a:solidFill>
              <a:srgbClr val="EBF3EF"/>
            </a:solidFill>
            <a:ln/>
          </p:spPr>
          <p:txBody>
            <a:bodyPr/>
            <a:lstStyle/>
            <a:p>
              <a:endParaRPr lang="en-GB" sz="1200"/>
            </a:p>
          </p:txBody>
        </p:sp>
        <p:sp>
          <p:nvSpPr>
            <p:cNvPr id="12" name="Text 11">
              <a:extLst>
                <a:ext uri="{FF2B5EF4-FFF2-40B4-BE49-F238E27FC236}">
                  <a16:creationId xmlns:a16="http://schemas.microsoft.com/office/drawing/2014/main" id="{92AA75BF-0920-A217-D3AB-843B2F350322}"/>
                </a:ext>
              </a:extLst>
            </p:cNvPr>
            <p:cNvSpPr/>
            <p:nvPr/>
          </p:nvSpPr>
          <p:spPr>
            <a:xfrm>
              <a:off x="1466652" y="5583635"/>
              <a:ext cx="9583857" cy="385365"/>
            </a:xfrm>
            <a:prstGeom prst="rect">
              <a:avLst/>
            </a:prstGeom>
            <a:noFill/>
            <a:ln/>
          </p:spPr>
          <p:txBody>
            <a:bodyPr wrap="square" lIns="16933" tIns="16933" rIns="16933" bIns="16933" rtlCol="0" anchor="t">
              <a:normAutofit fontScale="92500" lnSpcReduction="10000"/>
            </a:bodyPr>
            <a:lstStyle/>
            <a:p>
              <a:pPr>
                <a:lnSpc>
                  <a:spcPct val="118125"/>
                </a:lnSpc>
              </a:pPr>
              <a:r>
                <a:rPr lang="en-US" sz="2100" dirty="0">
                  <a:solidFill>
                    <a:srgbClr val="1A1D1B"/>
                  </a:solidFill>
                  <a:latin typeface="Georgia" pitchFamily="34" charset="0"/>
                  <a:ea typeface="Georgia" pitchFamily="34" charset="-122"/>
                  <a:cs typeface="Georgia" pitchFamily="34" charset="-120"/>
                </a:rPr>
                <a:t>Checkout this project on your computers: </a:t>
              </a:r>
              <a:r>
                <a:rPr lang="en-PK" sz="2400" dirty="0">
                  <a:hlinkClick r:id="rId3"/>
                </a:rPr>
                <a:t>github.com/seekme94/mini-</a:t>
              </a:r>
              <a:r>
                <a:rPr lang="en-PK" sz="2400" dirty="0" err="1">
                  <a:hlinkClick r:id="rId3"/>
                </a:rPr>
                <a:t>careem</a:t>
              </a:r>
              <a:endParaRPr lang="en-US" sz="21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1275060"/>
            <a:ext cx="5321806" cy="228600"/>
          </a:xfrm>
          <a:prstGeom prst="rect">
            <a:avLst/>
          </a:prstGeom>
          <a:noFill/>
          <a:ln/>
        </p:spPr>
        <p:txBody>
          <a:bodyPr wrap="square" lIns="16933" tIns="16933" rIns="16933" bIns="16933" rtlCol="0" anchor="t">
            <a:normAutofit/>
          </a:bodyPr>
          <a:lstStyle/>
          <a:p>
            <a:r>
              <a:rPr lang="en-US" sz="1200" kern="0" spc="192" dirty="0">
                <a:solidFill>
                  <a:srgbClr val="167A5B"/>
                </a:solidFill>
                <a:latin typeface="Courier New" pitchFamily="34" charset="0"/>
                <a:ea typeface="Courier New" pitchFamily="34" charset="-122"/>
                <a:cs typeface="Courier New" pitchFamily="34" charset="-120"/>
              </a:rPr>
              <a:t>DEPLOY · STEP 1</a:t>
            </a:r>
            <a:endParaRPr lang="en-US" sz="1200" dirty="0"/>
          </a:p>
        </p:txBody>
      </p:sp>
      <p:sp>
        <p:nvSpPr>
          <p:cNvPr id="3" name="Text 1"/>
          <p:cNvSpPr/>
          <p:nvPr/>
        </p:nvSpPr>
        <p:spPr>
          <a:xfrm>
            <a:off x="762000" y="2075160"/>
            <a:ext cx="5105469" cy="494705"/>
          </a:xfrm>
          <a:prstGeom prst="rect">
            <a:avLst/>
          </a:prstGeom>
          <a:noFill/>
          <a:ln/>
        </p:spPr>
        <p:txBody>
          <a:bodyPr wrap="square" lIns="16933" tIns="16933" rIns="16933" bIns="16933" rtlCol="0" anchor="t">
            <a:normAutofit fontScale="92500" lnSpcReduction="10000"/>
          </a:bodyPr>
          <a:lstStyle/>
          <a:p>
            <a:pPr>
              <a:lnSpc>
                <a:spcPct val="98560"/>
              </a:lnSpc>
            </a:pPr>
            <a:r>
              <a:rPr lang="en-US" sz="3300" b="1" dirty="0">
                <a:solidFill>
                  <a:srgbClr val="1A1D1B"/>
                </a:solidFill>
                <a:latin typeface="Georgia" pitchFamily="34" charset="0"/>
                <a:ea typeface="Georgia" pitchFamily="34" charset="-122"/>
                <a:cs typeface="Georgia" pitchFamily="34" charset="-120"/>
              </a:rPr>
              <a:t>Create three instances</a:t>
            </a:r>
            <a:endParaRPr lang="en-US" sz="3300" dirty="0"/>
          </a:p>
        </p:txBody>
      </p:sp>
      <p:sp>
        <p:nvSpPr>
          <p:cNvPr id="4" name="Text 2"/>
          <p:cNvSpPr/>
          <p:nvPr/>
        </p:nvSpPr>
        <p:spPr>
          <a:xfrm>
            <a:off x="762000" y="2798465"/>
            <a:ext cx="5066324" cy="968375"/>
          </a:xfrm>
          <a:prstGeom prst="rect">
            <a:avLst/>
          </a:prstGeom>
          <a:noFill/>
          <a:ln/>
        </p:spPr>
        <p:txBody>
          <a:bodyPr wrap="square" lIns="16933" tIns="16933" rIns="16933" bIns="16933" rtlCol="0" anchor="t">
            <a:normAutofit fontScale="92500"/>
          </a:bodyPr>
          <a:lstStyle/>
          <a:p>
            <a:pPr>
              <a:lnSpc>
                <a:spcPct val="130263"/>
              </a:lnSpc>
            </a:pPr>
            <a:r>
              <a:rPr lang="en-PK" dirty="0"/>
              <a:t>Each </a:t>
            </a:r>
            <a:r>
              <a:rPr lang="en-US" dirty="0"/>
              <a:t>AWS </a:t>
            </a:r>
            <a:r>
              <a:rPr lang="en-PK" dirty="0" err="1"/>
              <a:t>Lightsail</a:t>
            </a:r>
            <a:r>
              <a:rPr lang="en-PK" dirty="0"/>
              <a:t> instance will host </a:t>
            </a:r>
            <a:r>
              <a:rPr lang="en-PK" b="1" dirty="0"/>
              <a:t>one containerized service</a:t>
            </a:r>
            <a:r>
              <a:rPr lang="en-PK" dirty="0"/>
              <a:t>. The </a:t>
            </a:r>
            <a:r>
              <a:rPr lang="en-PK" dirty="0" err="1"/>
              <a:t>VMs</a:t>
            </a:r>
            <a:r>
              <a:rPr lang="en-PK" dirty="0"/>
              <a:t> share a private network out of the box.</a:t>
            </a:r>
            <a:endParaRPr lang="en-US" sz="1650" dirty="0">
              <a:solidFill>
                <a:schemeClr val="tx1">
                  <a:lumMod val="85000"/>
                  <a:lumOff val="15000"/>
                </a:schemeClr>
              </a:solidFill>
            </a:endParaRPr>
          </a:p>
        </p:txBody>
      </p:sp>
      <p:grpSp>
        <p:nvGrpSpPr>
          <p:cNvPr id="19" name="Group 18">
            <a:extLst>
              <a:ext uri="{FF2B5EF4-FFF2-40B4-BE49-F238E27FC236}">
                <a16:creationId xmlns:a16="http://schemas.microsoft.com/office/drawing/2014/main" id="{19D64ABC-E3EB-31AE-7778-6DF115B78037}"/>
              </a:ext>
            </a:extLst>
          </p:cNvPr>
          <p:cNvGrpSpPr/>
          <p:nvPr/>
        </p:nvGrpSpPr>
        <p:grpSpPr>
          <a:xfrm>
            <a:off x="762000" y="4020840"/>
            <a:ext cx="4838005" cy="1193800"/>
            <a:chOff x="762000" y="4020840"/>
            <a:chExt cx="4838005" cy="1193800"/>
          </a:xfrm>
        </p:grpSpPr>
        <p:sp>
          <p:nvSpPr>
            <p:cNvPr id="5" name="Shape 3"/>
            <p:cNvSpPr/>
            <p:nvPr/>
          </p:nvSpPr>
          <p:spPr>
            <a:xfrm>
              <a:off x="762000" y="4338340"/>
              <a:ext cx="4838005" cy="12700"/>
            </a:xfrm>
            <a:prstGeom prst="rect">
              <a:avLst/>
            </a:prstGeom>
            <a:solidFill>
              <a:srgbClr val="E4E5E1"/>
            </a:solidFill>
            <a:ln/>
          </p:spPr>
          <p:txBody>
            <a:bodyPr/>
            <a:lstStyle/>
            <a:p>
              <a:endParaRPr lang="en-GB" sz="1200"/>
            </a:p>
          </p:txBody>
        </p:sp>
        <p:sp>
          <p:nvSpPr>
            <p:cNvPr id="6" name="Text 4"/>
            <p:cNvSpPr/>
            <p:nvPr/>
          </p:nvSpPr>
          <p:spPr>
            <a:xfrm>
              <a:off x="762000" y="4020840"/>
              <a:ext cx="980737" cy="241300"/>
            </a:xfrm>
            <a:prstGeom prst="rect">
              <a:avLst/>
            </a:prstGeom>
            <a:noFill/>
            <a:ln/>
          </p:spPr>
          <p:txBody>
            <a:bodyPr wrap="square" lIns="16933" tIns="16933" rIns="16933" bIns="16933" rtlCol="0" anchor="t">
              <a:normAutofit/>
            </a:bodyPr>
            <a:lstStyle/>
            <a:p>
              <a:r>
                <a:rPr lang="en-US" sz="1300" dirty="0">
                  <a:solidFill>
                    <a:srgbClr val="1A1D1B"/>
                  </a:solidFill>
                  <a:latin typeface="Courier New" pitchFamily="34" charset="0"/>
                  <a:ea typeface="Courier New" pitchFamily="34" charset="-122"/>
                  <a:cs typeface="Courier New" pitchFamily="34" charset="-120"/>
                </a:rPr>
                <a:t>wallet-vm</a:t>
              </a:r>
              <a:endParaRPr lang="en-US" sz="1300" dirty="0"/>
            </a:p>
          </p:txBody>
        </p:sp>
        <p:sp>
          <p:nvSpPr>
            <p:cNvPr id="7" name="Text 5"/>
            <p:cNvSpPr/>
            <p:nvPr/>
          </p:nvSpPr>
          <p:spPr>
            <a:xfrm>
              <a:off x="3160483" y="4020840"/>
              <a:ext cx="2439175" cy="241300"/>
            </a:xfrm>
            <a:prstGeom prst="rect">
              <a:avLst/>
            </a:prstGeom>
            <a:noFill/>
            <a:ln/>
          </p:spPr>
          <p:txBody>
            <a:bodyPr wrap="square" lIns="16933" tIns="16933" rIns="16933" bIns="16933" rtlCol="0" anchor="t">
              <a:normAutofit/>
            </a:bodyPr>
            <a:lstStyle/>
            <a:p>
              <a:r>
                <a:rPr lang="en-US" sz="1300" dirty="0">
                  <a:solidFill>
                    <a:schemeClr val="tx1">
                      <a:lumMod val="85000"/>
                      <a:lumOff val="15000"/>
                    </a:schemeClr>
                  </a:solidFill>
                  <a:latin typeface="Courier New" pitchFamily="34" charset="0"/>
                  <a:ea typeface="Courier New" pitchFamily="34" charset="-122"/>
                  <a:cs typeface="Courier New" pitchFamily="34" charset="-120"/>
                </a:rPr>
                <a:t>Ubuntu · 1 GB · Java 17</a:t>
              </a:r>
              <a:endParaRPr lang="en-US" sz="1300" dirty="0">
                <a:solidFill>
                  <a:schemeClr val="tx1">
                    <a:lumMod val="85000"/>
                    <a:lumOff val="15000"/>
                  </a:schemeClr>
                </a:solidFill>
              </a:endParaRPr>
            </a:p>
          </p:txBody>
        </p:sp>
        <p:sp>
          <p:nvSpPr>
            <p:cNvPr id="8" name="Shape 6"/>
            <p:cNvSpPr/>
            <p:nvPr/>
          </p:nvSpPr>
          <p:spPr>
            <a:xfrm>
              <a:off x="762000" y="4770140"/>
              <a:ext cx="4838005" cy="12700"/>
            </a:xfrm>
            <a:prstGeom prst="rect">
              <a:avLst/>
            </a:prstGeom>
            <a:solidFill>
              <a:srgbClr val="E4E5E1"/>
            </a:solidFill>
            <a:ln/>
          </p:spPr>
          <p:txBody>
            <a:bodyPr/>
            <a:lstStyle/>
            <a:p>
              <a:endParaRPr lang="en-GB" sz="1200"/>
            </a:p>
          </p:txBody>
        </p:sp>
        <p:sp>
          <p:nvSpPr>
            <p:cNvPr id="9" name="Text 7"/>
            <p:cNvSpPr/>
            <p:nvPr/>
          </p:nvSpPr>
          <p:spPr>
            <a:xfrm>
              <a:off x="762000" y="4452640"/>
              <a:ext cx="1089660" cy="241300"/>
            </a:xfrm>
            <a:prstGeom prst="rect">
              <a:avLst/>
            </a:prstGeom>
            <a:noFill/>
            <a:ln/>
          </p:spPr>
          <p:txBody>
            <a:bodyPr wrap="square" lIns="16933" tIns="16933" rIns="16933" bIns="16933" rtlCol="0" anchor="t">
              <a:normAutofit/>
            </a:bodyPr>
            <a:lstStyle/>
            <a:p>
              <a:r>
                <a:rPr lang="en-US" sz="1300" dirty="0">
                  <a:solidFill>
                    <a:srgbClr val="1A1D1B"/>
                  </a:solidFill>
                  <a:latin typeface="Courier New" pitchFamily="34" charset="0"/>
                  <a:ea typeface="Courier New" pitchFamily="34" charset="-122"/>
                  <a:cs typeface="Courier New" pitchFamily="34" charset="-120"/>
                </a:rPr>
                <a:t>drivers-vm</a:t>
              </a:r>
              <a:endParaRPr lang="en-US" sz="1300" dirty="0"/>
            </a:p>
          </p:txBody>
        </p:sp>
        <p:sp>
          <p:nvSpPr>
            <p:cNvPr id="10" name="Text 8"/>
            <p:cNvSpPr/>
            <p:nvPr/>
          </p:nvSpPr>
          <p:spPr>
            <a:xfrm>
              <a:off x="2764302" y="4452640"/>
              <a:ext cx="2835356" cy="241300"/>
            </a:xfrm>
            <a:prstGeom prst="rect">
              <a:avLst/>
            </a:prstGeom>
            <a:noFill/>
            <a:ln/>
          </p:spPr>
          <p:txBody>
            <a:bodyPr wrap="square" lIns="16933" tIns="16933" rIns="16933" bIns="16933" rtlCol="0" anchor="t">
              <a:normAutofit/>
            </a:bodyPr>
            <a:lstStyle/>
            <a:p>
              <a:r>
                <a:rPr lang="en-US" sz="1300" dirty="0">
                  <a:solidFill>
                    <a:schemeClr val="tx1">
                      <a:lumMod val="85000"/>
                      <a:lumOff val="15000"/>
                    </a:schemeClr>
                  </a:solidFill>
                  <a:latin typeface="Courier New" pitchFamily="34" charset="0"/>
                  <a:ea typeface="Courier New" pitchFamily="34" charset="-122"/>
                  <a:cs typeface="Courier New" pitchFamily="34" charset="-120"/>
                </a:rPr>
                <a:t>Ubuntu · 1 GB · Python 3.12</a:t>
              </a:r>
              <a:endParaRPr lang="en-US" sz="1300" dirty="0">
                <a:solidFill>
                  <a:schemeClr val="tx1">
                    <a:lumMod val="85000"/>
                    <a:lumOff val="15000"/>
                  </a:schemeClr>
                </a:solidFill>
              </a:endParaRPr>
            </a:p>
          </p:txBody>
        </p:sp>
        <p:sp>
          <p:nvSpPr>
            <p:cNvPr id="11" name="Shape 9"/>
            <p:cNvSpPr/>
            <p:nvPr/>
          </p:nvSpPr>
          <p:spPr>
            <a:xfrm>
              <a:off x="762000" y="5201940"/>
              <a:ext cx="4838005" cy="12700"/>
            </a:xfrm>
            <a:prstGeom prst="rect">
              <a:avLst/>
            </a:prstGeom>
            <a:solidFill>
              <a:srgbClr val="E4E5E1"/>
            </a:solidFill>
            <a:ln/>
          </p:spPr>
          <p:txBody>
            <a:bodyPr/>
            <a:lstStyle/>
            <a:p>
              <a:endParaRPr lang="en-GB" sz="1200"/>
            </a:p>
          </p:txBody>
        </p:sp>
        <p:sp>
          <p:nvSpPr>
            <p:cNvPr id="12" name="Text 10"/>
            <p:cNvSpPr/>
            <p:nvPr/>
          </p:nvSpPr>
          <p:spPr>
            <a:xfrm>
              <a:off x="762001" y="4884440"/>
              <a:ext cx="1198691" cy="241300"/>
            </a:xfrm>
            <a:prstGeom prst="rect">
              <a:avLst/>
            </a:prstGeom>
            <a:noFill/>
            <a:ln/>
          </p:spPr>
          <p:txBody>
            <a:bodyPr wrap="square" lIns="16933" tIns="16933" rIns="16933" bIns="16933" rtlCol="0" anchor="t">
              <a:normAutofit/>
            </a:bodyPr>
            <a:lstStyle/>
            <a:p>
              <a:r>
                <a:rPr lang="en-US" sz="1300" dirty="0">
                  <a:solidFill>
                    <a:srgbClr val="1A1D1B"/>
                  </a:solidFill>
                  <a:latin typeface="Courier New" pitchFamily="34" charset="0"/>
                  <a:ea typeface="Courier New" pitchFamily="34" charset="-122"/>
                  <a:cs typeface="Courier New" pitchFamily="34" charset="-120"/>
                </a:rPr>
                <a:t>tracking-vm</a:t>
              </a:r>
              <a:endParaRPr lang="en-US" sz="1300" dirty="0"/>
            </a:p>
          </p:txBody>
        </p:sp>
        <p:sp>
          <p:nvSpPr>
            <p:cNvPr id="13" name="Text 11"/>
            <p:cNvSpPr/>
            <p:nvPr/>
          </p:nvSpPr>
          <p:spPr>
            <a:xfrm>
              <a:off x="3160484" y="4884440"/>
              <a:ext cx="2439174" cy="241300"/>
            </a:xfrm>
            <a:prstGeom prst="rect">
              <a:avLst/>
            </a:prstGeom>
            <a:noFill/>
            <a:ln/>
          </p:spPr>
          <p:txBody>
            <a:bodyPr wrap="square" lIns="16933" tIns="16933" rIns="16933" bIns="16933" rtlCol="0" anchor="t">
              <a:normAutofit/>
            </a:bodyPr>
            <a:lstStyle/>
            <a:p>
              <a:r>
                <a:rPr lang="en-US" sz="1300" dirty="0">
                  <a:solidFill>
                    <a:schemeClr val="tx1">
                      <a:lumMod val="85000"/>
                      <a:lumOff val="15000"/>
                    </a:schemeClr>
                  </a:solidFill>
                  <a:latin typeface="Courier New" pitchFamily="34" charset="0"/>
                  <a:ea typeface="Courier New" pitchFamily="34" charset="-122"/>
                  <a:cs typeface="Courier New" pitchFamily="34" charset="-120"/>
                </a:rPr>
                <a:t>Ubuntu · 1 GB · Node 20</a:t>
              </a:r>
              <a:endParaRPr lang="en-US" sz="1300" dirty="0">
                <a:solidFill>
                  <a:schemeClr val="tx1">
                    <a:lumMod val="85000"/>
                    <a:lumOff val="15000"/>
                  </a:schemeClr>
                </a:solidFill>
              </a:endParaRPr>
            </a:p>
          </p:txBody>
        </p:sp>
      </p:grpSp>
      <p:grpSp>
        <p:nvGrpSpPr>
          <p:cNvPr id="16" name="Group 15">
            <a:extLst>
              <a:ext uri="{FF2B5EF4-FFF2-40B4-BE49-F238E27FC236}">
                <a16:creationId xmlns:a16="http://schemas.microsoft.com/office/drawing/2014/main" id="{93C27DBC-C234-A569-412C-CA6A9509DBD6}"/>
              </a:ext>
            </a:extLst>
          </p:cNvPr>
          <p:cNvGrpSpPr/>
          <p:nvPr/>
        </p:nvGrpSpPr>
        <p:grpSpPr>
          <a:xfrm>
            <a:off x="5995492" y="1954808"/>
            <a:ext cx="5434409" cy="3721199"/>
            <a:chOff x="5995492" y="1568351"/>
            <a:chExt cx="5434409" cy="3721199"/>
          </a:xfrm>
        </p:grpSpPr>
        <p:sp>
          <p:nvSpPr>
            <p:cNvPr id="17" name="Shape 10">
              <a:extLst>
                <a:ext uri="{FF2B5EF4-FFF2-40B4-BE49-F238E27FC236}">
                  <a16:creationId xmlns:a16="http://schemas.microsoft.com/office/drawing/2014/main" id="{3B72A29B-C834-5E27-0E04-3BAF41DEF703}"/>
                </a:ext>
              </a:extLst>
            </p:cNvPr>
            <p:cNvSpPr/>
            <p:nvPr/>
          </p:nvSpPr>
          <p:spPr>
            <a:xfrm>
              <a:off x="5995492" y="1568351"/>
              <a:ext cx="5434409" cy="3721199"/>
            </a:xfrm>
            <a:prstGeom prst="roundRect">
              <a:avLst>
                <a:gd name="adj" fmla="val 2730"/>
              </a:avLst>
            </a:prstGeom>
            <a:solidFill>
              <a:srgbClr val="10201A"/>
            </a:solidFill>
            <a:ln/>
          </p:spPr>
          <p:txBody>
            <a:bodyPr/>
            <a:lstStyle/>
            <a:p>
              <a:endParaRPr lang="en-GB" sz="1200"/>
            </a:p>
          </p:txBody>
        </p:sp>
        <p:sp>
          <p:nvSpPr>
            <p:cNvPr id="18" name="Text 11">
              <a:extLst>
                <a:ext uri="{FF2B5EF4-FFF2-40B4-BE49-F238E27FC236}">
                  <a16:creationId xmlns:a16="http://schemas.microsoft.com/office/drawing/2014/main" id="{E628737E-BF07-0530-D3D6-45167DE9DCBF}"/>
                </a:ext>
              </a:extLst>
            </p:cNvPr>
            <p:cNvSpPr/>
            <p:nvPr/>
          </p:nvSpPr>
          <p:spPr>
            <a:xfrm>
              <a:off x="6325692" y="1873151"/>
              <a:ext cx="4937041" cy="3136999"/>
            </a:xfrm>
            <a:prstGeom prst="rect">
              <a:avLst/>
            </a:prstGeom>
            <a:noFill/>
            <a:ln/>
          </p:spPr>
          <p:txBody>
            <a:bodyPr wrap="none" lIns="16933" tIns="16933" rIns="16933" bIns="16933" rtlCol="0" anchor="t">
              <a:normAutofit lnSpcReduction="10000"/>
            </a:bodyPr>
            <a:lstStyle/>
            <a:p>
              <a:r>
                <a:rPr lang="en-PK" dirty="0">
                  <a:solidFill>
                    <a:schemeClr val="bg1">
                      <a:lumMod val="65000"/>
                    </a:schemeClr>
                  </a:solidFill>
                </a:rPr>
                <a:t># from the </a:t>
              </a:r>
              <a:r>
                <a:rPr lang="en-US" dirty="0">
                  <a:solidFill>
                    <a:schemeClr val="bg1">
                      <a:lumMod val="65000"/>
                    </a:schemeClr>
                  </a:solidFill>
                </a:rPr>
                <a:t>AWS </a:t>
              </a:r>
              <a:r>
                <a:rPr lang="en-PK" dirty="0">
                  <a:solidFill>
                    <a:schemeClr val="bg1">
                      <a:lumMod val="65000"/>
                    </a:schemeClr>
                  </a:solidFill>
                </a:rPr>
                <a:t>CLI</a:t>
              </a:r>
              <a:br>
                <a:rPr lang="en-PK" dirty="0">
                  <a:solidFill>
                    <a:schemeClr val="bg1">
                      <a:lumMod val="65000"/>
                    </a:schemeClr>
                  </a:solidFill>
                </a:rPr>
              </a:br>
              <a:r>
                <a:rPr lang="en-PK" dirty="0" err="1">
                  <a:solidFill>
                    <a:schemeClr val="bg1"/>
                  </a:solidFill>
                </a:rPr>
                <a:t>aws</a:t>
              </a:r>
              <a:r>
                <a:rPr lang="en-PK" dirty="0">
                  <a:solidFill>
                    <a:schemeClr val="bg1"/>
                  </a:solidFill>
                </a:rPr>
                <a:t> </a:t>
              </a:r>
              <a:r>
                <a:rPr lang="en-PK" dirty="0" err="1">
                  <a:solidFill>
                    <a:schemeClr val="bg1"/>
                  </a:solidFill>
                </a:rPr>
                <a:t>lightsail</a:t>
              </a:r>
              <a:r>
                <a:rPr lang="en-PK" dirty="0">
                  <a:solidFill>
                    <a:schemeClr val="bg1"/>
                  </a:solidFill>
                </a:rPr>
                <a:t> create-instances \</a:t>
              </a:r>
              <a:br>
                <a:rPr lang="en-PK" dirty="0">
                  <a:solidFill>
                    <a:schemeClr val="bg1"/>
                  </a:solidFill>
                </a:rPr>
              </a:br>
              <a:r>
                <a:rPr lang="en-PK" dirty="0">
                  <a:solidFill>
                    <a:schemeClr val="bg1"/>
                  </a:solidFill>
                </a:rPr>
                <a:t>  --instance-names \</a:t>
              </a:r>
              <a:br>
                <a:rPr lang="en-PK" dirty="0">
                  <a:solidFill>
                    <a:schemeClr val="bg1"/>
                  </a:solidFill>
                </a:rPr>
              </a:br>
              <a:r>
                <a:rPr lang="en-PK" dirty="0">
                  <a:solidFill>
                    <a:schemeClr val="bg1"/>
                  </a:solidFill>
                </a:rPr>
                <a:t>    wallet-</a:t>
              </a:r>
              <a:r>
                <a:rPr lang="en-PK" dirty="0" err="1">
                  <a:solidFill>
                    <a:schemeClr val="bg1"/>
                  </a:solidFill>
                </a:rPr>
                <a:t>vm</a:t>
              </a:r>
              <a:r>
                <a:rPr lang="en-PK" dirty="0">
                  <a:solidFill>
                    <a:schemeClr val="bg1"/>
                  </a:solidFill>
                </a:rPr>
                <a:t> drivers-</a:t>
              </a:r>
              <a:r>
                <a:rPr lang="en-PK" dirty="0" err="1">
                  <a:solidFill>
                    <a:schemeClr val="bg1"/>
                  </a:solidFill>
                </a:rPr>
                <a:t>vm</a:t>
              </a:r>
              <a:r>
                <a:rPr lang="en-PK" dirty="0">
                  <a:solidFill>
                    <a:schemeClr val="bg1"/>
                  </a:solidFill>
                </a:rPr>
                <a:t> tracking-</a:t>
              </a:r>
              <a:r>
                <a:rPr lang="en-PK" dirty="0" err="1">
                  <a:solidFill>
                    <a:schemeClr val="bg1"/>
                  </a:solidFill>
                </a:rPr>
                <a:t>vm</a:t>
              </a:r>
              <a:r>
                <a:rPr lang="en-PK" dirty="0">
                  <a:solidFill>
                    <a:schemeClr val="bg1"/>
                  </a:solidFill>
                </a:rPr>
                <a:t> \</a:t>
              </a:r>
              <a:br>
                <a:rPr lang="en-PK" dirty="0">
                  <a:solidFill>
                    <a:schemeClr val="bg1"/>
                  </a:solidFill>
                </a:rPr>
              </a:br>
              <a:r>
                <a:rPr lang="en-PK" dirty="0">
                  <a:solidFill>
                    <a:schemeClr val="bg1"/>
                  </a:solidFill>
                </a:rPr>
                <a:t>  --availability-zone me-south-1a \</a:t>
              </a:r>
              <a:br>
                <a:rPr lang="en-PK" dirty="0">
                  <a:solidFill>
                    <a:schemeClr val="bg1"/>
                  </a:solidFill>
                </a:rPr>
              </a:br>
              <a:r>
                <a:rPr lang="en-PK" dirty="0">
                  <a:solidFill>
                    <a:schemeClr val="bg1"/>
                  </a:solidFill>
                </a:rPr>
                <a:t>  --blueprint-id ubuntu_22_04 \</a:t>
              </a:r>
              <a:br>
                <a:rPr lang="en-PK" dirty="0">
                  <a:solidFill>
                    <a:schemeClr val="bg1"/>
                  </a:solidFill>
                </a:rPr>
              </a:br>
              <a:r>
                <a:rPr lang="en-PK" dirty="0">
                  <a:solidFill>
                    <a:schemeClr val="bg1"/>
                  </a:solidFill>
                </a:rPr>
                <a:t>  --bundle-id micro_3_0</a:t>
              </a:r>
              <a:br>
                <a:rPr lang="en-PK" dirty="0">
                  <a:solidFill>
                    <a:schemeClr val="bg1"/>
                  </a:solidFill>
                </a:rPr>
              </a:br>
              <a:br>
                <a:rPr lang="en-PK" dirty="0">
                  <a:solidFill>
                    <a:schemeClr val="bg1"/>
                  </a:solidFill>
                </a:rPr>
              </a:br>
              <a:r>
                <a:rPr lang="en-PK" dirty="0">
                  <a:solidFill>
                    <a:schemeClr val="bg1">
                      <a:lumMod val="65000"/>
                    </a:schemeClr>
                  </a:solidFill>
                </a:rPr>
                <a:t># then, on each VM:</a:t>
              </a:r>
              <a:br>
                <a:rPr lang="en-PK" dirty="0">
                  <a:solidFill>
                    <a:schemeClr val="bg1">
                      <a:lumMod val="65000"/>
                    </a:schemeClr>
                  </a:solidFill>
                </a:rPr>
              </a:br>
              <a:r>
                <a:rPr lang="en-PK" dirty="0">
                  <a:solidFill>
                    <a:schemeClr val="bg1"/>
                  </a:solidFill>
                </a:rPr>
                <a:t>$ curl -</a:t>
              </a:r>
              <a:r>
                <a:rPr lang="en-PK" dirty="0" err="1">
                  <a:solidFill>
                    <a:schemeClr val="bg1"/>
                  </a:solidFill>
                </a:rPr>
                <a:t>fsSL</a:t>
              </a:r>
              <a:r>
                <a:rPr lang="en-PK" dirty="0">
                  <a:solidFill>
                    <a:schemeClr val="bg1"/>
                  </a:solidFill>
                </a:rPr>
                <a:t> get.docker.com | </a:t>
              </a:r>
              <a:r>
                <a:rPr lang="en-PK" dirty="0" err="1">
                  <a:solidFill>
                    <a:schemeClr val="bg1"/>
                  </a:solidFill>
                </a:rPr>
                <a:t>sh</a:t>
              </a:r>
              <a:br>
                <a:rPr lang="en-PK" dirty="0">
                  <a:solidFill>
                    <a:schemeClr val="bg1"/>
                  </a:solidFill>
                </a:rPr>
              </a:br>
              <a:br>
                <a:rPr lang="en-PK" dirty="0">
                  <a:solidFill>
                    <a:schemeClr val="bg1"/>
                  </a:solidFill>
                </a:rPr>
              </a:br>
              <a:r>
                <a:rPr lang="en-PK" dirty="0">
                  <a:solidFill>
                    <a:schemeClr val="bg1">
                      <a:lumMod val="65000"/>
                    </a:schemeClr>
                  </a:solidFill>
                </a:rPr>
                <a:t># me-south-1 = Bahrain</a:t>
              </a:r>
              <a:r>
                <a:rPr lang="en-US" dirty="0">
                  <a:solidFill>
                    <a:schemeClr val="bg1">
                      <a:lumMod val="65000"/>
                    </a:schemeClr>
                  </a:solidFill>
                </a:rPr>
                <a:t>,</a:t>
              </a:r>
              <a:r>
                <a:rPr lang="en-PK" dirty="0">
                  <a:solidFill>
                    <a:schemeClr val="bg1">
                      <a:lumMod val="65000"/>
                    </a:schemeClr>
                  </a:solidFill>
                </a:rPr>
                <a:t> </a:t>
              </a:r>
              <a:r>
                <a:rPr lang="en-US" dirty="0">
                  <a:solidFill>
                    <a:schemeClr val="bg1">
                      <a:lumMod val="65000"/>
                    </a:schemeClr>
                  </a:solidFill>
                </a:rPr>
                <a:t>i.e. the</a:t>
              </a:r>
              <a:r>
                <a:rPr lang="en-PK" dirty="0">
                  <a:solidFill>
                    <a:schemeClr val="bg1">
                      <a:lumMod val="65000"/>
                    </a:schemeClr>
                  </a:solidFill>
                </a:rPr>
                <a:t> closest region to us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B7CAF-DB46-D8DA-B41B-D137DC6D31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4FA45E-E959-101B-3209-683AF2CBA6DB}"/>
              </a:ext>
            </a:extLst>
          </p:cNvPr>
          <p:cNvSpPr/>
          <p:nvPr/>
        </p:nvSpPr>
        <p:spPr>
          <a:xfrm>
            <a:off x="762000" y="1275060"/>
            <a:ext cx="5321806" cy="228600"/>
          </a:xfrm>
          <a:prstGeom prst="rect">
            <a:avLst/>
          </a:prstGeom>
          <a:noFill/>
          <a:ln/>
        </p:spPr>
        <p:txBody>
          <a:bodyPr wrap="square" lIns="16933" tIns="16933" rIns="16933" bIns="16933" rtlCol="0" anchor="t">
            <a:normAutofit/>
          </a:bodyPr>
          <a:lstStyle/>
          <a:p>
            <a:r>
              <a:rPr lang="en-US" sz="1200" kern="0" spc="192" dirty="0">
                <a:solidFill>
                  <a:srgbClr val="167A5B"/>
                </a:solidFill>
                <a:latin typeface="Courier New" pitchFamily="34" charset="0"/>
                <a:ea typeface="Courier New" pitchFamily="34" charset="-122"/>
                <a:cs typeface="Courier New" pitchFamily="34" charset="-120"/>
              </a:rPr>
              <a:t>DEPLOY · STEP 2</a:t>
            </a:r>
            <a:endParaRPr lang="en-US" sz="1200" dirty="0"/>
          </a:p>
        </p:txBody>
      </p:sp>
      <p:sp>
        <p:nvSpPr>
          <p:cNvPr id="3" name="Text 1">
            <a:extLst>
              <a:ext uri="{FF2B5EF4-FFF2-40B4-BE49-F238E27FC236}">
                <a16:creationId xmlns:a16="http://schemas.microsoft.com/office/drawing/2014/main" id="{9C689719-759D-24B5-ED24-E905332184DB}"/>
              </a:ext>
            </a:extLst>
          </p:cNvPr>
          <p:cNvSpPr/>
          <p:nvPr/>
        </p:nvSpPr>
        <p:spPr>
          <a:xfrm>
            <a:off x="762000" y="2075160"/>
            <a:ext cx="5105469" cy="494705"/>
          </a:xfrm>
          <a:prstGeom prst="rect">
            <a:avLst/>
          </a:prstGeom>
          <a:noFill/>
          <a:ln/>
        </p:spPr>
        <p:txBody>
          <a:bodyPr wrap="square" lIns="16933" tIns="16933" rIns="16933" bIns="16933" rtlCol="0" anchor="t">
            <a:normAutofit fontScale="92500" lnSpcReduction="10000"/>
          </a:bodyPr>
          <a:lstStyle/>
          <a:p>
            <a:pPr>
              <a:lnSpc>
                <a:spcPct val="98560"/>
              </a:lnSpc>
            </a:pPr>
            <a:r>
              <a:rPr lang="en-US" sz="3300" b="1" dirty="0">
                <a:solidFill>
                  <a:srgbClr val="1A1D1B"/>
                </a:solidFill>
                <a:latin typeface="Georgia" pitchFamily="34" charset="0"/>
                <a:ea typeface="Georgia" pitchFamily="34" charset="-122"/>
                <a:cs typeface="Georgia" pitchFamily="34" charset="-120"/>
              </a:rPr>
              <a:t>One composer per VM</a:t>
            </a:r>
            <a:endParaRPr lang="en-US" sz="3300" dirty="0"/>
          </a:p>
        </p:txBody>
      </p:sp>
      <p:sp>
        <p:nvSpPr>
          <p:cNvPr id="4" name="Text 2">
            <a:extLst>
              <a:ext uri="{FF2B5EF4-FFF2-40B4-BE49-F238E27FC236}">
                <a16:creationId xmlns:a16="http://schemas.microsoft.com/office/drawing/2014/main" id="{798104A7-E2AA-CF26-E95F-597204C66CA1}"/>
              </a:ext>
            </a:extLst>
          </p:cNvPr>
          <p:cNvSpPr/>
          <p:nvPr/>
        </p:nvSpPr>
        <p:spPr>
          <a:xfrm>
            <a:off x="762000" y="2798465"/>
            <a:ext cx="5066324" cy="968375"/>
          </a:xfrm>
          <a:prstGeom prst="rect">
            <a:avLst/>
          </a:prstGeom>
          <a:noFill/>
          <a:ln/>
        </p:spPr>
        <p:txBody>
          <a:bodyPr wrap="square" lIns="16933" tIns="16933" rIns="16933" bIns="16933" rtlCol="0" anchor="t">
            <a:normAutofit/>
          </a:bodyPr>
          <a:lstStyle/>
          <a:p>
            <a:r>
              <a:rPr lang="en-PK" dirty="0"/>
              <a:t>Each VM gets a docker-</a:t>
            </a:r>
            <a:r>
              <a:rPr lang="en-PK" dirty="0" err="1"/>
              <a:t>compose.yml</a:t>
            </a:r>
            <a:r>
              <a:rPr lang="en-PK" dirty="0"/>
              <a:t>: the service container </a:t>
            </a:r>
            <a:r>
              <a:rPr lang="en-PK" b="1" dirty="0"/>
              <a:t>plus its private database</a:t>
            </a:r>
            <a:r>
              <a:rPr lang="en-PK" dirty="0"/>
              <a:t>, side by side. The entire deployment is one command.</a:t>
            </a:r>
          </a:p>
        </p:txBody>
      </p:sp>
      <p:grpSp>
        <p:nvGrpSpPr>
          <p:cNvPr id="16" name="Group 15">
            <a:extLst>
              <a:ext uri="{FF2B5EF4-FFF2-40B4-BE49-F238E27FC236}">
                <a16:creationId xmlns:a16="http://schemas.microsoft.com/office/drawing/2014/main" id="{D34A38FF-39C9-1044-35A6-66A1C95853DE}"/>
              </a:ext>
            </a:extLst>
          </p:cNvPr>
          <p:cNvGrpSpPr/>
          <p:nvPr/>
        </p:nvGrpSpPr>
        <p:grpSpPr>
          <a:xfrm>
            <a:off x="5995492" y="1954808"/>
            <a:ext cx="5434409" cy="3721199"/>
            <a:chOff x="5995492" y="1568351"/>
            <a:chExt cx="5434409" cy="3721199"/>
          </a:xfrm>
        </p:grpSpPr>
        <p:sp>
          <p:nvSpPr>
            <p:cNvPr id="17" name="Shape 10">
              <a:extLst>
                <a:ext uri="{FF2B5EF4-FFF2-40B4-BE49-F238E27FC236}">
                  <a16:creationId xmlns:a16="http://schemas.microsoft.com/office/drawing/2014/main" id="{9948F9D7-EFF8-E091-635B-401C6B3941C3}"/>
                </a:ext>
              </a:extLst>
            </p:cNvPr>
            <p:cNvSpPr/>
            <p:nvPr/>
          </p:nvSpPr>
          <p:spPr>
            <a:xfrm>
              <a:off x="5995492" y="1568351"/>
              <a:ext cx="5434409" cy="3721199"/>
            </a:xfrm>
            <a:prstGeom prst="roundRect">
              <a:avLst>
                <a:gd name="adj" fmla="val 2730"/>
              </a:avLst>
            </a:prstGeom>
            <a:solidFill>
              <a:srgbClr val="10201A"/>
            </a:solidFill>
            <a:ln/>
          </p:spPr>
          <p:txBody>
            <a:bodyPr/>
            <a:lstStyle/>
            <a:p>
              <a:endParaRPr lang="en-GB" sz="1200"/>
            </a:p>
          </p:txBody>
        </p:sp>
        <p:sp>
          <p:nvSpPr>
            <p:cNvPr id="18" name="Text 11">
              <a:extLst>
                <a:ext uri="{FF2B5EF4-FFF2-40B4-BE49-F238E27FC236}">
                  <a16:creationId xmlns:a16="http://schemas.microsoft.com/office/drawing/2014/main" id="{A33F0D93-3292-A34F-B9B7-3126F712F24C}"/>
                </a:ext>
              </a:extLst>
            </p:cNvPr>
            <p:cNvSpPr/>
            <p:nvPr/>
          </p:nvSpPr>
          <p:spPr>
            <a:xfrm>
              <a:off x="6325692" y="1873151"/>
              <a:ext cx="4937041" cy="3136999"/>
            </a:xfrm>
            <a:prstGeom prst="rect">
              <a:avLst/>
            </a:prstGeom>
            <a:noFill/>
            <a:ln/>
          </p:spPr>
          <p:txBody>
            <a:bodyPr wrap="none" lIns="16933" tIns="16933" rIns="16933" bIns="16933" rtlCol="0" anchor="t">
              <a:normAutofit fontScale="92500" lnSpcReduction="20000"/>
            </a:bodyPr>
            <a:lstStyle/>
            <a:p>
              <a:r>
                <a:rPr lang="en-PK" dirty="0">
                  <a:solidFill>
                    <a:schemeClr val="bg1">
                      <a:lumMod val="65000"/>
                    </a:schemeClr>
                  </a:solidFill>
                </a:rPr>
                <a:t># wallet-</a:t>
              </a:r>
              <a:r>
                <a:rPr lang="en-PK" dirty="0" err="1">
                  <a:solidFill>
                    <a:schemeClr val="bg1">
                      <a:lumMod val="65000"/>
                    </a:schemeClr>
                  </a:solidFill>
                </a:rPr>
                <a:t>vm</a:t>
              </a:r>
              <a:r>
                <a:rPr lang="en-PK" dirty="0">
                  <a:solidFill>
                    <a:schemeClr val="bg1">
                      <a:lumMod val="65000"/>
                    </a:schemeClr>
                  </a:solidFill>
                </a:rPr>
                <a:t> — docker-</a:t>
              </a:r>
              <a:r>
                <a:rPr lang="en-PK" dirty="0" err="1">
                  <a:solidFill>
                    <a:schemeClr val="bg1">
                      <a:lumMod val="65000"/>
                    </a:schemeClr>
                  </a:solidFill>
                </a:rPr>
                <a:t>compose.yml</a:t>
              </a:r>
              <a:br>
                <a:rPr lang="en-PK" dirty="0">
                  <a:solidFill>
                    <a:schemeClr val="bg1">
                      <a:lumMod val="65000"/>
                    </a:schemeClr>
                  </a:solidFill>
                </a:rPr>
              </a:br>
              <a:r>
                <a:rPr lang="en-PK" dirty="0">
                  <a:solidFill>
                    <a:schemeClr val="bg1"/>
                  </a:solidFill>
                </a:rPr>
                <a:t>services:</a:t>
              </a:r>
              <a:br>
                <a:rPr lang="en-PK" dirty="0">
                  <a:solidFill>
                    <a:schemeClr val="bg1"/>
                  </a:solidFill>
                </a:rPr>
              </a:br>
              <a:r>
                <a:rPr lang="en-PK" dirty="0">
                  <a:solidFill>
                    <a:schemeClr val="bg1"/>
                  </a:solidFill>
                </a:rPr>
                <a:t>  wallet:</a:t>
              </a:r>
              <a:br>
                <a:rPr lang="en-PK" dirty="0">
                  <a:solidFill>
                    <a:schemeClr val="bg1"/>
                  </a:solidFill>
                </a:rPr>
              </a:br>
              <a:r>
                <a:rPr lang="en-PK" dirty="0">
                  <a:solidFill>
                    <a:schemeClr val="bg1"/>
                  </a:solidFill>
                </a:rPr>
                <a:t>    image: </a:t>
              </a:r>
              <a:r>
                <a:rPr lang="en-PK" dirty="0" err="1">
                  <a:solidFill>
                    <a:schemeClr val="bg1"/>
                  </a:solidFill>
                </a:rPr>
                <a:t>minicareem</a:t>
              </a:r>
              <a:r>
                <a:rPr lang="en-PK" dirty="0">
                  <a:solidFill>
                    <a:schemeClr val="bg1"/>
                  </a:solidFill>
                </a:rPr>
                <a:t>/wallet:1.0</a:t>
              </a:r>
              <a:br>
                <a:rPr lang="en-PK" dirty="0">
                  <a:solidFill>
                    <a:schemeClr val="bg1"/>
                  </a:solidFill>
                </a:rPr>
              </a:br>
              <a:r>
                <a:rPr lang="en-PK" dirty="0">
                  <a:solidFill>
                    <a:schemeClr val="bg1"/>
                  </a:solidFill>
                </a:rPr>
                <a:t>    ports: ["8080:8080"]</a:t>
              </a:r>
              <a:br>
                <a:rPr lang="en-PK" dirty="0">
                  <a:solidFill>
                    <a:schemeClr val="bg1"/>
                  </a:solidFill>
                </a:rPr>
              </a:br>
              <a:r>
                <a:rPr lang="en-PK" dirty="0">
                  <a:solidFill>
                    <a:schemeClr val="bg1"/>
                  </a:solidFill>
                </a:rPr>
                <a:t>    environment:</a:t>
              </a:r>
              <a:br>
                <a:rPr lang="en-PK" dirty="0">
                  <a:solidFill>
                    <a:schemeClr val="bg1"/>
                  </a:solidFill>
                </a:rPr>
              </a:br>
              <a:r>
                <a:rPr lang="en-PK" dirty="0">
                  <a:solidFill>
                    <a:schemeClr val="bg1"/>
                  </a:solidFill>
                </a:rPr>
                <a:t>      DB_URL: </a:t>
              </a:r>
              <a:r>
                <a:rPr lang="en-PK" dirty="0" err="1">
                  <a:solidFill>
                    <a:schemeClr val="bg1"/>
                  </a:solidFill>
                </a:rPr>
                <a:t>jdbc:mysql</a:t>
              </a:r>
              <a:r>
                <a:rPr lang="en-PK" dirty="0">
                  <a:solidFill>
                    <a:schemeClr val="bg1"/>
                  </a:solidFill>
                </a:rPr>
                <a:t>://db:3306/wallet</a:t>
              </a:r>
              <a:br>
                <a:rPr lang="en-PK" dirty="0">
                  <a:solidFill>
                    <a:schemeClr val="bg1"/>
                  </a:solidFill>
                </a:rPr>
              </a:br>
              <a:r>
                <a:rPr lang="en-PK" dirty="0">
                  <a:solidFill>
                    <a:schemeClr val="bg1"/>
                  </a:solidFill>
                </a:rPr>
                <a:t>    restart: always</a:t>
              </a:r>
              <a:br>
                <a:rPr lang="en-PK" dirty="0">
                  <a:solidFill>
                    <a:schemeClr val="bg1"/>
                  </a:solidFill>
                </a:rPr>
              </a:br>
              <a:r>
                <a:rPr lang="en-PK" dirty="0">
                  <a:solidFill>
                    <a:schemeClr val="bg1"/>
                  </a:solidFill>
                </a:rPr>
                <a:t>  </a:t>
              </a:r>
              <a:r>
                <a:rPr lang="en-PK" dirty="0" err="1">
                  <a:solidFill>
                    <a:schemeClr val="bg1"/>
                  </a:solidFill>
                </a:rPr>
                <a:t>db</a:t>
              </a:r>
              <a:r>
                <a:rPr lang="en-PK" dirty="0">
                  <a:solidFill>
                    <a:schemeClr val="bg1"/>
                  </a:solidFill>
                </a:rPr>
                <a:t>:</a:t>
              </a:r>
              <a:br>
                <a:rPr lang="en-PK" dirty="0">
                  <a:solidFill>
                    <a:schemeClr val="bg1"/>
                  </a:solidFill>
                </a:rPr>
              </a:br>
              <a:r>
                <a:rPr lang="en-PK" dirty="0">
                  <a:solidFill>
                    <a:schemeClr val="bg1"/>
                  </a:solidFill>
                </a:rPr>
                <a:t>    image: mysql:8</a:t>
              </a:r>
              <a:br>
                <a:rPr lang="en-PK" dirty="0">
                  <a:solidFill>
                    <a:schemeClr val="bg1"/>
                  </a:solidFill>
                </a:rPr>
              </a:br>
              <a:r>
                <a:rPr lang="en-PK" dirty="0">
                  <a:solidFill>
                    <a:schemeClr val="bg1">
                      <a:lumMod val="65000"/>
                    </a:schemeClr>
                  </a:solidFill>
                </a:rPr>
                <a:t>    # no ports: — private to this VM</a:t>
              </a:r>
              <a:br>
                <a:rPr lang="en-PK" dirty="0">
                  <a:solidFill>
                    <a:schemeClr val="bg1">
                      <a:lumMod val="65000"/>
                    </a:schemeClr>
                  </a:solidFill>
                </a:rPr>
              </a:br>
              <a:br>
                <a:rPr lang="en-PK" dirty="0">
                  <a:solidFill>
                    <a:schemeClr val="bg1"/>
                  </a:solidFill>
                </a:rPr>
              </a:br>
              <a:r>
                <a:rPr lang="en-PK" dirty="0">
                  <a:solidFill>
                    <a:schemeClr val="bg1"/>
                  </a:solidFill>
                </a:rPr>
                <a:t>$ docker compose up -d</a:t>
              </a:r>
              <a:br>
                <a:rPr lang="en-PK" dirty="0">
                  <a:solidFill>
                    <a:schemeClr val="bg1"/>
                  </a:solidFill>
                </a:rPr>
              </a:br>
              <a:r>
                <a:rPr lang="en-PK" dirty="0">
                  <a:solidFill>
                    <a:schemeClr val="bg1"/>
                  </a:solidFill>
                </a:rPr>
                <a:t>✔ wallet  ✔ </a:t>
              </a:r>
              <a:r>
                <a:rPr lang="en-PK" dirty="0" err="1">
                  <a:solidFill>
                    <a:schemeClr val="bg1"/>
                  </a:solidFill>
                </a:rPr>
                <a:t>db</a:t>
              </a:r>
              <a:r>
                <a:rPr lang="en-PK" dirty="0">
                  <a:solidFill>
                    <a:schemeClr val="bg1"/>
                  </a:solidFill>
                </a:rPr>
                <a:t> — running</a:t>
              </a:r>
            </a:p>
          </p:txBody>
        </p:sp>
      </p:grpSp>
      <p:grpSp>
        <p:nvGrpSpPr>
          <p:cNvPr id="14" name="Group 13">
            <a:extLst>
              <a:ext uri="{FF2B5EF4-FFF2-40B4-BE49-F238E27FC236}">
                <a16:creationId xmlns:a16="http://schemas.microsoft.com/office/drawing/2014/main" id="{E240C5CE-9E16-21C8-57E8-66719EBE1276}"/>
              </a:ext>
            </a:extLst>
          </p:cNvPr>
          <p:cNvGrpSpPr/>
          <p:nvPr/>
        </p:nvGrpSpPr>
        <p:grpSpPr>
          <a:xfrm>
            <a:off x="761999" y="4266307"/>
            <a:ext cx="5105469" cy="247650"/>
            <a:chOff x="762000" y="4382492"/>
            <a:chExt cx="4491713" cy="247650"/>
          </a:xfrm>
        </p:grpSpPr>
        <p:sp>
          <p:nvSpPr>
            <p:cNvPr id="15" name="Text 4">
              <a:extLst>
                <a:ext uri="{FF2B5EF4-FFF2-40B4-BE49-F238E27FC236}">
                  <a16:creationId xmlns:a16="http://schemas.microsoft.com/office/drawing/2014/main" id="{FBD40C3B-9D1B-C3FC-167C-00E12F980687}"/>
                </a:ext>
              </a:extLst>
            </p:cNvPr>
            <p:cNvSpPr/>
            <p:nvPr/>
          </p:nvSpPr>
          <p:spPr>
            <a:xfrm>
              <a:off x="762000" y="4382492"/>
              <a:ext cx="174526" cy="247650"/>
            </a:xfrm>
            <a:prstGeom prst="rect">
              <a:avLst/>
            </a:prstGeom>
            <a:noFill/>
            <a:ln/>
          </p:spPr>
          <p:txBody>
            <a:bodyPr wrap="square" lIns="16933" tIns="16933" rIns="16933" bIns="16933" rtlCol="0" anchor="t">
              <a:noAutofit/>
            </a:bodyPr>
            <a:lstStyle/>
            <a:p>
              <a:r>
                <a:rPr lang="en-US" sz="1700" b="1" dirty="0">
                  <a:solidFill>
                    <a:srgbClr val="2E4D82"/>
                  </a:solidFill>
                  <a:latin typeface="Arial" pitchFamily="34" charset="0"/>
                  <a:ea typeface="Arial" pitchFamily="34" charset="-122"/>
                  <a:cs typeface="Arial" pitchFamily="34" charset="-120"/>
                </a:rPr>
                <a:t>✓</a:t>
              </a:r>
              <a:endParaRPr lang="en-US" sz="1700" dirty="0"/>
            </a:p>
          </p:txBody>
        </p:sp>
        <p:sp>
          <p:nvSpPr>
            <p:cNvPr id="19" name="Text 5">
              <a:extLst>
                <a:ext uri="{FF2B5EF4-FFF2-40B4-BE49-F238E27FC236}">
                  <a16:creationId xmlns:a16="http://schemas.microsoft.com/office/drawing/2014/main" id="{40331DBB-7BD7-6351-95A6-7B95C6EB7CFA}"/>
                </a:ext>
              </a:extLst>
            </p:cNvPr>
            <p:cNvSpPr/>
            <p:nvPr/>
          </p:nvSpPr>
          <p:spPr>
            <a:xfrm>
              <a:off x="1012726" y="4382492"/>
              <a:ext cx="4240987" cy="247650"/>
            </a:xfrm>
            <a:prstGeom prst="rect">
              <a:avLst/>
            </a:prstGeom>
            <a:noFill/>
            <a:ln/>
          </p:spPr>
          <p:txBody>
            <a:bodyPr wrap="square" lIns="16933" tIns="16933" rIns="16933" bIns="16933" rtlCol="0" anchor="t">
              <a:noAutofit/>
            </a:bodyPr>
            <a:lstStyle/>
            <a:p>
              <a:r>
                <a:rPr lang="en-PK" sz="1700" dirty="0"/>
                <a:t>Config environment: same file </a:t>
              </a:r>
              <a:r>
                <a:rPr lang="en-US" sz="1700" dirty="0"/>
                <a:t>can </a:t>
              </a:r>
              <a:r>
                <a:rPr lang="en-PK" sz="1700" dirty="0"/>
                <a:t>run on your laptop</a:t>
              </a:r>
              <a:endParaRPr lang="en-US" sz="1700" dirty="0"/>
            </a:p>
          </p:txBody>
        </p:sp>
      </p:grpSp>
      <p:grpSp>
        <p:nvGrpSpPr>
          <p:cNvPr id="20" name="Group 19">
            <a:extLst>
              <a:ext uri="{FF2B5EF4-FFF2-40B4-BE49-F238E27FC236}">
                <a16:creationId xmlns:a16="http://schemas.microsoft.com/office/drawing/2014/main" id="{7CFF8ED0-F859-ADAC-61CD-2498895A055C}"/>
              </a:ext>
            </a:extLst>
          </p:cNvPr>
          <p:cNvGrpSpPr/>
          <p:nvPr/>
        </p:nvGrpSpPr>
        <p:grpSpPr>
          <a:xfrm>
            <a:off x="761999" y="4602857"/>
            <a:ext cx="5105469" cy="247650"/>
            <a:chOff x="762000" y="4719042"/>
            <a:chExt cx="4885492" cy="247650"/>
          </a:xfrm>
        </p:grpSpPr>
        <p:sp>
          <p:nvSpPr>
            <p:cNvPr id="21" name="Text 6">
              <a:extLst>
                <a:ext uri="{FF2B5EF4-FFF2-40B4-BE49-F238E27FC236}">
                  <a16:creationId xmlns:a16="http://schemas.microsoft.com/office/drawing/2014/main" id="{28C8D0C1-A47F-A7B0-EED4-CEC539228E28}"/>
                </a:ext>
              </a:extLst>
            </p:cNvPr>
            <p:cNvSpPr/>
            <p:nvPr/>
          </p:nvSpPr>
          <p:spPr>
            <a:xfrm>
              <a:off x="762000" y="4719042"/>
              <a:ext cx="174526" cy="247650"/>
            </a:xfrm>
            <a:prstGeom prst="rect">
              <a:avLst/>
            </a:prstGeom>
            <a:noFill/>
            <a:ln/>
          </p:spPr>
          <p:txBody>
            <a:bodyPr wrap="square" lIns="16933" tIns="16933" rIns="16933" bIns="16933" rtlCol="0" anchor="t">
              <a:noAutofit/>
            </a:bodyPr>
            <a:lstStyle/>
            <a:p>
              <a:r>
                <a:rPr lang="en-US" sz="1700" b="1" dirty="0">
                  <a:solidFill>
                    <a:srgbClr val="2E4D82"/>
                  </a:solidFill>
                  <a:latin typeface="Arial" pitchFamily="34" charset="0"/>
                  <a:ea typeface="Arial" pitchFamily="34" charset="-122"/>
                  <a:cs typeface="Arial" pitchFamily="34" charset="-120"/>
                </a:rPr>
                <a:t>✓</a:t>
              </a:r>
              <a:endParaRPr lang="en-US" sz="1700" dirty="0"/>
            </a:p>
          </p:txBody>
        </p:sp>
        <p:sp>
          <p:nvSpPr>
            <p:cNvPr id="22" name="Text 7">
              <a:extLst>
                <a:ext uri="{FF2B5EF4-FFF2-40B4-BE49-F238E27FC236}">
                  <a16:creationId xmlns:a16="http://schemas.microsoft.com/office/drawing/2014/main" id="{6D730121-CD5E-D588-3B05-01D80AAB5275}"/>
                </a:ext>
              </a:extLst>
            </p:cNvPr>
            <p:cNvSpPr/>
            <p:nvPr/>
          </p:nvSpPr>
          <p:spPr>
            <a:xfrm>
              <a:off x="1012726" y="4719042"/>
              <a:ext cx="4634766" cy="247650"/>
            </a:xfrm>
            <a:prstGeom prst="rect">
              <a:avLst/>
            </a:prstGeom>
            <a:noFill/>
            <a:ln/>
          </p:spPr>
          <p:txBody>
            <a:bodyPr wrap="square" lIns="16933" tIns="16933" rIns="16933" bIns="16933" rtlCol="0" anchor="t">
              <a:noAutofit/>
            </a:bodyPr>
            <a:lstStyle/>
            <a:p>
              <a:r>
                <a:rPr lang="en-PK" sz="1700" b="1" dirty="0"/>
                <a:t>restart</a:t>
              </a:r>
              <a:r>
                <a:rPr lang="en-PK" sz="1700" dirty="0"/>
                <a:t>: always survives crashes and reboots</a:t>
              </a:r>
            </a:p>
            <a:p>
              <a:endParaRPr lang="en-US" sz="1700" dirty="0"/>
            </a:p>
          </p:txBody>
        </p:sp>
      </p:grpSp>
      <p:grpSp>
        <p:nvGrpSpPr>
          <p:cNvPr id="23" name="Group 22">
            <a:extLst>
              <a:ext uri="{FF2B5EF4-FFF2-40B4-BE49-F238E27FC236}">
                <a16:creationId xmlns:a16="http://schemas.microsoft.com/office/drawing/2014/main" id="{E9E8CE82-C2B6-C678-66D9-9E3EBEBD9E2D}"/>
              </a:ext>
            </a:extLst>
          </p:cNvPr>
          <p:cNvGrpSpPr/>
          <p:nvPr/>
        </p:nvGrpSpPr>
        <p:grpSpPr>
          <a:xfrm>
            <a:off x="761999" y="4939407"/>
            <a:ext cx="5105469" cy="457200"/>
            <a:chOff x="762000" y="5055592"/>
            <a:chExt cx="4859735" cy="457200"/>
          </a:xfrm>
        </p:grpSpPr>
        <p:sp>
          <p:nvSpPr>
            <p:cNvPr id="24" name="Text 8">
              <a:extLst>
                <a:ext uri="{FF2B5EF4-FFF2-40B4-BE49-F238E27FC236}">
                  <a16:creationId xmlns:a16="http://schemas.microsoft.com/office/drawing/2014/main" id="{A938FA69-F61B-CD81-1751-0ECB35DE653F}"/>
                </a:ext>
              </a:extLst>
            </p:cNvPr>
            <p:cNvSpPr/>
            <p:nvPr/>
          </p:nvSpPr>
          <p:spPr>
            <a:xfrm>
              <a:off x="762000" y="5055592"/>
              <a:ext cx="174526" cy="457200"/>
            </a:xfrm>
            <a:prstGeom prst="rect">
              <a:avLst/>
            </a:prstGeom>
            <a:noFill/>
            <a:ln/>
          </p:spPr>
          <p:txBody>
            <a:bodyPr wrap="square" lIns="16933" tIns="16933" rIns="16933" bIns="16933" rtlCol="0" anchor="t">
              <a:normAutofit/>
            </a:bodyPr>
            <a:lstStyle/>
            <a:p>
              <a:r>
                <a:rPr lang="en-US" sz="1700" b="1" dirty="0">
                  <a:solidFill>
                    <a:srgbClr val="2E4D82"/>
                  </a:solidFill>
                  <a:latin typeface="Arial" pitchFamily="34" charset="0"/>
                  <a:ea typeface="Arial" pitchFamily="34" charset="-122"/>
                  <a:cs typeface="Arial" pitchFamily="34" charset="-120"/>
                </a:rPr>
                <a:t>✓</a:t>
              </a:r>
              <a:endParaRPr lang="en-US" sz="1700" dirty="0"/>
            </a:p>
          </p:txBody>
        </p:sp>
        <p:sp>
          <p:nvSpPr>
            <p:cNvPr id="25" name="Text 9">
              <a:extLst>
                <a:ext uri="{FF2B5EF4-FFF2-40B4-BE49-F238E27FC236}">
                  <a16:creationId xmlns:a16="http://schemas.microsoft.com/office/drawing/2014/main" id="{C0F99917-437B-7835-970D-2AA0720BA117}"/>
                </a:ext>
              </a:extLst>
            </p:cNvPr>
            <p:cNvSpPr/>
            <p:nvPr/>
          </p:nvSpPr>
          <p:spPr>
            <a:xfrm>
              <a:off x="1012726" y="5055592"/>
              <a:ext cx="4609009" cy="457200"/>
            </a:xfrm>
            <a:prstGeom prst="rect">
              <a:avLst/>
            </a:prstGeom>
            <a:noFill/>
            <a:ln/>
          </p:spPr>
          <p:txBody>
            <a:bodyPr wrap="square" lIns="16933" tIns="16933" rIns="16933" bIns="16933" rtlCol="0" anchor="t">
              <a:noAutofit/>
            </a:bodyPr>
            <a:lstStyle/>
            <a:p>
              <a:r>
                <a:rPr lang="en-PK" sz="1700" dirty="0"/>
                <a:t>MySQL's port stays inside the VM </a:t>
              </a:r>
              <a:r>
                <a:rPr lang="en-US" sz="1700" dirty="0"/>
                <a:t>and not opened</a:t>
              </a:r>
              <a:r>
                <a:rPr lang="en-PK" sz="1700" dirty="0"/>
                <a:t> publicly</a:t>
              </a:r>
            </a:p>
          </p:txBody>
        </p:sp>
      </p:grpSp>
    </p:spTree>
    <p:extLst>
      <p:ext uri="{BB962C8B-B14F-4D97-AF65-F5344CB8AC3E}">
        <p14:creationId xmlns:p14="http://schemas.microsoft.com/office/powerpoint/2010/main" val="4263487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AE025-E89C-9E41-5524-F2D1AA66361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55EE713-5ED7-9079-E096-B32A453C53FA}"/>
              </a:ext>
            </a:extLst>
          </p:cNvPr>
          <p:cNvSpPr/>
          <p:nvPr/>
        </p:nvSpPr>
        <p:spPr>
          <a:xfrm>
            <a:off x="762000" y="1275060"/>
            <a:ext cx="5321806" cy="228600"/>
          </a:xfrm>
          <a:prstGeom prst="rect">
            <a:avLst/>
          </a:prstGeom>
          <a:noFill/>
          <a:ln/>
        </p:spPr>
        <p:txBody>
          <a:bodyPr wrap="square" lIns="16933" tIns="16933" rIns="16933" bIns="16933" rtlCol="0" anchor="t">
            <a:normAutofit/>
          </a:bodyPr>
          <a:lstStyle/>
          <a:p>
            <a:r>
              <a:rPr lang="en-US" sz="1200" kern="0" spc="192" dirty="0">
                <a:solidFill>
                  <a:srgbClr val="167A5B"/>
                </a:solidFill>
                <a:latin typeface="Courier New" pitchFamily="34" charset="0"/>
                <a:ea typeface="Courier New" pitchFamily="34" charset="-122"/>
                <a:cs typeface="Courier New" pitchFamily="34" charset="-120"/>
              </a:rPr>
              <a:t>DEPLOY · STEP 3</a:t>
            </a:r>
            <a:endParaRPr lang="en-US" sz="1200" dirty="0"/>
          </a:p>
        </p:txBody>
      </p:sp>
      <p:sp>
        <p:nvSpPr>
          <p:cNvPr id="3" name="Text 1">
            <a:extLst>
              <a:ext uri="{FF2B5EF4-FFF2-40B4-BE49-F238E27FC236}">
                <a16:creationId xmlns:a16="http://schemas.microsoft.com/office/drawing/2014/main" id="{8429BE1A-7F45-E9B4-5382-892EFA9163A8}"/>
              </a:ext>
            </a:extLst>
          </p:cNvPr>
          <p:cNvSpPr/>
          <p:nvPr/>
        </p:nvSpPr>
        <p:spPr>
          <a:xfrm>
            <a:off x="762000" y="2075160"/>
            <a:ext cx="5105469" cy="494705"/>
          </a:xfrm>
          <a:prstGeom prst="rect">
            <a:avLst/>
          </a:prstGeom>
          <a:noFill/>
          <a:ln/>
        </p:spPr>
        <p:txBody>
          <a:bodyPr wrap="square" lIns="16933" tIns="16933" rIns="16933" bIns="16933" rtlCol="0" anchor="t">
            <a:normAutofit fontScale="92500" lnSpcReduction="10000"/>
          </a:bodyPr>
          <a:lstStyle/>
          <a:p>
            <a:pPr>
              <a:lnSpc>
                <a:spcPct val="98560"/>
              </a:lnSpc>
            </a:pPr>
            <a:r>
              <a:rPr lang="en-US" sz="3300" b="1" dirty="0">
                <a:solidFill>
                  <a:srgbClr val="1A1D1B"/>
                </a:solidFill>
                <a:latin typeface="Georgia" pitchFamily="34" charset="0"/>
                <a:ea typeface="Georgia" pitchFamily="34" charset="-122"/>
                <a:cs typeface="Georgia" pitchFamily="34" charset="-120"/>
              </a:rPr>
              <a:t>Gateway across VMs</a:t>
            </a:r>
            <a:endParaRPr lang="en-US" sz="3300" dirty="0"/>
          </a:p>
        </p:txBody>
      </p:sp>
      <p:sp>
        <p:nvSpPr>
          <p:cNvPr id="4" name="Text 2">
            <a:extLst>
              <a:ext uri="{FF2B5EF4-FFF2-40B4-BE49-F238E27FC236}">
                <a16:creationId xmlns:a16="http://schemas.microsoft.com/office/drawing/2014/main" id="{FDE5DE03-9ECC-18CE-67DE-28295FD251E6}"/>
              </a:ext>
            </a:extLst>
          </p:cNvPr>
          <p:cNvSpPr/>
          <p:nvPr/>
        </p:nvSpPr>
        <p:spPr>
          <a:xfrm>
            <a:off x="762000" y="2798465"/>
            <a:ext cx="5066324" cy="1250237"/>
          </a:xfrm>
          <a:prstGeom prst="rect">
            <a:avLst/>
          </a:prstGeom>
          <a:noFill/>
          <a:ln/>
        </p:spPr>
        <p:txBody>
          <a:bodyPr wrap="square" lIns="16933" tIns="16933" rIns="16933" bIns="16933" rtlCol="0" anchor="t">
            <a:normAutofit/>
          </a:bodyPr>
          <a:lstStyle/>
          <a:p>
            <a:r>
              <a:rPr lang="en-PK" dirty="0"/>
              <a:t>Nginx runs as a container on tracking-</a:t>
            </a:r>
            <a:r>
              <a:rPr lang="en-PK" dirty="0" err="1"/>
              <a:t>vm</a:t>
            </a:r>
            <a:r>
              <a:rPr lang="en-PK" dirty="0"/>
              <a:t> and proxies each path to the right </a:t>
            </a:r>
            <a:r>
              <a:rPr lang="en-PK" dirty="0" err="1"/>
              <a:t>VM's</a:t>
            </a:r>
            <a:r>
              <a:rPr lang="en-PK" dirty="0"/>
              <a:t> </a:t>
            </a:r>
            <a:r>
              <a:rPr lang="en-PK" b="1" dirty="0"/>
              <a:t>private IP</a:t>
            </a:r>
            <a:r>
              <a:rPr lang="en-PK" dirty="0"/>
              <a:t>. Only its :80 faces the internet </a:t>
            </a:r>
            <a:r>
              <a:rPr lang="en-US" dirty="0"/>
              <a:t>and</a:t>
            </a:r>
            <a:r>
              <a:rPr lang="en-PK" dirty="0"/>
              <a:t> every other port stays on the private network.</a:t>
            </a:r>
          </a:p>
        </p:txBody>
      </p:sp>
      <p:grpSp>
        <p:nvGrpSpPr>
          <p:cNvPr id="33" name="Group 32">
            <a:extLst>
              <a:ext uri="{FF2B5EF4-FFF2-40B4-BE49-F238E27FC236}">
                <a16:creationId xmlns:a16="http://schemas.microsoft.com/office/drawing/2014/main" id="{8C10377F-549D-DF2B-FA34-55D0F95C9CCC}"/>
              </a:ext>
            </a:extLst>
          </p:cNvPr>
          <p:cNvGrpSpPr/>
          <p:nvPr/>
        </p:nvGrpSpPr>
        <p:grpSpPr>
          <a:xfrm>
            <a:off x="762001" y="4130874"/>
            <a:ext cx="5050293" cy="1984871"/>
            <a:chOff x="762001" y="3982145"/>
            <a:chExt cx="5050293" cy="1984871"/>
          </a:xfrm>
        </p:grpSpPr>
        <p:sp>
          <p:nvSpPr>
            <p:cNvPr id="28" name="Shape 3">
              <a:extLst>
                <a:ext uri="{FF2B5EF4-FFF2-40B4-BE49-F238E27FC236}">
                  <a16:creationId xmlns:a16="http://schemas.microsoft.com/office/drawing/2014/main" id="{1DB71207-816F-F06F-911E-6D1FF762C025}"/>
                </a:ext>
              </a:extLst>
            </p:cNvPr>
            <p:cNvSpPr/>
            <p:nvPr/>
          </p:nvSpPr>
          <p:spPr>
            <a:xfrm>
              <a:off x="762001" y="3982145"/>
              <a:ext cx="4868267" cy="1984871"/>
            </a:xfrm>
            <a:prstGeom prst="roundRect">
              <a:avLst>
                <a:gd name="adj" fmla="val 4479"/>
              </a:avLst>
            </a:prstGeom>
            <a:solidFill>
              <a:srgbClr val="F9ECEA"/>
            </a:solidFill>
            <a:ln/>
          </p:spPr>
          <p:txBody>
            <a:bodyPr/>
            <a:lstStyle/>
            <a:p>
              <a:endParaRPr lang="en-GB" sz="1200">
                <a:solidFill>
                  <a:schemeClr val="tx1">
                    <a:lumMod val="85000"/>
                    <a:lumOff val="15000"/>
                  </a:schemeClr>
                </a:solidFill>
              </a:endParaRPr>
            </a:p>
          </p:txBody>
        </p:sp>
        <p:sp>
          <p:nvSpPr>
            <p:cNvPr id="30" name="Text 4">
              <a:extLst>
                <a:ext uri="{FF2B5EF4-FFF2-40B4-BE49-F238E27FC236}">
                  <a16:creationId xmlns:a16="http://schemas.microsoft.com/office/drawing/2014/main" id="{69147C0C-7A11-59D5-8FA4-4B805F2E5D3C}"/>
                </a:ext>
              </a:extLst>
            </p:cNvPr>
            <p:cNvSpPr/>
            <p:nvPr/>
          </p:nvSpPr>
          <p:spPr>
            <a:xfrm>
              <a:off x="1016000" y="4210745"/>
              <a:ext cx="4796294" cy="228600"/>
            </a:xfrm>
            <a:prstGeom prst="rect">
              <a:avLst/>
            </a:prstGeom>
            <a:noFill/>
            <a:ln/>
          </p:spPr>
          <p:txBody>
            <a:bodyPr wrap="square" lIns="16933" tIns="16933" rIns="16933" bIns="16933" rtlCol="0" anchor="t">
              <a:normAutofit/>
            </a:bodyPr>
            <a:lstStyle/>
            <a:p>
              <a:r>
                <a:rPr lang="en-US" sz="1200" kern="0" spc="144" dirty="0">
                  <a:solidFill>
                    <a:srgbClr val="B0483A"/>
                  </a:solidFill>
                  <a:latin typeface="Courier New" pitchFamily="34" charset="0"/>
                  <a:ea typeface="Courier New" pitchFamily="34" charset="-122"/>
                  <a:cs typeface="Courier New" pitchFamily="34" charset="-120"/>
                </a:rPr>
                <a:t>THE KILL TEST</a:t>
              </a:r>
              <a:endParaRPr lang="en-US" sz="1200" dirty="0"/>
            </a:p>
          </p:txBody>
        </p:sp>
        <p:sp>
          <p:nvSpPr>
            <p:cNvPr id="32" name="Text 5">
              <a:extLst>
                <a:ext uri="{FF2B5EF4-FFF2-40B4-BE49-F238E27FC236}">
                  <a16:creationId xmlns:a16="http://schemas.microsoft.com/office/drawing/2014/main" id="{CD99B8DD-B47A-E354-2FBF-D1B3A150722B}"/>
                </a:ext>
              </a:extLst>
            </p:cNvPr>
            <p:cNvSpPr/>
            <p:nvPr/>
          </p:nvSpPr>
          <p:spPr>
            <a:xfrm>
              <a:off x="1016001" y="4502845"/>
              <a:ext cx="4491075" cy="1260971"/>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When we run </a:t>
              </a:r>
              <a:r>
                <a:rPr lang="en-US" sz="1450" b="1" dirty="0">
                  <a:solidFill>
                    <a:schemeClr val="tx1">
                      <a:lumMod val="85000"/>
                      <a:lumOff val="15000"/>
                    </a:schemeClr>
                  </a:solidFill>
                  <a:latin typeface="Courier New" pitchFamily="34" charset="0"/>
                  <a:ea typeface="Courier New" pitchFamily="34" charset="-122"/>
                  <a:cs typeface="Courier New" pitchFamily="34" charset="-120"/>
                </a:rPr>
                <a:t>docker compose down </a:t>
              </a:r>
              <a:r>
                <a:rPr lang="en-US" sz="1650" b="1" dirty="0">
                  <a:solidFill>
                    <a:schemeClr val="tx1">
                      <a:lumMod val="85000"/>
                      <a:lumOff val="15000"/>
                    </a:schemeClr>
                  </a:solidFill>
                  <a:latin typeface="Arial" pitchFamily="34" charset="0"/>
                  <a:ea typeface="Arial" pitchFamily="34" charset="-122"/>
                  <a:cs typeface="Arial" pitchFamily="34" charset="-120"/>
                </a:rPr>
                <a:t>on wallet-</a:t>
              </a:r>
              <a:r>
                <a:rPr lang="en-US" sz="1650" b="1" dirty="0" err="1">
                  <a:solidFill>
                    <a:schemeClr val="tx1">
                      <a:lumMod val="85000"/>
                      <a:lumOff val="15000"/>
                    </a:schemeClr>
                  </a:solidFill>
                  <a:latin typeface="Arial" pitchFamily="34" charset="0"/>
                  <a:ea typeface="Arial" pitchFamily="34" charset="-122"/>
                  <a:cs typeface="Arial" pitchFamily="34" charset="-120"/>
                </a:rPr>
                <a:t>vm</a:t>
              </a:r>
              <a:r>
                <a:rPr lang="en-US" sz="1650" b="1" dirty="0">
                  <a:solidFill>
                    <a:schemeClr val="tx1">
                      <a:lumMod val="85000"/>
                      <a:lumOff val="15000"/>
                    </a:schemeClr>
                  </a:solidFill>
                  <a:latin typeface="Arial" pitchFamily="34" charset="0"/>
                  <a:ea typeface="Arial" pitchFamily="34" charset="-122"/>
                  <a:cs typeface="Arial" pitchFamily="34" charset="-120"/>
                </a:rPr>
                <a:t>,</a:t>
              </a:r>
            </a:p>
            <a:p>
              <a:pPr>
                <a:lnSpc>
                  <a:spcPct val="125921"/>
                </a:lnSpc>
              </a:pPr>
              <a:r>
                <a:rPr lang="en-US" sz="1650" dirty="0">
                  <a:solidFill>
                    <a:schemeClr val="tx1">
                      <a:lumMod val="85000"/>
                      <a:lumOff val="15000"/>
                    </a:schemeClr>
                  </a:solidFill>
                  <a:latin typeface="Arial" pitchFamily="34" charset="0"/>
                  <a:ea typeface="Arial" pitchFamily="34" charset="-122"/>
                  <a:cs typeface="Arial" pitchFamily="34" charset="-120"/>
                </a:rPr>
                <a:t>Booking and tracking keep working.</a:t>
              </a:r>
            </a:p>
            <a:p>
              <a:pPr>
                <a:lnSpc>
                  <a:spcPct val="125921"/>
                </a:lnSpc>
              </a:pPr>
              <a:r>
                <a:rPr lang="en-US" sz="1650" dirty="0">
                  <a:solidFill>
                    <a:schemeClr val="tx1">
                      <a:lumMod val="85000"/>
                      <a:lumOff val="15000"/>
                    </a:schemeClr>
                  </a:solidFill>
                  <a:latin typeface="Arial" pitchFamily="34" charset="0"/>
                  <a:ea typeface="Arial" pitchFamily="34" charset="-122"/>
                  <a:cs typeface="Arial" pitchFamily="34" charset="-120"/>
                </a:rPr>
                <a:t>Only </a:t>
              </a:r>
              <a:r>
                <a:rPr lang="en-US" b="1" dirty="0">
                  <a:solidFill>
                    <a:schemeClr val="tx1">
                      <a:lumMod val="85000"/>
                      <a:lumOff val="15000"/>
                    </a:schemeClr>
                  </a:solidFill>
                  <a:latin typeface="Courier New" pitchFamily="34" charset="0"/>
                  <a:ea typeface="Courier New" pitchFamily="34" charset="-122"/>
                  <a:cs typeface="Courier New" pitchFamily="34" charset="-120"/>
                </a:rPr>
                <a:t>/api/wallet</a:t>
              </a:r>
              <a:r>
                <a:rPr lang="en-US" sz="1300" dirty="0">
                  <a:solidFill>
                    <a:schemeClr val="tx1">
                      <a:lumMod val="85000"/>
                      <a:lumOff val="15000"/>
                    </a:schemeClr>
                  </a:solidFill>
                  <a:latin typeface="Courier New" pitchFamily="34" charset="0"/>
                  <a:ea typeface="Courier New" pitchFamily="34" charset="-122"/>
                  <a:cs typeface="Courier New" pitchFamily="34" charset="-120"/>
                </a:rPr>
                <a:t> </a:t>
              </a:r>
              <a:r>
                <a:rPr lang="en-US" sz="1650" dirty="0">
                  <a:solidFill>
                    <a:schemeClr val="tx1">
                      <a:lumMod val="85000"/>
                      <a:lumOff val="15000"/>
                    </a:schemeClr>
                  </a:solidFill>
                  <a:latin typeface="Arial" pitchFamily="34" charset="0"/>
                  <a:ea typeface="Arial" pitchFamily="34" charset="-122"/>
                  <a:cs typeface="Arial" pitchFamily="34" charset="-120"/>
                </a:rPr>
                <a:t>returns error 502.</a:t>
              </a:r>
              <a:endParaRPr lang="en-US" sz="1650" dirty="0">
                <a:solidFill>
                  <a:schemeClr val="tx1">
                    <a:lumMod val="85000"/>
                    <a:lumOff val="15000"/>
                  </a:schemeClr>
                </a:solidFill>
              </a:endParaRPr>
            </a:p>
          </p:txBody>
        </p:sp>
      </p:grpSp>
      <p:grpSp>
        <p:nvGrpSpPr>
          <p:cNvPr id="50" name="Group 49">
            <a:extLst>
              <a:ext uri="{FF2B5EF4-FFF2-40B4-BE49-F238E27FC236}">
                <a16:creationId xmlns:a16="http://schemas.microsoft.com/office/drawing/2014/main" id="{0716021B-73FA-5F90-5DA8-5604E4FA18C3}"/>
              </a:ext>
            </a:extLst>
          </p:cNvPr>
          <p:cNvGrpSpPr/>
          <p:nvPr/>
        </p:nvGrpSpPr>
        <p:grpSpPr>
          <a:xfrm>
            <a:off x="6074668" y="4439345"/>
            <a:ext cx="5355233" cy="1676400"/>
            <a:chOff x="6074668" y="4629216"/>
            <a:chExt cx="5355233" cy="1676400"/>
          </a:xfrm>
        </p:grpSpPr>
        <p:sp>
          <p:nvSpPr>
            <p:cNvPr id="35" name="Shape 8">
              <a:extLst>
                <a:ext uri="{FF2B5EF4-FFF2-40B4-BE49-F238E27FC236}">
                  <a16:creationId xmlns:a16="http://schemas.microsoft.com/office/drawing/2014/main" id="{F82B3EF1-15A2-11F6-01C1-50145EB56137}"/>
                </a:ext>
              </a:extLst>
            </p:cNvPr>
            <p:cNvSpPr/>
            <p:nvPr/>
          </p:nvSpPr>
          <p:spPr>
            <a:xfrm>
              <a:off x="6074668" y="4629216"/>
              <a:ext cx="5355233" cy="1676400"/>
            </a:xfrm>
            <a:prstGeom prst="roundRect">
              <a:avLst>
                <a:gd name="adj" fmla="val 6061"/>
              </a:avLst>
            </a:prstGeom>
            <a:ln w="28575">
              <a:solidFill>
                <a:srgbClr val="B3CFC2"/>
              </a:solidFill>
              <a:prstDash val="dash"/>
            </a:ln>
          </p:spPr>
          <p:txBody>
            <a:bodyPr/>
            <a:lstStyle/>
            <a:p>
              <a:endParaRPr lang="en-GB" sz="1600" b="1"/>
            </a:p>
          </p:txBody>
        </p:sp>
        <p:sp>
          <p:nvSpPr>
            <p:cNvPr id="37" name="Text 9">
              <a:extLst>
                <a:ext uri="{FF2B5EF4-FFF2-40B4-BE49-F238E27FC236}">
                  <a16:creationId xmlns:a16="http://schemas.microsoft.com/office/drawing/2014/main" id="{5371E80F-B09F-B28C-EEB3-B76CE5338B67}"/>
                </a:ext>
              </a:extLst>
            </p:cNvPr>
            <p:cNvSpPr/>
            <p:nvPr/>
          </p:nvSpPr>
          <p:spPr>
            <a:xfrm>
              <a:off x="6322317" y="4826066"/>
              <a:ext cx="5005731" cy="393700"/>
            </a:xfrm>
            <a:prstGeom prst="rect">
              <a:avLst/>
            </a:prstGeom>
            <a:noFill/>
            <a:ln/>
          </p:spPr>
          <p:txBody>
            <a:bodyPr wrap="square" lIns="16933" tIns="16933" rIns="16933" bIns="16933" rtlCol="0" anchor="t">
              <a:noAutofit/>
            </a:bodyPr>
            <a:lstStyle/>
            <a:p>
              <a:r>
                <a:rPr lang="en-US" sz="1400" b="1" kern="0" spc="110" dirty="0">
                  <a:solidFill>
                    <a:srgbClr val="5C635E"/>
                  </a:solidFill>
                  <a:latin typeface="Courier New" pitchFamily="34" charset="0"/>
                  <a:ea typeface="Courier New" pitchFamily="34" charset="-122"/>
                  <a:cs typeface="Courier New" pitchFamily="34" charset="-120"/>
                </a:rPr>
                <a:t>PUBLIC: TRACKING-VM on port 80 ONLY</a:t>
              </a:r>
            </a:p>
            <a:p>
              <a:r>
                <a:rPr lang="en-US" sz="1400" b="1" kern="0" spc="110" dirty="0">
                  <a:solidFill>
                    <a:srgbClr val="5C635E"/>
                  </a:solidFill>
                  <a:latin typeface="Courier New" pitchFamily="34" charset="0"/>
                  <a:ea typeface="Courier New" pitchFamily="34" charset="-122"/>
                  <a:cs typeface="Courier New" pitchFamily="34" charset="-120"/>
                </a:rPr>
                <a:t>EVERYTHING </a:t>
              </a:r>
              <a:r>
                <a:rPr lang="en-US" sz="1400" b="1" kern="0" spc="110">
                  <a:solidFill>
                    <a:srgbClr val="5C635E"/>
                  </a:solidFill>
                  <a:latin typeface="Courier New" pitchFamily="34" charset="0"/>
                  <a:ea typeface="Courier New" pitchFamily="34" charset="-122"/>
                  <a:cs typeface="Courier New" pitchFamily="34" charset="-120"/>
                </a:rPr>
                <a:t>ELSE PRIVATE</a:t>
              </a:r>
              <a:endParaRPr lang="en-US" sz="1400" b="1" dirty="0"/>
            </a:p>
          </p:txBody>
        </p:sp>
        <p:sp>
          <p:nvSpPr>
            <p:cNvPr id="39" name="Shape 10">
              <a:extLst>
                <a:ext uri="{FF2B5EF4-FFF2-40B4-BE49-F238E27FC236}">
                  <a16:creationId xmlns:a16="http://schemas.microsoft.com/office/drawing/2014/main" id="{FA683296-63FF-C6A4-A950-3DCCA54F0A93}"/>
                </a:ext>
              </a:extLst>
            </p:cNvPr>
            <p:cNvSpPr/>
            <p:nvPr/>
          </p:nvSpPr>
          <p:spPr>
            <a:xfrm>
              <a:off x="6322318" y="5295966"/>
              <a:ext cx="1543745" cy="812800"/>
            </a:xfrm>
            <a:prstGeom prst="roundRect">
              <a:avLst>
                <a:gd name="adj" fmla="val 9375"/>
              </a:avLst>
            </a:prstGeom>
            <a:solidFill>
              <a:srgbClr val="FFFFFF"/>
            </a:solidFill>
            <a:ln w="19050">
              <a:solidFill>
                <a:srgbClr val="E4E5E1"/>
              </a:solidFill>
              <a:prstDash val="solid"/>
            </a:ln>
          </p:spPr>
          <p:txBody>
            <a:bodyPr/>
            <a:lstStyle/>
            <a:p>
              <a:endParaRPr lang="en-GB" sz="1600" b="1"/>
            </a:p>
          </p:txBody>
        </p:sp>
        <p:sp>
          <p:nvSpPr>
            <p:cNvPr id="41" name="Text 11">
              <a:extLst>
                <a:ext uri="{FF2B5EF4-FFF2-40B4-BE49-F238E27FC236}">
                  <a16:creationId xmlns:a16="http://schemas.microsoft.com/office/drawing/2014/main" id="{1CCA2772-A4BD-3294-F55D-4B642BEB5C96}"/>
                </a:ext>
              </a:extLst>
            </p:cNvPr>
            <p:cNvSpPr/>
            <p:nvPr/>
          </p:nvSpPr>
          <p:spPr>
            <a:xfrm>
              <a:off x="6423918" y="5422966"/>
              <a:ext cx="1340545" cy="584200"/>
            </a:xfrm>
            <a:prstGeom prst="rect">
              <a:avLst/>
            </a:prstGeom>
            <a:noFill/>
            <a:ln/>
          </p:spPr>
          <p:txBody>
            <a:bodyPr wrap="square" lIns="16933" tIns="16933" rIns="16933" bIns="16933" rtlCol="0" anchor="t">
              <a:noAutofit/>
            </a:bodyPr>
            <a:lstStyle/>
            <a:p>
              <a:pPr algn="ctr"/>
              <a:r>
                <a:rPr lang="en-US" sz="1400" b="1" dirty="0">
                  <a:solidFill>
                    <a:srgbClr val="1A1D1B"/>
                  </a:solidFill>
                  <a:highlight>
                    <a:srgbClr val="FFFFFF"/>
                  </a:highlight>
                  <a:latin typeface="Courier New" pitchFamily="34" charset="0"/>
                  <a:ea typeface="Courier New" pitchFamily="34" charset="-122"/>
                  <a:cs typeface="Courier New" pitchFamily="34" charset="-120"/>
                </a:rPr>
                <a:t>wallet-</a:t>
              </a:r>
              <a:r>
                <a:rPr lang="en-US" sz="1400" b="1" dirty="0" err="1">
                  <a:solidFill>
                    <a:srgbClr val="1A1D1B"/>
                  </a:solidFill>
                  <a:highlight>
                    <a:srgbClr val="FFFFFF"/>
                  </a:highlight>
                  <a:latin typeface="Courier New" pitchFamily="34" charset="0"/>
                  <a:ea typeface="Courier New" pitchFamily="34" charset="-122"/>
                  <a:cs typeface="Courier New" pitchFamily="34" charset="-120"/>
                </a:rPr>
                <a:t>vm</a:t>
              </a:r>
              <a:r>
                <a:rPr lang="en-US" sz="1400" b="1" dirty="0">
                  <a:solidFill>
                    <a:srgbClr val="9C4A1E"/>
                  </a:solidFill>
                  <a:latin typeface="Courier New" pitchFamily="34" charset="0"/>
                  <a:ea typeface="Courier New" pitchFamily="34" charset="-122"/>
                  <a:cs typeface="Courier New" pitchFamily="34" charset="-120"/>
                </a:rPr>
                <a:t> wallet + mysql</a:t>
              </a:r>
              <a:endParaRPr lang="en-US" sz="1400" b="1" dirty="0"/>
            </a:p>
          </p:txBody>
        </p:sp>
        <p:sp>
          <p:nvSpPr>
            <p:cNvPr id="43" name="Shape 12">
              <a:extLst>
                <a:ext uri="{FF2B5EF4-FFF2-40B4-BE49-F238E27FC236}">
                  <a16:creationId xmlns:a16="http://schemas.microsoft.com/office/drawing/2014/main" id="{4902F790-5691-95D7-5F45-7CDE7D9FDA99}"/>
                </a:ext>
              </a:extLst>
            </p:cNvPr>
            <p:cNvSpPr/>
            <p:nvPr/>
          </p:nvSpPr>
          <p:spPr>
            <a:xfrm>
              <a:off x="7980362" y="5295966"/>
              <a:ext cx="1543844" cy="812800"/>
            </a:xfrm>
            <a:prstGeom prst="roundRect">
              <a:avLst>
                <a:gd name="adj" fmla="val 9375"/>
              </a:avLst>
            </a:prstGeom>
            <a:solidFill>
              <a:srgbClr val="FFFFFF"/>
            </a:solidFill>
            <a:ln w="19050">
              <a:solidFill>
                <a:srgbClr val="E4E5E1"/>
              </a:solidFill>
              <a:prstDash val="solid"/>
            </a:ln>
          </p:spPr>
          <p:txBody>
            <a:bodyPr/>
            <a:lstStyle/>
            <a:p>
              <a:endParaRPr lang="en-GB" sz="1600" b="1"/>
            </a:p>
          </p:txBody>
        </p:sp>
        <p:sp>
          <p:nvSpPr>
            <p:cNvPr id="45" name="Text 13">
              <a:extLst>
                <a:ext uri="{FF2B5EF4-FFF2-40B4-BE49-F238E27FC236}">
                  <a16:creationId xmlns:a16="http://schemas.microsoft.com/office/drawing/2014/main" id="{1FC9132F-3B2E-475E-63D2-2584DDE5A5CB}"/>
                </a:ext>
              </a:extLst>
            </p:cNvPr>
            <p:cNvSpPr/>
            <p:nvPr/>
          </p:nvSpPr>
          <p:spPr>
            <a:xfrm>
              <a:off x="8081962" y="5422966"/>
              <a:ext cx="1340644" cy="584200"/>
            </a:xfrm>
            <a:prstGeom prst="rect">
              <a:avLst/>
            </a:prstGeom>
            <a:noFill/>
            <a:ln/>
          </p:spPr>
          <p:txBody>
            <a:bodyPr wrap="square" lIns="16933" tIns="16933" rIns="16933" bIns="16933" rtlCol="0" anchor="t">
              <a:noAutofit/>
            </a:bodyPr>
            <a:lstStyle/>
            <a:p>
              <a:pPr algn="ctr"/>
              <a:r>
                <a:rPr lang="en-US" sz="1400" b="1" dirty="0">
                  <a:solidFill>
                    <a:srgbClr val="1A1D1B"/>
                  </a:solidFill>
                  <a:highlight>
                    <a:srgbClr val="FFFFFF"/>
                  </a:highlight>
                  <a:latin typeface="Courier New" pitchFamily="34" charset="0"/>
                  <a:ea typeface="Courier New" pitchFamily="34" charset="-122"/>
                  <a:cs typeface="Courier New" pitchFamily="34" charset="-120"/>
                </a:rPr>
                <a:t>drivers-</a:t>
              </a:r>
              <a:r>
                <a:rPr lang="en-US" sz="1400" b="1" dirty="0" err="1">
                  <a:solidFill>
                    <a:srgbClr val="1A1D1B"/>
                  </a:solidFill>
                  <a:highlight>
                    <a:srgbClr val="FFFFFF"/>
                  </a:highlight>
                  <a:latin typeface="Courier New" pitchFamily="34" charset="0"/>
                  <a:ea typeface="Courier New" pitchFamily="34" charset="-122"/>
                  <a:cs typeface="Courier New" pitchFamily="34" charset="-120"/>
                </a:rPr>
                <a:t>vm</a:t>
              </a:r>
              <a:r>
                <a:rPr lang="en-US" sz="1400" b="1" dirty="0">
                  <a:solidFill>
                    <a:srgbClr val="167A5B"/>
                  </a:solidFill>
                  <a:latin typeface="Courier New" pitchFamily="34" charset="0"/>
                  <a:ea typeface="Courier New" pitchFamily="34" charset="-122"/>
                  <a:cs typeface="Courier New" pitchFamily="34" charset="-120"/>
                </a:rPr>
                <a:t> drivers + mongo</a:t>
              </a:r>
              <a:endParaRPr lang="en-US" sz="1400" b="1" dirty="0"/>
            </a:p>
          </p:txBody>
        </p:sp>
        <p:sp>
          <p:nvSpPr>
            <p:cNvPr id="47" name="Shape 14">
              <a:extLst>
                <a:ext uri="{FF2B5EF4-FFF2-40B4-BE49-F238E27FC236}">
                  <a16:creationId xmlns:a16="http://schemas.microsoft.com/office/drawing/2014/main" id="{FCBF3FB2-3345-3CCB-D560-8AD61EA2A666}"/>
                </a:ext>
              </a:extLst>
            </p:cNvPr>
            <p:cNvSpPr/>
            <p:nvPr/>
          </p:nvSpPr>
          <p:spPr>
            <a:xfrm>
              <a:off x="9638506" y="5295966"/>
              <a:ext cx="1543745" cy="812800"/>
            </a:xfrm>
            <a:prstGeom prst="roundRect">
              <a:avLst>
                <a:gd name="adj" fmla="val 9375"/>
              </a:avLst>
            </a:prstGeom>
            <a:solidFill>
              <a:srgbClr val="FFFFFF"/>
            </a:solidFill>
            <a:ln w="19050">
              <a:solidFill>
                <a:srgbClr val="E4E5E1"/>
              </a:solidFill>
              <a:prstDash val="solid"/>
            </a:ln>
          </p:spPr>
          <p:txBody>
            <a:bodyPr/>
            <a:lstStyle/>
            <a:p>
              <a:endParaRPr lang="en-GB" sz="1600" b="1"/>
            </a:p>
          </p:txBody>
        </p:sp>
        <p:sp>
          <p:nvSpPr>
            <p:cNvPr id="49" name="Text 15">
              <a:extLst>
                <a:ext uri="{FF2B5EF4-FFF2-40B4-BE49-F238E27FC236}">
                  <a16:creationId xmlns:a16="http://schemas.microsoft.com/office/drawing/2014/main" id="{97B047C1-79FA-F60E-D4E5-56D3087B8C19}"/>
                </a:ext>
              </a:extLst>
            </p:cNvPr>
            <p:cNvSpPr/>
            <p:nvPr/>
          </p:nvSpPr>
          <p:spPr>
            <a:xfrm>
              <a:off x="9740106" y="5422966"/>
              <a:ext cx="1340545" cy="584200"/>
            </a:xfrm>
            <a:prstGeom prst="rect">
              <a:avLst/>
            </a:prstGeom>
            <a:noFill/>
            <a:ln/>
          </p:spPr>
          <p:txBody>
            <a:bodyPr wrap="square" lIns="16933" tIns="16933" rIns="16933" bIns="16933" rtlCol="0" anchor="t">
              <a:normAutofit fontScale="92500" lnSpcReduction="10000"/>
            </a:bodyPr>
            <a:lstStyle/>
            <a:p>
              <a:pPr algn="ctr"/>
              <a:r>
                <a:rPr lang="en-US" sz="1400" b="1" dirty="0">
                  <a:solidFill>
                    <a:srgbClr val="1A1D1B"/>
                  </a:solidFill>
                  <a:highlight>
                    <a:srgbClr val="FFFFFF"/>
                  </a:highlight>
                  <a:latin typeface="Courier New" pitchFamily="34" charset="0"/>
                  <a:ea typeface="Courier New" pitchFamily="34" charset="-122"/>
                  <a:cs typeface="Courier New" pitchFamily="34" charset="-120"/>
                </a:rPr>
                <a:t>tracking-</a:t>
              </a:r>
              <a:r>
                <a:rPr lang="en-US" sz="1400" b="1" dirty="0" err="1">
                  <a:solidFill>
                    <a:srgbClr val="1A1D1B"/>
                  </a:solidFill>
                  <a:highlight>
                    <a:srgbClr val="FFFFFF"/>
                  </a:highlight>
                  <a:latin typeface="Courier New" pitchFamily="34" charset="0"/>
                  <a:ea typeface="Courier New" pitchFamily="34" charset="-122"/>
                  <a:cs typeface="Courier New" pitchFamily="34" charset="-120"/>
                </a:rPr>
                <a:t>vm</a:t>
              </a:r>
              <a:r>
                <a:rPr lang="en-US" sz="1400" b="1" dirty="0">
                  <a:solidFill>
                    <a:srgbClr val="2E4D82"/>
                  </a:solidFill>
                  <a:latin typeface="Courier New" pitchFamily="34" charset="0"/>
                  <a:ea typeface="Courier New" pitchFamily="34" charset="-122"/>
                  <a:cs typeface="Courier New" pitchFamily="34" charset="-120"/>
                </a:rPr>
                <a:t> tracking + nginx</a:t>
              </a:r>
              <a:endParaRPr lang="en-US" sz="1400" b="1" dirty="0"/>
            </a:p>
          </p:txBody>
        </p:sp>
      </p:grpSp>
      <p:grpSp>
        <p:nvGrpSpPr>
          <p:cNvPr id="59" name="Group 58">
            <a:extLst>
              <a:ext uri="{FF2B5EF4-FFF2-40B4-BE49-F238E27FC236}">
                <a16:creationId xmlns:a16="http://schemas.microsoft.com/office/drawing/2014/main" id="{16E6A9FF-3303-3335-D5F6-6A696A07E482}"/>
              </a:ext>
            </a:extLst>
          </p:cNvPr>
          <p:cNvGrpSpPr/>
          <p:nvPr/>
        </p:nvGrpSpPr>
        <p:grpSpPr>
          <a:xfrm>
            <a:off x="6074768" y="1828800"/>
            <a:ext cx="5355233" cy="2380457"/>
            <a:chOff x="6074768" y="819944"/>
            <a:chExt cx="5355233" cy="3389313"/>
          </a:xfrm>
        </p:grpSpPr>
        <p:sp>
          <p:nvSpPr>
            <p:cNvPr id="56" name="Shape 6">
              <a:extLst>
                <a:ext uri="{FF2B5EF4-FFF2-40B4-BE49-F238E27FC236}">
                  <a16:creationId xmlns:a16="http://schemas.microsoft.com/office/drawing/2014/main" id="{7D1002B2-ACA8-56F4-E3FD-28FCFA5B2A5A}"/>
                </a:ext>
              </a:extLst>
            </p:cNvPr>
            <p:cNvSpPr/>
            <p:nvPr/>
          </p:nvSpPr>
          <p:spPr>
            <a:xfrm>
              <a:off x="6074768" y="819944"/>
              <a:ext cx="5355233" cy="3389313"/>
            </a:xfrm>
            <a:prstGeom prst="roundRect">
              <a:avLst>
                <a:gd name="adj" fmla="val 2998"/>
              </a:avLst>
            </a:prstGeom>
            <a:solidFill>
              <a:srgbClr val="10201A"/>
            </a:solidFill>
            <a:ln/>
          </p:spPr>
          <p:txBody>
            <a:bodyPr/>
            <a:lstStyle/>
            <a:p>
              <a:endParaRPr lang="en-GB" sz="1200"/>
            </a:p>
          </p:txBody>
        </p:sp>
        <p:sp>
          <p:nvSpPr>
            <p:cNvPr id="58" name="Text 7">
              <a:extLst>
                <a:ext uri="{FF2B5EF4-FFF2-40B4-BE49-F238E27FC236}">
                  <a16:creationId xmlns:a16="http://schemas.microsoft.com/office/drawing/2014/main" id="{4A340300-15C0-57B7-F9B7-B9EA19D09EE9}"/>
                </a:ext>
              </a:extLst>
            </p:cNvPr>
            <p:cNvSpPr/>
            <p:nvPr/>
          </p:nvSpPr>
          <p:spPr>
            <a:xfrm>
              <a:off x="6379568" y="1073944"/>
              <a:ext cx="4906290" cy="2906713"/>
            </a:xfrm>
            <a:prstGeom prst="rect">
              <a:avLst/>
            </a:prstGeom>
            <a:noFill/>
            <a:ln/>
          </p:spPr>
          <p:txBody>
            <a:bodyPr wrap="none" lIns="16933" tIns="16933" rIns="16933" bIns="16933" rtlCol="0" anchor="t">
              <a:normAutofit fontScale="85000" lnSpcReduction="20000"/>
            </a:bodyPr>
            <a:lstStyle/>
            <a:p>
              <a:r>
                <a:rPr lang="en-PK" dirty="0">
                  <a:solidFill>
                    <a:schemeClr val="bg1">
                      <a:lumMod val="65000"/>
                    </a:schemeClr>
                  </a:solidFill>
                </a:rPr>
                <a:t># </a:t>
              </a:r>
              <a:r>
                <a:rPr lang="en-PK" dirty="0" err="1">
                  <a:solidFill>
                    <a:schemeClr val="bg1">
                      <a:lumMod val="65000"/>
                    </a:schemeClr>
                  </a:solidFill>
                </a:rPr>
                <a:t>nginx.conf</a:t>
              </a:r>
              <a:r>
                <a:rPr lang="en-PK" dirty="0">
                  <a:solidFill>
                    <a:schemeClr val="bg1">
                      <a:lumMod val="65000"/>
                    </a:schemeClr>
                  </a:solidFill>
                </a:rPr>
                <a:t> routes by</a:t>
              </a:r>
              <a:r>
                <a:rPr lang="en-US" dirty="0">
                  <a:solidFill>
                    <a:schemeClr val="bg1">
                      <a:lumMod val="65000"/>
                    </a:schemeClr>
                  </a:solidFill>
                </a:rPr>
                <a:t> </a:t>
              </a:r>
              <a:r>
                <a:rPr lang="en-PK" dirty="0">
                  <a:solidFill>
                    <a:schemeClr val="bg1">
                      <a:lumMod val="65000"/>
                    </a:schemeClr>
                  </a:solidFill>
                </a:rPr>
                <a:t>path to each </a:t>
              </a:r>
              <a:r>
                <a:rPr lang="en-PK" dirty="0" err="1">
                  <a:solidFill>
                    <a:schemeClr val="bg1">
                      <a:lumMod val="65000"/>
                    </a:schemeClr>
                  </a:solidFill>
                </a:rPr>
                <a:t>VM's</a:t>
              </a:r>
              <a:r>
                <a:rPr lang="en-PK" dirty="0">
                  <a:solidFill>
                    <a:schemeClr val="bg1">
                      <a:lumMod val="65000"/>
                    </a:schemeClr>
                  </a:solidFill>
                </a:rPr>
                <a:t> PRIVATE IP</a:t>
              </a:r>
              <a:br>
                <a:rPr lang="en-PK" dirty="0">
                  <a:solidFill>
                    <a:schemeClr val="bg1">
                      <a:lumMod val="65000"/>
                    </a:schemeClr>
                  </a:solidFill>
                </a:rPr>
              </a:br>
              <a:r>
                <a:rPr lang="en-PK" dirty="0">
                  <a:solidFill>
                    <a:schemeClr val="bg1"/>
                  </a:solidFill>
                </a:rPr>
                <a:t>location /</a:t>
              </a:r>
              <a:r>
                <a:rPr lang="en-PK" dirty="0" err="1">
                  <a:solidFill>
                    <a:schemeClr val="bg1"/>
                  </a:solidFill>
                </a:rPr>
                <a:t>api</a:t>
              </a:r>
              <a:r>
                <a:rPr lang="en-PK" dirty="0">
                  <a:solidFill>
                    <a:schemeClr val="bg1"/>
                  </a:solidFill>
                </a:rPr>
                <a:t>/wallet/ {</a:t>
              </a:r>
              <a:br>
                <a:rPr lang="en-PK" dirty="0">
                  <a:solidFill>
                    <a:schemeClr val="bg1"/>
                  </a:solidFill>
                </a:rPr>
              </a:br>
              <a:r>
                <a:rPr lang="en-PK" dirty="0">
                  <a:solidFill>
                    <a:schemeClr val="bg1"/>
                  </a:solidFill>
                </a:rPr>
                <a:t>  </a:t>
              </a:r>
              <a:r>
                <a:rPr lang="en-PK" dirty="0" err="1">
                  <a:solidFill>
                    <a:schemeClr val="bg1"/>
                  </a:solidFill>
                </a:rPr>
                <a:t>proxy_pass</a:t>
              </a:r>
              <a:r>
                <a:rPr lang="en-PK" dirty="0">
                  <a:solidFill>
                    <a:schemeClr val="bg1"/>
                  </a:solidFill>
                </a:rPr>
                <a:t> http://172.26.4.11:8080/;</a:t>
              </a:r>
              <a:br>
                <a:rPr lang="en-PK" dirty="0">
                  <a:solidFill>
                    <a:schemeClr val="bg1"/>
                  </a:solidFill>
                </a:rPr>
              </a:br>
              <a:r>
                <a:rPr lang="en-PK" dirty="0">
                  <a:solidFill>
                    <a:schemeClr val="bg1"/>
                  </a:solidFill>
                </a:rPr>
                <a:t>}</a:t>
              </a:r>
              <a:br>
                <a:rPr lang="en-PK" dirty="0">
                  <a:solidFill>
                    <a:schemeClr val="bg1"/>
                  </a:solidFill>
                </a:rPr>
              </a:br>
              <a:r>
                <a:rPr lang="en-PK" dirty="0">
                  <a:solidFill>
                    <a:schemeClr val="bg1"/>
                  </a:solidFill>
                </a:rPr>
                <a:t>location /</a:t>
              </a:r>
              <a:r>
                <a:rPr lang="en-PK" dirty="0" err="1">
                  <a:solidFill>
                    <a:schemeClr val="bg1"/>
                  </a:solidFill>
                </a:rPr>
                <a:t>api</a:t>
              </a:r>
              <a:r>
                <a:rPr lang="en-PK" dirty="0">
                  <a:solidFill>
                    <a:schemeClr val="bg1"/>
                  </a:solidFill>
                </a:rPr>
                <a:t>/drivers/ {</a:t>
              </a:r>
              <a:br>
                <a:rPr lang="en-PK" dirty="0">
                  <a:solidFill>
                    <a:schemeClr val="bg1"/>
                  </a:solidFill>
                </a:rPr>
              </a:br>
              <a:r>
                <a:rPr lang="en-PK" dirty="0">
                  <a:solidFill>
                    <a:schemeClr val="bg1"/>
                  </a:solidFill>
                </a:rPr>
                <a:t>  </a:t>
              </a:r>
              <a:r>
                <a:rPr lang="en-PK" dirty="0" err="1">
                  <a:solidFill>
                    <a:schemeClr val="bg1"/>
                  </a:solidFill>
                </a:rPr>
                <a:t>proxy_pass</a:t>
              </a:r>
              <a:r>
                <a:rPr lang="en-PK" dirty="0">
                  <a:solidFill>
                    <a:schemeClr val="bg1"/>
                  </a:solidFill>
                </a:rPr>
                <a:t> http://172.26.4.12:8000/;</a:t>
              </a:r>
              <a:br>
                <a:rPr lang="en-PK" dirty="0">
                  <a:solidFill>
                    <a:schemeClr val="bg1"/>
                  </a:solidFill>
                </a:rPr>
              </a:br>
              <a:r>
                <a:rPr lang="en-PK" dirty="0">
                  <a:solidFill>
                    <a:schemeClr val="bg1"/>
                  </a:solidFill>
                </a:rPr>
                <a:t>}</a:t>
              </a:r>
              <a:br>
                <a:rPr lang="en-PK" dirty="0">
                  <a:solidFill>
                    <a:schemeClr val="bg1"/>
                  </a:solidFill>
                </a:rPr>
              </a:br>
              <a:r>
                <a:rPr lang="en-PK" dirty="0">
                  <a:solidFill>
                    <a:schemeClr val="bg1"/>
                  </a:solidFill>
                </a:rPr>
                <a:t>location / {</a:t>
              </a:r>
              <a:br>
                <a:rPr lang="en-PK" dirty="0">
                  <a:solidFill>
                    <a:schemeClr val="bg1"/>
                  </a:solidFill>
                </a:rPr>
              </a:br>
              <a:r>
                <a:rPr lang="en-PK" dirty="0">
                  <a:solidFill>
                    <a:schemeClr val="bg1"/>
                  </a:solidFill>
                </a:rPr>
                <a:t>  </a:t>
              </a:r>
              <a:r>
                <a:rPr lang="en-PK" dirty="0" err="1">
                  <a:solidFill>
                    <a:schemeClr val="bg1"/>
                  </a:solidFill>
                </a:rPr>
                <a:t>proxy_pass</a:t>
              </a:r>
              <a:r>
                <a:rPr lang="en-PK" dirty="0">
                  <a:solidFill>
                    <a:schemeClr val="bg1"/>
                  </a:solidFill>
                </a:rPr>
                <a:t> http://localhost:3000/;</a:t>
              </a:r>
              <a:br>
                <a:rPr lang="en-PK" dirty="0">
                  <a:solidFill>
                    <a:schemeClr val="bg1"/>
                  </a:solidFill>
                </a:rPr>
              </a:br>
              <a:r>
                <a:rPr lang="en-PK" dirty="0">
                  <a:solidFill>
                    <a:schemeClr val="bg1"/>
                  </a:solidFill>
                </a:rPr>
                <a:t>}</a:t>
              </a:r>
            </a:p>
          </p:txBody>
        </p:sp>
      </p:grpSp>
    </p:spTree>
    <p:extLst>
      <p:ext uri="{BB962C8B-B14F-4D97-AF65-F5344CB8AC3E}">
        <p14:creationId xmlns:p14="http://schemas.microsoft.com/office/powerpoint/2010/main" val="368880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35000"/>
            <a:ext cx="11734800" cy="486370"/>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When NOT to use microservices</a:t>
            </a:r>
            <a:endParaRPr lang="en-US" sz="3300" dirty="0"/>
          </a:p>
        </p:txBody>
      </p:sp>
      <p:sp>
        <p:nvSpPr>
          <p:cNvPr id="4" name="Text 2"/>
          <p:cNvSpPr/>
          <p:nvPr/>
        </p:nvSpPr>
        <p:spPr>
          <a:xfrm>
            <a:off x="1111051" y="2067224"/>
            <a:ext cx="4951363" cy="943173"/>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Small team, small product. </a:t>
            </a:r>
            <a:r>
              <a:rPr lang="en-US" sz="1650" dirty="0">
                <a:solidFill>
                  <a:schemeClr val="tx1">
                    <a:lumMod val="85000"/>
                    <a:lumOff val="15000"/>
                  </a:schemeClr>
                </a:solidFill>
                <a:latin typeface="Arial" pitchFamily="34" charset="0"/>
                <a:ea typeface="Arial" pitchFamily="34" charset="-122"/>
                <a:cs typeface="Arial" pitchFamily="34" charset="-120"/>
              </a:rPr>
              <a:t>Five engineers running twelve services spend their week on fire fighting, not product.</a:t>
            </a:r>
            <a:endParaRPr lang="en-US" sz="1650" dirty="0">
              <a:solidFill>
                <a:schemeClr val="tx1">
                  <a:lumMod val="85000"/>
                  <a:lumOff val="15000"/>
                </a:schemeClr>
              </a:solidFill>
            </a:endParaRPr>
          </a:p>
        </p:txBody>
      </p:sp>
      <p:sp>
        <p:nvSpPr>
          <p:cNvPr id="6" name="Text 4"/>
          <p:cNvSpPr/>
          <p:nvPr/>
        </p:nvSpPr>
        <p:spPr>
          <a:xfrm>
            <a:off x="6622851" y="2067224"/>
            <a:ext cx="4951363" cy="943173"/>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Unclear domain boundaries. </a:t>
            </a:r>
            <a:r>
              <a:rPr lang="en-US" sz="1650" dirty="0">
                <a:solidFill>
                  <a:schemeClr val="tx1">
                    <a:lumMod val="85000"/>
                    <a:lumOff val="15000"/>
                  </a:schemeClr>
                </a:solidFill>
                <a:latin typeface="Arial" pitchFamily="34" charset="0"/>
                <a:ea typeface="Arial" pitchFamily="34" charset="-122"/>
                <a:cs typeface="Arial" pitchFamily="34" charset="-120"/>
              </a:rPr>
              <a:t>Services are cut in the wrong places, and every feature change affects all of them.</a:t>
            </a:r>
            <a:endParaRPr lang="en-US" sz="1650" dirty="0">
              <a:solidFill>
                <a:schemeClr val="tx1">
                  <a:lumMod val="85000"/>
                  <a:lumOff val="15000"/>
                </a:schemeClr>
              </a:solidFill>
            </a:endParaRPr>
          </a:p>
        </p:txBody>
      </p:sp>
      <p:sp>
        <p:nvSpPr>
          <p:cNvPr id="8" name="Text 6"/>
          <p:cNvSpPr/>
          <p:nvPr/>
        </p:nvSpPr>
        <p:spPr>
          <a:xfrm>
            <a:off x="1111051" y="3188198"/>
            <a:ext cx="4951363" cy="639365"/>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No DevOps yet. </a:t>
            </a:r>
            <a:r>
              <a:rPr lang="en-US" sz="1650" dirty="0">
                <a:solidFill>
                  <a:schemeClr val="tx1">
                    <a:lumMod val="85000"/>
                    <a:lumOff val="15000"/>
                  </a:schemeClr>
                </a:solidFill>
                <a:latin typeface="Arial" pitchFamily="34" charset="0"/>
                <a:ea typeface="Arial" pitchFamily="34" charset="-122"/>
                <a:cs typeface="Arial" pitchFamily="34" charset="-120"/>
              </a:rPr>
              <a:t>Monitoring, tracing, CICD cost is real and paid regularly.</a:t>
            </a:r>
            <a:endParaRPr lang="en-US" sz="1650" dirty="0">
              <a:solidFill>
                <a:schemeClr val="tx1">
                  <a:lumMod val="85000"/>
                  <a:lumOff val="15000"/>
                </a:schemeClr>
              </a:solidFill>
            </a:endParaRPr>
          </a:p>
        </p:txBody>
      </p:sp>
      <p:sp>
        <p:nvSpPr>
          <p:cNvPr id="10" name="Text 8"/>
          <p:cNvSpPr/>
          <p:nvPr/>
        </p:nvSpPr>
        <p:spPr>
          <a:xfrm>
            <a:off x="6622851" y="3188198"/>
            <a:ext cx="4951363" cy="943173"/>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Strong consistency everywhere. </a:t>
            </a:r>
            <a:r>
              <a:rPr lang="en-US" sz="1650" dirty="0">
                <a:solidFill>
                  <a:schemeClr val="tx1">
                    <a:lumMod val="85000"/>
                    <a:lumOff val="15000"/>
                  </a:schemeClr>
                </a:solidFill>
                <a:latin typeface="Arial" pitchFamily="34" charset="0"/>
                <a:ea typeface="Arial" pitchFamily="34" charset="-122"/>
                <a:cs typeface="Arial" pitchFamily="34" charset="-120"/>
              </a:rPr>
              <a:t>If everything must be transactional with one database telling everything.</a:t>
            </a:r>
            <a:endParaRPr lang="en-US" sz="1650" dirty="0">
              <a:solidFill>
                <a:schemeClr val="tx1">
                  <a:lumMod val="85000"/>
                  <a:lumOff val="15000"/>
                </a:schemeClr>
              </a:solidFill>
            </a:endParaRPr>
          </a:p>
        </p:txBody>
      </p:sp>
      <p:grpSp>
        <p:nvGrpSpPr>
          <p:cNvPr id="14" name="Group 13">
            <a:extLst>
              <a:ext uri="{FF2B5EF4-FFF2-40B4-BE49-F238E27FC236}">
                <a16:creationId xmlns:a16="http://schemas.microsoft.com/office/drawing/2014/main" id="{22CA6B89-0E46-1FCC-03D2-4C5BE13F67B0}"/>
              </a:ext>
            </a:extLst>
          </p:cNvPr>
          <p:cNvGrpSpPr/>
          <p:nvPr/>
        </p:nvGrpSpPr>
        <p:grpSpPr>
          <a:xfrm>
            <a:off x="762000" y="5304235"/>
            <a:ext cx="10668000" cy="918765"/>
            <a:chOff x="762000" y="5304235"/>
            <a:chExt cx="10668000" cy="918765"/>
          </a:xfrm>
        </p:grpSpPr>
        <p:sp>
          <p:nvSpPr>
            <p:cNvPr id="11" name="Shape 9"/>
            <p:cNvSpPr/>
            <p:nvPr/>
          </p:nvSpPr>
          <p:spPr>
            <a:xfrm>
              <a:off x="762000" y="5304235"/>
              <a:ext cx="10668000" cy="918765"/>
            </a:xfrm>
            <a:prstGeom prst="roundRect">
              <a:avLst>
                <a:gd name="adj" fmla="val 9676"/>
              </a:avLst>
            </a:prstGeom>
            <a:solidFill>
              <a:srgbClr val="EBF3EF"/>
            </a:solidFill>
            <a:ln/>
          </p:spPr>
          <p:txBody>
            <a:bodyPr/>
            <a:lstStyle/>
            <a:p>
              <a:endParaRPr lang="en-GB" sz="1200"/>
            </a:p>
          </p:txBody>
        </p:sp>
        <p:sp>
          <p:nvSpPr>
            <p:cNvPr id="12" name="Text 10"/>
            <p:cNvSpPr/>
            <p:nvPr/>
          </p:nvSpPr>
          <p:spPr>
            <a:xfrm>
              <a:off x="1092201" y="5585817"/>
              <a:ext cx="196651" cy="381000"/>
            </a:xfrm>
            <a:prstGeom prst="rect">
              <a:avLst/>
            </a:prstGeom>
            <a:noFill/>
            <a:ln/>
          </p:spPr>
          <p:txBody>
            <a:bodyPr wrap="square" lIns="16933" tIns="16933" rIns="16933" bIns="16933" rtlCol="0" anchor="t">
              <a:normAutofit lnSpcReduction="10000"/>
            </a:bodyPr>
            <a:lstStyle/>
            <a:p>
              <a:pPr>
                <a:lnSpc>
                  <a:spcPct val="88889"/>
                </a:lnSpc>
              </a:pPr>
              <a:r>
                <a:rPr lang="en-US" sz="2800" dirty="0">
                  <a:solidFill>
                    <a:srgbClr val="167A5B"/>
                  </a:solidFill>
                  <a:latin typeface="Georgia" pitchFamily="34" charset="0"/>
                  <a:ea typeface="Georgia" pitchFamily="34" charset="-122"/>
                  <a:cs typeface="Georgia" pitchFamily="34" charset="-120"/>
                </a:rPr>
                <a:t>”</a:t>
              </a:r>
              <a:endParaRPr lang="en-US" sz="2800" dirty="0"/>
            </a:p>
          </p:txBody>
        </p:sp>
        <p:sp>
          <p:nvSpPr>
            <p:cNvPr id="13" name="Text 11"/>
            <p:cNvSpPr/>
            <p:nvPr/>
          </p:nvSpPr>
          <p:spPr>
            <a:xfrm>
              <a:off x="1466652" y="5583635"/>
              <a:ext cx="9583857" cy="385365"/>
            </a:xfrm>
            <a:prstGeom prst="rect">
              <a:avLst/>
            </a:prstGeom>
            <a:noFill/>
            <a:ln/>
          </p:spPr>
          <p:txBody>
            <a:bodyPr wrap="square" lIns="16933" tIns="16933" rIns="16933" bIns="16933" rtlCol="0" anchor="t">
              <a:normAutofit lnSpcReduction="10000"/>
            </a:bodyPr>
            <a:lstStyle/>
            <a:p>
              <a:pPr>
                <a:lnSpc>
                  <a:spcPct val="118125"/>
                </a:lnSpc>
              </a:pPr>
              <a:r>
                <a:rPr lang="en-US" sz="2100" dirty="0">
                  <a:solidFill>
                    <a:srgbClr val="1A1D1B"/>
                  </a:solidFill>
                  <a:latin typeface="Georgia" pitchFamily="34" charset="0"/>
                  <a:ea typeface="Georgia" pitchFamily="34" charset="-122"/>
                  <a:cs typeface="Georgia" pitchFamily="34" charset="-120"/>
                </a:rPr>
                <a:t>Start with a monolith. Move to microservices later </a:t>
              </a:r>
              <a:r>
                <a:rPr lang="en-US" sz="2100" i="1" dirty="0">
                  <a:solidFill>
                    <a:srgbClr val="5C635E"/>
                  </a:solidFill>
                  <a:latin typeface="Georgia" pitchFamily="34" charset="0"/>
                  <a:ea typeface="Georgia" pitchFamily="34" charset="-122"/>
                  <a:cs typeface="Georgia" pitchFamily="34" charset="-120"/>
                </a:rPr>
                <a:t>(exactly what Careem did)</a:t>
              </a:r>
              <a:endParaRPr lang="en-US" sz="21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35000"/>
            <a:ext cx="11734800" cy="486370"/>
          </a:xfrm>
          <a:prstGeom prst="rect">
            <a:avLst/>
          </a:prstGeom>
          <a:noFill/>
          <a:ln/>
        </p:spPr>
        <p:txBody>
          <a:bodyPr wrap="square" lIns="16933" tIns="16933" rIns="16933" bIns="16933" rtlCol="0" anchor="t">
            <a:normAutofit lnSpcReduction="10000"/>
          </a:bodyPr>
          <a:lstStyle/>
          <a:p>
            <a:pPr>
              <a:lnSpc>
                <a:spcPct val="96800"/>
              </a:lnSpc>
            </a:pPr>
            <a:r>
              <a:rPr lang="en-US" sz="3300" b="1" dirty="0">
                <a:solidFill>
                  <a:srgbClr val="1A1D1B"/>
                </a:solidFill>
                <a:latin typeface="Georgia" pitchFamily="34" charset="0"/>
                <a:ea typeface="Georgia" pitchFamily="34" charset="-122"/>
                <a:cs typeface="Georgia" pitchFamily="34" charset="-120"/>
              </a:rPr>
              <a:t>What to remember from today</a:t>
            </a:r>
            <a:endParaRPr lang="en-US" sz="3300" dirty="0"/>
          </a:p>
        </p:txBody>
      </p:sp>
      <p:grpSp>
        <p:nvGrpSpPr>
          <p:cNvPr id="15" name="Group 14">
            <a:extLst>
              <a:ext uri="{FF2B5EF4-FFF2-40B4-BE49-F238E27FC236}">
                <a16:creationId xmlns:a16="http://schemas.microsoft.com/office/drawing/2014/main" id="{D5E56886-8D3E-7A67-6EAA-40B350C8DA8C}"/>
              </a:ext>
            </a:extLst>
          </p:cNvPr>
          <p:cNvGrpSpPr/>
          <p:nvPr/>
        </p:nvGrpSpPr>
        <p:grpSpPr>
          <a:xfrm>
            <a:off x="762000" y="1540470"/>
            <a:ext cx="5194300" cy="2201565"/>
            <a:chOff x="762000" y="1540470"/>
            <a:chExt cx="5194300" cy="2201565"/>
          </a:xfrm>
        </p:grpSpPr>
        <p:sp>
          <p:nvSpPr>
            <p:cNvPr id="3" name="Shape 1"/>
            <p:cNvSpPr/>
            <p:nvPr/>
          </p:nvSpPr>
          <p:spPr>
            <a:xfrm>
              <a:off x="762000" y="1540470"/>
              <a:ext cx="5194300" cy="2201565"/>
            </a:xfrm>
            <a:prstGeom prst="roundRect">
              <a:avLst>
                <a:gd name="adj" fmla="val 5192"/>
              </a:avLst>
            </a:prstGeom>
            <a:solidFill>
              <a:srgbClr val="FFFFFF"/>
            </a:solidFill>
            <a:ln w="19050">
              <a:solidFill>
                <a:srgbClr val="E4E5E1"/>
              </a:solidFill>
              <a:prstDash val="solid"/>
            </a:ln>
          </p:spPr>
          <p:txBody>
            <a:bodyPr/>
            <a:lstStyle/>
            <a:p>
              <a:endParaRPr lang="en-GB" sz="1200"/>
            </a:p>
          </p:txBody>
        </p:sp>
        <p:sp>
          <p:nvSpPr>
            <p:cNvPr id="4" name="Text 2"/>
            <p:cNvSpPr/>
            <p:nvPr/>
          </p:nvSpPr>
          <p:spPr>
            <a:xfrm>
              <a:off x="1079500" y="1857970"/>
              <a:ext cx="4696079" cy="241300"/>
            </a:xfrm>
            <a:prstGeom prst="rect">
              <a:avLst/>
            </a:prstGeom>
            <a:noFill/>
            <a:ln/>
          </p:spPr>
          <p:txBody>
            <a:bodyPr wrap="square" lIns="16933" tIns="16933" rIns="16933" bIns="16933" rtlCol="0" anchor="t">
              <a:normAutofit fontScale="92500" lnSpcReduction="20000"/>
            </a:bodyPr>
            <a:lstStyle/>
            <a:p>
              <a:r>
                <a:rPr lang="en-US" sz="1600" b="1" dirty="0">
                  <a:solidFill>
                    <a:srgbClr val="167A5B"/>
                  </a:solidFill>
                  <a:latin typeface="Courier New" pitchFamily="34" charset="0"/>
                  <a:ea typeface="Courier New" pitchFamily="34" charset="-122"/>
                  <a:cs typeface="Courier New" pitchFamily="34" charset="-120"/>
                </a:rPr>
                <a:t>01</a:t>
              </a:r>
              <a:endParaRPr lang="en-US" sz="1600" b="1" dirty="0"/>
            </a:p>
          </p:txBody>
        </p:sp>
        <p:sp>
          <p:nvSpPr>
            <p:cNvPr id="5" name="Text 3"/>
            <p:cNvSpPr/>
            <p:nvPr/>
          </p:nvSpPr>
          <p:spPr>
            <a:xfrm>
              <a:off x="1079501" y="2226270"/>
              <a:ext cx="4696079" cy="943173"/>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It's a philosophy of ownership. </a:t>
              </a:r>
              <a:r>
                <a:rPr lang="en-US" sz="1650" dirty="0">
                  <a:solidFill>
                    <a:schemeClr val="tx1">
                      <a:lumMod val="85000"/>
                      <a:lumOff val="15000"/>
                    </a:schemeClr>
                  </a:solidFill>
                  <a:latin typeface="Arial" pitchFamily="34" charset="0"/>
                  <a:ea typeface="Arial" pitchFamily="34" charset="-122"/>
                  <a:cs typeface="Arial" pitchFamily="34" charset="-120"/>
                </a:rPr>
                <a:t>Small teams owning small services, including data, stack, and risks.</a:t>
              </a:r>
              <a:endParaRPr lang="en-US" sz="1650" dirty="0">
                <a:solidFill>
                  <a:schemeClr val="tx1">
                    <a:lumMod val="85000"/>
                    <a:lumOff val="15000"/>
                  </a:schemeClr>
                </a:solidFill>
              </a:endParaRPr>
            </a:p>
          </p:txBody>
        </p:sp>
      </p:grpSp>
      <p:grpSp>
        <p:nvGrpSpPr>
          <p:cNvPr id="16" name="Group 15">
            <a:extLst>
              <a:ext uri="{FF2B5EF4-FFF2-40B4-BE49-F238E27FC236}">
                <a16:creationId xmlns:a16="http://schemas.microsoft.com/office/drawing/2014/main" id="{EA211F49-2619-056B-ABAC-8FA318CCFDC3}"/>
              </a:ext>
            </a:extLst>
          </p:cNvPr>
          <p:cNvGrpSpPr/>
          <p:nvPr/>
        </p:nvGrpSpPr>
        <p:grpSpPr>
          <a:xfrm>
            <a:off x="6235700" y="1540470"/>
            <a:ext cx="5194300" cy="2201565"/>
            <a:chOff x="6235700" y="1540470"/>
            <a:chExt cx="5194300" cy="2201565"/>
          </a:xfrm>
        </p:grpSpPr>
        <p:sp>
          <p:nvSpPr>
            <p:cNvPr id="6" name="Shape 4"/>
            <p:cNvSpPr/>
            <p:nvPr/>
          </p:nvSpPr>
          <p:spPr>
            <a:xfrm>
              <a:off x="6235700" y="1540470"/>
              <a:ext cx="5194300" cy="2201565"/>
            </a:xfrm>
            <a:prstGeom prst="roundRect">
              <a:avLst>
                <a:gd name="adj" fmla="val 5192"/>
              </a:avLst>
            </a:prstGeom>
            <a:solidFill>
              <a:srgbClr val="FFFFFF"/>
            </a:solidFill>
            <a:ln w="19050">
              <a:solidFill>
                <a:srgbClr val="E4E5E1"/>
              </a:solidFill>
              <a:prstDash val="solid"/>
            </a:ln>
          </p:spPr>
          <p:txBody>
            <a:bodyPr/>
            <a:lstStyle/>
            <a:p>
              <a:endParaRPr lang="en-GB" sz="1200"/>
            </a:p>
          </p:txBody>
        </p:sp>
        <p:sp>
          <p:nvSpPr>
            <p:cNvPr id="7" name="Text 5"/>
            <p:cNvSpPr/>
            <p:nvPr/>
          </p:nvSpPr>
          <p:spPr>
            <a:xfrm>
              <a:off x="6553200" y="1857970"/>
              <a:ext cx="4696079" cy="241300"/>
            </a:xfrm>
            <a:prstGeom prst="rect">
              <a:avLst/>
            </a:prstGeom>
            <a:noFill/>
            <a:ln/>
          </p:spPr>
          <p:txBody>
            <a:bodyPr wrap="square" lIns="16933" tIns="16933" rIns="16933" bIns="16933" rtlCol="0" anchor="t">
              <a:normAutofit fontScale="92500" lnSpcReduction="20000"/>
            </a:bodyPr>
            <a:lstStyle/>
            <a:p>
              <a:r>
                <a:rPr lang="en-US" sz="1600" b="1" dirty="0">
                  <a:solidFill>
                    <a:srgbClr val="167A5B"/>
                  </a:solidFill>
                  <a:latin typeface="Courier New" pitchFamily="34" charset="0"/>
                  <a:ea typeface="Courier New" pitchFamily="34" charset="-122"/>
                  <a:cs typeface="Courier New" pitchFamily="34" charset="-120"/>
                </a:rPr>
                <a:t>02</a:t>
              </a:r>
              <a:endParaRPr lang="en-US" sz="1600" b="1" dirty="0"/>
            </a:p>
          </p:txBody>
        </p:sp>
        <p:sp>
          <p:nvSpPr>
            <p:cNvPr id="8" name="Text 6"/>
            <p:cNvSpPr/>
            <p:nvPr/>
          </p:nvSpPr>
          <p:spPr>
            <a:xfrm>
              <a:off x="6553201" y="2226270"/>
              <a:ext cx="4696079" cy="943173"/>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The boundary is the API. </a:t>
              </a:r>
              <a:r>
                <a:rPr lang="en-US" sz="1650" dirty="0">
                  <a:solidFill>
                    <a:schemeClr val="tx1">
                      <a:lumMod val="85000"/>
                      <a:lumOff val="15000"/>
                    </a:schemeClr>
                  </a:solidFill>
                  <a:latin typeface="Arial" pitchFamily="34" charset="0"/>
                  <a:ea typeface="Arial" pitchFamily="34" charset="-122"/>
                  <a:cs typeface="Arial" pitchFamily="34" charset="-120"/>
                </a:rPr>
                <a:t>Spring + MySQL, Django + Mongo, React + memory are irrelevant to each other by design.</a:t>
              </a:r>
              <a:endParaRPr lang="en-US" sz="1650" dirty="0">
                <a:solidFill>
                  <a:schemeClr val="tx1">
                    <a:lumMod val="85000"/>
                    <a:lumOff val="15000"/>
                  </a:schemeClr>
                </a:solidFill>
              </a:endParaRPr>
            </a:p>
          </p:txBody>
        </p:sp>
      </p:grpSp>
      <p:grpSp>
        <p:nvGrpSpPr>
          <p:cNvPr id="18" name="Group 17">
            <a:extLst>
              <a:ext uri="{FF2B5EF4-FFF2-40B4-BE49-F238E27FC236}">
                <a16:creationId xmlns:a16="http://schemas.microsoft.com/office/drawing/2014/main" id="{48758545-A9DF-1B94-255C-491276E19B87}"/>
              </a:ext>
            </a:extLst>
          </p:cNvPr>
          <p:cNvGrpSpPr/>
          <p:nvPr/>
        </p:nvGrpSpPr>
        <p:grpSpPr>
          <a:xfrm>
            <a:off x="762000" y="4021436"/>
            <a:ext cx="5194300" cy="2201565"/>
            <a:chOff x="762000" y="4021436"/>
            <a:chExt cx="5194300" cy="2201565"/>
          </a:xfrm>
        </p:grpSpPr>
        <p:sp>
          <p:nvSpPr>
            <p:cNvPr id="9" name="Shape 7"/>
            <p:cNvSpPr/>
            <p:nvPr/>
          </p:nvSpPr>
          <p:spPr>
            <a:xfrm>
              <a:off x="762000" y="4021436"/>
              <a:ext cx="5194300" cy="2201565"/>
            </a:xfrm>
            <a:prstGeom prst="roundRect">
              <a:avLst>
                <a:gd name="adj" fmla="val 5192"/>
              </a:avLst>
            </a:prstGeom>
            <a:solidFill>
              <a:srgbClr val="FFFFFF"/>
            </a:solidFill>
            <a:ln w="19050">
              <a:solidFill>
                <a:srgbClr val="E4E5E1"/>
              </a:solidFill>
              <a:prstDash val="solid"/>
            </a:ln>
          </p:spPr>
          <p:txBody>
            <a:bodyPr/>
            <a:lstStyle/>
            <a:p>
              <a:endParaRPr lang="en-GB" sz="1200"/>
            </a:p>
          </p:txBody>
        </p:sp>
        <p:sp>
          <p:nvSpPr>
            <p:cNvPr id="10" name="Text 8"/>
            <p:cNvSpPr/>
            <p:nvPr/>
          </p:nvSpPr>
          <p:spPr>
            <a:xfrm>
              <a:off x="1079500" y="4338935"/>
              <a:ext cx="4696079" cy="241300"/>
            </a:xfrm>
            <a:prstGeom prst="rect">
              <a:avLst/>
            </a:prstGeom>
            <a:noFill/>
            <a:ln/>
          </p:spPr>
          <p:txBody>
            <a:bodyPr wrap="square" lIns="16933" tIns="16933" rIns="16933" bIns="16933" rtlCol="0" anchor="t">
              <a:normAutofit fontScale="92500" lnSpcReduction="20000"/>
            </a:bodyPr>
            <a:lstStyle/>
            <a:p>
              <a:r>
                <a:rPr lang="en-US" sz="1600" b="1" dirty="0">
                  <a:solidFill>
                    <a:srgbClr val="167A5B"/>
                  </a:solidFill>
                  <a:latin typeface="Courier New" pitchFamily="34" charset="0"/>
                  <a:ea typeface="Courier New" pitchFamily="34" charset="-122"/>
                  <a:cs typeface="Courier New" pitchFamily="34" charset="-120"/>
                </a:rPr>
                <a:t>03</a:t>
              </a:r>
              <a:endParaRPr lang="en-US" sz="1600" b="1" dirty="0"/>
            </a:p>
          </p:txBody>
        </p:sp>
        <p:sp>
          <p:nvSpPr>
            <p:cNvPr id="11" name="Text 9"/>
            <p:cNvSpPr/>
            <p:nvPr/>
          </p:nvSpPr>
          <p:spPr>
            <a:xfrm>
              <a:off x="1079501" y="4707236"/>
              <a:ext cx="4696079" cy="639365"/>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Failure becomes partial. </a:t>
              </a:r>
              <a:r>
                <a:rPr lang="en-US" sz="1650" dirty="0">
                  <a:solidFill>
                    <a:schemeClr val="tx1">
                      <a:lumMod val="85000"/>
                      <a:lumOff val="15000"/>
                    </a:schemeClr>
                  </a:solidFill>
                  <a:latin typeface="Arial" pitchFamily="34" charset="0"/>
                  <a:ea typeface="Arial" pitchFamily="34" charset="-122"/>
                  <a:cs typeface="Arial" pitchFamily="34" charset="-120"/>
                </a:rPr>
                <a:t>We killed Wallet and rides kept moving. Monoliths can't do that.</a:t>
              </a:r>
              <a:endParaRPr lang="en-US" sz="1650" dirty="0">
                <a:solidFill>
                  <a:schemeClr val="tx1">
                    <a:lumMod val="85000"/>
                    <a:lumOff val="15000"/>
                  </a:schemeClr>
                </a:solidFill>
              </a:endParaRPr>
            </a:p>
          </p:txBody>
        </p:sp>
      </p:grpSp>
      <p:grpSp>
        <p:nvGrpSpPr>
          <p:cNvPr id="17" name="Group 16">
            <a:extLst>
              <a:ext uri="{FF2B5EF4-FFF2-40B4-BE49-F238E27FC236}">
                <a16:creationId xmlns:a16="http://schemas.microsoft.com/office/drawing/2014/main" id="{1FB02C7E-8817-C157-BCEE-39FF82DD3573}"/>
              </a:ext>
            </a:extLst>
          </p:cNvPr>
          <p:cNvGrpSpPr/>
          <p:nvPr/>
        </p:nvGrpSpPr>
        <p:grpSpPr>
          <a:xfrm>
            <a:off x="6235700" y="4021436"/>
            <a:ext cx="5194300" cy="2201565"/>
            <a:chOff x="6235700" y="4021436"/>
            <a:chExt cx="5194300" cy="2201565"/>
          </a:xfrm>
        </p:grpSpPr>
        <p:sp>
          <p:nvSpPr>
            <p:cNvPr id="12" name="Shape 10"/>
            <p:cNvSpPr/>
            <p:nvPr/>
          </p:nvSpPr>
          <p:spPr>
            <a:xfrm>
              <a:off x="6235700" y="4021436"/>
              <a:ext cx="5194300" cy="2201565"/>
            </a:xfrm>
            <a:prstGeom prst="roundRect">
              <a:avLst>
                <a:gd name="adj" fmla="val 5192"/>
              </a:avLst>
            </a:prstGeom>
            <a:solidFill>
              <a:srgbClr val="FFFFFF"/>
            </a:solidFill>
            <a:ln w="19050">
              <a:solidFill>
                <a:srgbClr val="E4E5E1"/>
              </a:solidFill>
              <a:prstDash val="solid"/>
            </a:ln>
          </p:spPr>
          <p:txBody>
            <a:bodyPr/>
            <a:lstStyle/>
            <a:p>
              <a:endParaRPr lang="en-GB" sz="1200"/>
            </a:p>
          </p:txBody>
        </p:sp>
        <p:sp>
          <p:nvSpPr>
            <p:cNvPr id="13" name="Text 11"/>
            <p:cNvSpPr/>
            <p:nvPr/>
          </p:nvSpPr>
          <p:spPr>
            <a:xfrm>
              <a:off x="6553200" y="4338935"/>
              <a:ext cx="4696079" cy="241300"/>
            </a:xfrm>
            <a:prstGeom prst="rect">
              <a:avLst/>
            </a:prstGeom>
            <a:noFill/>
            <a:ln/>
          </p:spPr>
          <p:txBody>
            <a:bodyPr wrap="square" lIns="16933" tIns="16933" rIns="16933" bIns="16933" rtlCol="0" anchor="t">
              <a:normAutofit fontScale="92500" lnSpcReduction="20000"/>
            </a:bodyPr>
            <a:lstStyle/>
            <a:p>
              <a:r>
                <a:rPr lang="en-US" sz="1600" b="1" dirty="0">
                  <a:solidFill>
                    <a:srgbClr val="167A5B"/>
                  </a:solidFill>
                  <a:latin typeface="Courier New" pitchFamily="34" charset="0"/>
                  <a:ea typeface="Courier New" pitchFamily="34" charset="-122"/>
                  <a:cs typeface="Courier New" pitchFamily="34" charset="-120"/>
                </a:rPr>
                <a:t>04</a:t>
              </a:r>
              <a:endParaRPr lang="en-US" sz="1600" b="1" dirty="0"/>
            </a:p>
          </p:txBody>
        </p:sp>
        <p:sp>
          <p:nvSpPr>
            <p:cNvPr id="14" name="Text 12"/>
            <p:cNvSpPr/>
            <p:nvPr/>
          </p:nvSpPr>
          <p:spPr>
            <a:xfrm>
              <a:off x="6553201" y="4707236"/>
              <a:ext cx="4696079" cy="943173"/>
            </a:xfrm>
            <a:prstGeom prst="rect">
              <a:avLst/>
            </a:prstGeom>
            <a:noFill/>
            <a:ln/>
          </p:spPr>
          <p:txBody>
            <a:bodyPr wrap="square" lIns="16933" tIns="16933" rIns="16933" bIns="16933" rtlCol="0" anchor="t">
              <a:normAutofit lnSpcReduction="10000"/>
            </a:bodyPr>
            <a:lstStyle/>
            <a:p>
              <a:pPr>
                <a:lnSpc>
                  <a:spcPct val="125921"/>
                </a:lnSpc>
              </a:pPr>
              <a:r>
                <a:rPr lang="en-US" sz="1650" b="1" dirty="0">
                  <a:solidFill>
                    <a:schemeClr val="tx1">
                      <a:lumMod val="85000"/>
                      <a:lumOff val="15000"/>
                    </a:schemeClr>
                  </a:solidFill>
                  <a:latin typeface="Arial" pitchFamily="34" charset="0"/>
                  <a:ea typeface="Arial" pitchFamily="34" charset="-122"/>
                  <a:cs typeface="Arial" pitchFamily="34" charset="-120"/>
                </a:rPr>
                <a:t>It's earned, not default. </a:t>
              </a:r>
              <a:r>
                <a:rPr lang="en-US" sz="1650" dirty="0">
                  <a:solidFill>
                    <a:schemeClr val="tx1">
                      <a:lumMod val="85000"/>
                      <a:lumOff val="15000"/>
                    </a:schemeClr>
                  </a:solidFill>
                  <a:latin typeface="Arial" pitchFamily="34" charset="0"/>
                  <a:ea typeface="Arial" pitchFamily="34" charset="-122"/>
                  <a:cs typeface="Arial" pitchFamily="34" charset="-120"/>
                </a:rPr>
                <a:t>Careem started as a monolith and became a $3.1B super app by knowing </a:t>
              </a:r>
              <a:r>
                <a:rPr lang="en-US" sz="1650" i="1" dirty="0">
                  <a:solidFill>
                    <a:schemeClr val="tx1">
                      <a:lumMod val="85000"/>
                      <a:lumOff val="15000"/>
                    </a:schemeClr>
                  </a:solidFill>
                  <a:latin typeface="Arial" pitchFamily="34" charset="0"/>
                  <a:ea typeface="Arial" pitchFamily="34" charset="-122"/>
                  <a:cs typeface="Arial" pitchFamily="34" charset="-120"/>
                </a:rPr>
                <a:t>when</a:t>
              </a:r>
              <a:r>
                <a:rPr lang="en-US" sz="1650" dirty="0">
                  <a:solidFill>
                    <a:schemeClr val="tx1">
                      <a:lumMod val="85000"/>
                      <a:lumOff val="15000"/>
                    </a:schemeClr>
                  </a:solidFill>
                  <a:latin typeface="Arial" pitchFamily="34" charset="0"/>
                  <a:ea typeface="Arial" pitchFamily="34" charset="-122"/>
                  <a:cs typeface="Arial" pitchFamily="34" charset="-120"/>
                </a:rPr>
                <a:t> to change.</a:t>
              </a:r>
              <a:endParaRPr lang="en-US" sz="1650" dirty="0">
                <a:solidFill>
                  <a:schemeClr val="tx1">
                    <a:lumMod val="85000"/>
                    <a:lumOff val="15000"/>
                  </a:schemeClr>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216152" y="1980693"/>
            <a:ext cx="9948672" cy="892175"/>
          </a:xfrm>
          <a:prstGeom prst="rect">
            <a:avLst/>
          </a:prstGeom>
          <a:noFill/>
          <a:ln/>
        </p:spPr>
        <p:txBody>
          <a:bodyPr wrap="square" lIns="16933" tIns="16933" rIns="16933" bIns="16933" rtlCol="0" anchor="t">
            <a:normAutofit lnSpcReduction="10000"/>
          </a:bodyPr>
          <a:lstStyle/>
          <a:p>
            <a:pPr algn="ctr">
              <a:lnSpc>
                <a:spcPct val="92230"/>
              </a:lnSpc>
            </a:pPr>
            <a:r>
              <a:rPr lang="en-US" sz="6500" b="1" dirty="0">
                <a:solidFill>
                  <a:schemeClr val="tx1">
                    <a:lumMod val="85000"/>
                    <a:lumOff val="15000"/>
                  </a:schemeClr>
                </a:solidFill>
                <a:latin typeface="Georgia" pitchFamily="34" charset="0"/>
                <a:ea typeface="Georgia" pitchFamily="34" charset="-122"/>
                <a:cs typeface="Georgia" pitchFamily="34" charset="-120"/>
              </a:rPr>
              <a:t>Questions?</a:t>
            </a:r>
            <a:endParaRPr lang="en-US" sz="6500" dirty="0">
              <a:solidFill>
                <a:schemeClr val="tx1">
                  <a:lumMod val="85000"/>
                  <a:lumOff val="15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53E34-4AED-B232-3398-E9F1EC4CA296}"/>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85EBC25-B923-72BC-795F-E0ECB47540A9}"/>
              </a:ext>
            </a:extLst>
          </p:cNvPr>
          <p:cNvSpPr/>
          <p:nvPr/>
        </p:nvSpPr>
        <p:spPr>
          <a:xfrm>
            <a:off x="1216152" y="1980693"/>
            <a:ext cx="9948672" cy="892175"/>
          </a:xfrm>
          <a:prstGeom prst="rect">
            <a:avLst/>
          </a:prstGeom>
          <a:noFill/>
          <a:ln/>
        </p:spPr>
        <p:txBody>
          <a:bodyPr wrap="square" lIns="16933" tIns="16933" rIns="16933" bIns="16933" rtlCol="0" anchor="t">
            <a:normAutofit lnSpcReduction="10000"/>
          </a:bodyPr>
          <a:lstStyle/>
          <a:p>
            <a:pPr algn="ctr">
              <a:lnSpc>
                <a:spcPct val="92230"/>
              </a:lnSpc>
            </a:pPr>
            <a:r>
              <a:rPr lang="en-US" sz="6500" b="1" dirty="0">
                <a:solidFill>
                  <a:schemeClr val="tx1">
                    <a:lumMod val="85000"/>
                    <a:lumOff val="15000"/>
                  </a:schemeClr>
                </a:solidFill>
                <a:latin typeface="Georgia" pitchFamily="34" charset="0"/>
                <a:ea typeface="Georgia" pitchFamily="34" charset="-122"/>
                <a:cs typeface="Georgia" pitchFamily="34" charset="-120"/>
              </a:rPr>
              <a:t>Assignment</a:t>
            </a:r>
            <a:endParaRPr lang="en-US" sz="6500" dirty="0">
              <a:solidFill>
                <a:schemeClr val="tx1">
                  <a:lumMod val="85000"/>
                  <a:lumOff val="15000"/>
                </a:schemeClr>
              </a:solidFill>
            </a:endParaRPr>
          </a:p>
        </p:txBody>
      </p:sp>
      <p:sp>
        <p:nvSpPr>
          <p:cNvPr id="4" name="TextBox 3">
            <a:extLst>
              <a:ext uri="{FF2B5EF4-FFF2-40B4-BE49-F238E27FC236}">
                <a16:creationId xmlns:a16="http://schemas.microsoft.com/office/drawing/2014/main" id="{803743F2-CB92-79C7-988C-2F11694020EF}"/>
              </a:ext>
            </a:extLst>
          </p:cNvPr>
          <p:cNvSpPr txBox="1"/>
          <p:nvPr/>
        </p:nvSpPr>
        <p:spPr>
          <a:xfrm>
            <a:off x="1216151" y="3105835"/>
            <a:ext cx="10043519" cy="2308324"/>
          </a:xfrm>
          <a:prstGeom prst="rect">
            <a:avLst/>
          </a:prstGeom>
          <a:noFill/>
        </p:spPr>
        <p:txBody>
          <a:bodyPr wrap="square">
            <a:spAutoFit/>
          </a:bodyPr>
          <a:lstStyle/>
          <a:p>
            <a:r>
              <a:rPr lang="en-US" b="1" dirty="0"/>
              <a:t>Add another microservice to this suite of projects to cache shared metadata to survive rush-hour surges using a Redis cache.</a:t>
            </a:r>
          </a:p>
          <a:p>
            <a:pPr marL="342900" indent="-342900">
              <a:buAutoNum type="arabicPeriod"/>
            </a:pPr>
            <a:r>
              <a:rPr lang="en-US" dirty="0"/>
              <a:t>Fork the repository</a:t>
            </a:r>
          </a:p>
          <a:p>
            <a:pPr marL="342900" indent="-342900">
              <a:buAutoNum type="arabicPeriod"/>
            </a:pPr>
            <a:r>
              <a:rPr lang="en-US" dirty="0"/>
              <a:t>Read </a:t>
            </a:r>
            <a:r>
              <a:rPr lang="en-US" dirty="0" err="1"/>
              <a:t>GUIDE.md</a:t>
            </a:r>
            <a:r>
              <a:rPr lang="en-US" dirty="0"/>
              <a:t> and follow the instructions to try end-to-end workflow</a:t>
            </a:r>
          </a:p>
          <a:p>
            <a:pPr marL="342900" indent="-342900">
              <a:buAutoNum type="arabicPeriod"/>
            </a:pPr>
            <a:r>
              <a:rPr lang="en-US" dirty="0"/>
              <a:t>Add your contribution</a:t>
            </a:r>
          </a:p>
          <a:p>
            <a:pPr marL="342900" indent="-342900">
              <a:buAutoNum type="arabicPeriod"/>
            </a:pPr>
            <a:r>
              <a:rPr lang="en-US" dirty="0"/>
              <a:t>Review within team</a:t>
            </a:r>
          </a:p>
          <a:p>
            <a:pPr marL="342900" indent="-342900">
              <a:buAutoNum type="arabicPeriod"/>
            </a:pPr>
            <a:r>
              <a:rPr lang="en-US" dirty="0"/>
              <a:t>Use Claude code to evaluate</a:t>
            </a:r>
          </a:p>
          <a:p>
            <a:pPr marL="342900" indent="-342900">
              <a:buAutoNum type="arabicPeriod"/>
            </a:pPr>
            <a:r>
              <a:rPr lang="en-US" dirty="0"/>
              <a:t>Submit to your LMS</a:t>
            </a:r>
          </a:p>
        </p:txBody>
      </p:sp>
    </p:spTree>
    <p:extLst>
      <p:ext uri="{BB962C8B-B14F-4D97-AF65-F5344CB8AC3E}">
        <p14:creationId xmlns:p14="http://schemas.microsoft.com/office/powerpoint/2010/main" val="968411543"/>
      </p:ext>
    </p:extLst>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03430"/>
      </a:dk2>
      <a:lt2>
        <a:srgbClr val="F0EDE6"/>
      </a:lt2>
      <a:accent1>
        <a:srgbClr val="A57361"/>
      </a:accent1>
      <a:accent2>
        <a:srgbClr val="CD9979"/>
      </a:accent2>
      <a:accent3>
        <a:srgbClr val="4E6C67"/>
      </a:accent3>
      <a:accent4>
        <a:srgbClr val="BA958C"/>
      </a:accent4>
      <a:accent5>
        <a:srgbClr val="A08C60"/>
      </a:accent5>
      <a:accent6>
        <a:srgbClr val="956969"/>
      </a:accent6>
      <a:hlink>
        <a:srgbClr val="B0685E"/>
      </a:hlink>
      <a:folHlink>
        <a:srgbClr val="5E827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826328CA-5F67-4711-B85D-145ABD90F0C2}" vid="{19057A55-7D5A-4630-9E53-CA5ED6447771}"/>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700</TotalTime>
  <Words>3837</Words>
  <Application>Microsoft Macintosh PowerPoint</Application>
  <PresentationFormat>Widescreen</PresentationFormat>
  <Paragraphs>337</Paragraphs>
  <Slides>32</Slides>
  <Notes>31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32</vt:i4>
      </vt:variant>
    </vt:vector>
  </HeadingPairs>
  <TitlesOfParts>
    <vt:vector size="41" baseType="lpstr">
      <vt:lpstr>Aptos</vt:lpstr>
      <vt:lpstr>Arial</vt:lpstr>
      <vt:lpstr>Calibri</vt:lpstr>
      <vt:lpstr>Calibri Light</vt:lpstr>
      <vt:lpstr>Courier New</vt:lpstr>
      <vt:lpstr>Georgia</vt:lpstr>
      <vt:lpstr>Neue Haas Grotesk Text Pro</vt:lpstr>
      <vt:lpstr>Dune</vt:lpstr>
      <vt:lpstr>Retrospect</vt:lpstr>
      <vt:lpstr>Microservices: a philosophically different way of solving modern software problems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Owais Ahmed</dc:creator>
  <cp:lastModifiedBy>Rabeeba Batool</cp:lastModifiedBy>
  <cp:revision>3</cp:revision>
  <dcterms:created xsi:type="dcterms:W3CDTF">2026-07-13T07:57:30Z</dcterms:created>
  <dcterms:modified xsi:type="dcterms:W3CDTF">2026-07-17T04:14:44Z</dcterms:modified>
</cp:coreProperties>
</file>