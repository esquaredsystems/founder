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49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9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#1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5#2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AC2465D-0A3E-4B2C-B5FB-872B9D7D6A66}" type="doc">
      <dgm:prSet loTypeId="urn:microsoft.com/office/officeart/2005/8/layout/target2" loCatId="relationship" qsTypeId="urn:microsoft.com/office/officeart/2005/8/quickstyle/simple1#1" qsCatId="simple" csTypeId="urn:microsoft.com/office/officeart/2005/8/colors/colorful5#1" csCatId="colorful" phldr="1"/>
      <dgm:spPr/>
      <dgm:t>
        <a:bodyPr/>
        <a:lstStyle/>
        <a:p>
          <a:endParaRPr lang="en-US"/>
        </a:p>
      </dgm:t>
    </dgm:pt>
    <dgm:pt modelId="{83B21198-35AA-47A7-AFCC-8750DB33D11C}">
      <dgm:prSet phldrT="[Text]"/>
      <dgm:spPr/>
      <dgm:t>
        <a:bodyPr/>
        <a:lstStyle/>
        <a:p>
          <a:r>
            <a:rPr lang="en-US" dirty="0"/>
            <a:t>Artificial Intelligence</a:t>
          </a:r>
          <a:endParaRPr lang="en-US"/>
        </a:p>
      </dgm:t>
    </dgm:pt>
    <dgm:pt modelId="{78000001-E399-4062-947B-E2976379D6EC}" type="parTrans" cxnId="{B0B410BE-618B-40A3-844E-B920679FFB15}">
      <dgm:prSet/>
      <dgm:spPr/>
      <dgm:t>
        <a:bodyPr/>
        <a:lstStyle/>
        <a:p>
          <a:endParaRPr lang="en-US"/>
        </a:p>
      </dgm:t>
    </dgm:pt>
    <dgm:pt modelId="{D9C96417-CA4A-455A-80FE-5F988339D1E2}" type="sibTrans" cxnId="{B0B410BE-618B-40A3-844E-B920679FFB15}">
      <dgm:prSet/>
      <dgm:spPr/>
      <dgm:t>
        <a:bodyPr/>
        <a:lstStyle/>
        <a:p>
          <a:endParaRPr lang="en-US"/>
        </a:p>
      </dgm:t>
    </dgm:pt>
    <dgm:pt modelId="{70070465-218D-4B35-AE51-81B1C533328A}">
      <dgm:prSet phldrT="[Text]"/>
      <dgm:spPr/>
      <dgm:t>
        <a:bodyPr/>
        <a:lstStyle/>
        <a:p>
          <a:r>
            <a:rPr lang="en-US"/>
            <a:t>Robotics</a:t>
          </a:r>
        </a:p>
      </dgm:t>
    </dgm:pt>
    <dgm:pt modelId="{96A02E12-181D-4154-A037-6C2DACA7D06A}" type="parTrans" cxnId="{33884BED-1593-4F9F-ABC0-16EA4C6302B8}">
      <dgm:prSet/>
      <dgm:spPr/>
      <dgm:t>
        <a:bodyPr/>
        <a:lstStyle/>
        <a:p>
          <a:endParaRPr lang="en-US"/>
        </a:p>
      </dgm:t>
    </dgm:pt>
    <dgm:pt modelId="{F8D70987-7D29-429B-943C-392516273B22}" type="sibTrans" cxnId="{33884BED-1593-4F9F-ABC0-16EA4C6302B8}">
      <dgm:prSet/>
      <dgm:spPr/>
      <dgm:t>
        <a:bodyPr/>
        <a:lstStyle/>
        <a:p>
          <a:endParaRPr lang="en-US"/>
        </a:p>
      </dgm:t>
    </dgm:pt>
    <dgm:pt modelId="{471BB7FA-B825-4A99-AEA0-908C4FBDE840}">
      <dgm:prSet phldrT="[Text]"/>
      <dgm:spPr/>
      <dgm:t>
        <a:bodyPr/>
        <a:lstStyle/>
        <a:p>
          <a:r>
            <a:rPr lang="en-US"/>
            <a:t>Human Computer Interaction</a:t>
          </a:r>
        </a:p>
      </dgm:t>
    </dgm:pt>
    <dgm:pt modelId="{159BCDBC-9797-4E51-B8AC-57556826E753}" type="parTrans" cxnId="{6C21E380-BE56-415A-A92C-A10DAEEED98B}">
      <dgm:prSet/>
      <dgm:spPr/>
      <dgm:t>
        <a:bodyPr/>
        <a:lstStyle/>
        <a:p>
          <a:endParaRPr lang="en-US"/>
        </a:p>
      </dgm:t>
    </dgm:pt>
    <dgm:pt modelId="{748BED7E-04C3-4413-A04C-88A104E4DCBE}" type="sibTrans" cxnId="{6C21E380-BE56-415A-A92C-A10DAEEED98B}">
      <dgm:prSet/>
      <dgm:spPr/>
      <dgm:t>
        <a:bodyPr/>
        <a:lstStyle/>
        <a:p>
          <a:endParaRPr lang="en-US"/>
        </a:p>
      </dgm:t>
    </dgm:pt>
    <dgm:pt modelId="{21D7E87C-7403-4EF2-B71C-5D050FCB0992}">
      <dgm:prSet phldrT="[Text]"/>
      <dgm:spPr/>
      <dgm:t>
        <a:bodyPr/>
        <a:lstStyle/>
        <a:p>
          <a:r>
            <a:rPr lang="en-US" dirty="0"/>
            <a:t>Data Science</a:t>
          </a:r>
        </a:p>
      </dgm:t>
    </dgm:pt>
    <dgm:pt modelId="{33977D5D-01F6-461E-9E00-73B866DEFFBF}" type="parTrans" cxnId="{7538F004-CDFB-421A-BCD3-7914354DFF90}">
      <dgm:prSet/>
      <dgm:spPr/>
      <dgm:t>
        <a:bodyPr/>
        <a:lstStyle/>
        <a:p>
          <a:endParaRPr lang="en-US"/>
        </a:p>
      </dgm:t>
    </dgm:pt>
    <dgm:pt modelId="{2A40D482-456F-42C7-9EE9-EDFC073A1B8D}" type="sibTrans" cxnId="{7538F004-CDFB-421A-BCD3-7914354DFF90}">
      <dgm:prSet/>
      <dgm:spPr/>
      <dgm:t>
        <a:bodyPr/>
        <a:lstStyle/>
        <a:p>
          <a:endParaRPr lang="en-US"/>
        </a:p>
      </dgm:t>
    </dgm:pt>
    <dgm:pt modelId="{88FB6337-E394-40BC-AD8A-750EF8DE99A5}">
      <dgm:prSet phldrT="[Text]"/>
      <dgm:spPr/>
      <dgm:t>
        <a:bodyPr/>
        <a:lstStyle/>
        <a:p>
          <a:r>
            <a:rPr lang="en-US"/>
            <a:t>Business Intelligence</a:t>
          </a:r>
        </a:p>
      </dgm:t>
    </dgm:pt>
    <dgm:pt modelId="{69917B04-0F0C-4271-B422-39566A840E7E}" type="parTrans" cxnId="{B138824A-5D10-4958-A9F0-19D1AAC8BD4D}">
      <dgm:prSet/>
      <dgm:spPr/>
      <dgm:t>
        <a:bodyPr/>
        <a:lstStyle/>
        <a:p>
          <a:endParaRPr lang="en-US"/>
        </a:p>
      </dgm:t>
    </dgm:pt>
    <dgm:pt modelId="{96C7D6EA-88A3-4860-A7B1-045B3DB9911B}" type="sibTrans" cxnId="{B138824A-5D10-4958-A9F0-19D1AAC8BD4D}">
      <dgm:prSet/>
      <dgm:spPr/>
      <dgm:t>
        <a:bodyPr/>
        <a:lstStyle/>
        <a:p>
          <a:endParaRPr lang="en-US"/>
        </a:p>
      </dgm:t>
    </dgm:pt>
    <dgm:pt modelId="{DA075107-B24B-4F12-B15B-306A6D656DDB}">
      <dgm:prSet phldrT="[Text]"/>
      <dgm:spPr/>
      <dgm:t>
        <a:bodyPr/>
        <a:lstStyle/>
        <a:p>
          <a:r>
            <a:rPr lang="en-US"/>
            <a:t>Programming</a:t>
          </a:r>
        </a:p>
      </dgm:t>
    </dgm:pt>
    <dgm:pt modelId="{81CED8D8-C34F-461F-9DA7-6512D78FDA13}" type="parTrans" cxnId="{39620DE1-D433-497D-B51D-C6CCE9735C1C}">
      <dgm:prSet/>
      <dgm:spPr/>
      <dgm:t>
        <a:bodyPr/>
        <a:lstStyle/>
        <a:p>
          <a:endParaRPr lang="en-US"/>
        </a:p>
      </dgm:t>
    </dgm:pt>
    <dgm:pt modelId="{C929B390-DA0E-4AB5-896F-7D39F8C0DDE9}" type="sibTrans" cxnId="{39620DE1-D433-497D-B51D-C6CCE9735C1C}">
      <dgm:prSet/>
      <dgm:spPr/>
      <dgm:t>
        <a:bodyPr/>
        <a:lstStyle/>
        <a:p>
          <a:endParaRPr lang="en-US"/>
        </a:p>
      </dgm:t>
    </dgm:pt>
    <dgm:pt modelId="{0F43CF4C-AC5F-4CA4-8B8A-5EEFEBF66E70}">
      <dgm:prSet phldrT="[Text]"/>
      <dgm:spPr/>
      <dgm:t>
        <a:bodyPr/>
        <a:lstStyle/>
        <a:p>
          <a:r>
            <a:rPr lang="en-US" dirty="0" err="1"/>
            <a:t>Maths</a:t>
          </a:r>
          <a:endParaRPr lang="en-US" dirty="0"/>
        </a:p>
      </dgm:t>
    </dgm:pt>
    <dgm:pt modelId="{26E131DE-5FBF-4C14-8095-AEC33998380D}" type="parTrans" cxnId="{883E6D1C-7E38-49CB-80DD-4084A245E388}">
      <dgm:prSet/>
      <dgm:spPr/>
      <dgm:t>
        <a:bodyPr/>
        <a:lstStyle/>
        <a:p>
          <a:endParaRPr lang="en-US"/>
        </a:p>
      </dgm:t>
    </dgm:pt>
    <dgm:pt modelId="{AE488599-003F-4B94-A3BC-80AB4BCEE0FA}" type="sibTrans" cxnId="{883E6D1C-7E38-49CB-80DD-4084A245E388}">
      <dgm:prSet/>
      <dgm:spPr/>
      <dgm:t>
        <a:bodyPr/>
        <a:lstStyle/>
        <a:p>
          <a:endParaRPr lang="en-US"/>
        </a:p>
      </dgm:t>
    </dgm:pt>
    <dgm:pt modelId="{D03DD653-2639-4C13-9E01-12B688156765}">
      <dgm:prSet phldrT="[Text]"/>
      <dgm:spPr/>
      <dgm:t>
        <a:bodyPr/>
        <a:lstStyle/>
        <a:p>
          <a:r>
            <a:rPr lang="en-US"/>
            <a:t>Statistics</a:t>
          </a:r>
        </a:p>
      </dgm:t>
    </dgm:pt>
    <dgm:pt modelId="{ACD52510-E38D-4664-8ABC-FA64211224BB}" type="parTrans" cxnId="{3BCB21E8-1239-4DCA-B54F-B29409660D3B}">
      <dgm:prSet/>
      <dgm:spPr/>
      <dgm:t>
        <a:bodyPr/>
        <a:lstStyle/>
        <a:p>
          <a:endParaRPr lang="en-US"/>
        </a:p>
      </dgm:t>
    </dgm:pt>
    <dgm:pt modelId="{A629D8AC-A05C-4ED5-9C12-62F3D16712B4}" type="sibTrans" cxnId="{3BCB21E8-1239-4DCA-B54F-B29409660D3B}">
      <dgm:prSet/>
      <dgm:spPr/>
      <dgm:t>
        <a:bodyPr/>
        <a:lstStyle/>
        <a:p>
          <a:endParaRPr lang="en-US"/>
        </a:p>
      </dgm:t>
    </dgm:pt>
    <dgm:pt modelId="{72FA15AD-0D66-4E0E-98AC-F4FD79FFA6AD}">
      <dgm:prSet phldrT="[Text]"/>
      <dgm:spPr/>
      <dgm:t>
        <a:bodyPr/>
        <a:lstStyle/>
        <a:p>
          <a:r>
            <a:rPr lang="en-US"/>
            <a:t>Machine Learning</a:t>
          </a:r>
        </a:p>
      </dgm:t>
    </dgm:pt>
    <dgm:pt modelId="{64C34130-31A2-44F9-B4F5-75281140D474}" type="parTrans" cxnId="{E05065DC-C103-47FC-B931-F365369CB61D}">
      <dgm:prSet/>
      <dgm:spPr/>
      <dgm:t>
        <a:bodyPr/>
        <a:lstStyle/>
        <a:p>
          <a:endParaRPr lang="en-US"/>
        </a:p>
      </dgm:t>
    </dgm:pt>
    <dgm:pt modelId="{CBAAAF89-85D9-4933-83AE-5A2D5C44056D}" type="sibTrans" cxnId="{E05065DC-C103-47FC-B931-F365369CB61D}">
      <dgm:prSet/>
      <dgm:spPr/>
      <dgm:t>
        <a:bodyPr/>
        <a:lstStyle/>
        <a:p>
          <a:endParaRPr lang="en-US"/>
        </a:p>
      </dgm:t>
    </dgm:pt>
    <dgm:pt modelId="{5961B539-4ADD-4FF5-BEB1-15B6C07757F9}" type="pres">
      <dgm:prSet presAssocID="{AAC2465D-0A3E-4B2C-B5FB-872B9D7D6A66}" presName="Name0" presStyleCnt="0">
        <dgm:presLayoutVars>
          <dgm:chMax val="3"/>
          <dgm:chPref val="1"/>
          <dgm:dir/>
          <dgm:animLvl val="lvl"/>
          <dgm:resizeHandles/>
        </dgm:presLayoutVars>
      </dgm:prSet>
      <dgm:spPr/>
    </dgm:pt>
    <dgm:pt modelId="{B7D6048F-78CF-4B1E-9E66-B2CFED4EEFFB}" type="pres">
      <dgm:prSet presAssocID="{AAC2465D-0A3E-4B2C-B5FB-872B9D7D6A66}" presName="outerBox" presStyleCnt="0"/>
      <dgm:spPr/>
    </dgm:pt>
    <dgm:pt modelId="{4B94457D-62D9-4521-8CF5-4819B2071B5A}" type="pres">
      <dgm:prSet presAssocID="{AAC2465D-0A3E-4B2C-B5FB-872B9D7D6A66}" presName="outerBoxParent" presStyleLbl="node1" presStyleIdx="0" presStyleCnt="3"/>
      <dgm:spPr/>
    </dgm:pt>
    <dgm:pt modelId="{9503F9A2-8DB0-4838-A737-2F0D68DA6AE2}" type="pres">
      <dgm:prSet presAssocID="{AAC2465D-0A3E-4B2C-B5FB-872B9D7D6A66}" presName="outerBoxChildren" presStyleCnt="0"/>
      <dgm:spPr/>
    </dgm:pt>
    <dgm:pt modelId="{6927823F-B920-48F6-8643-A2DAAC549C45}" type="pres">
      <dgm:prSet presAssocID="{70070465-218D-4B35-AE51-81B1C533328A}" presName="oChild" presStyleLbl="fgAcc1" presStyleIdx="0" presStyleCnt="6">
        <dgm:presLayoutVars>
          <dgm:bulletEnabled val="1"/>
        </dgm:presLayoutVars>
      </dgm:prSet>
      <dgm:spPr/>
    </dgm:pt>
    <dgm:pt modelId="{7B54E523-F985-49EE-B5F5-52D33152C2A6}" type="pres">
      <dgm:prSet presAssocID="{F8D70987-7D29-429B-943C-392516273B22}" presName="outerSibTrans" presStyleCnt="0"/>
      <dgm:spPr/>
    </dgm:pt>
    <dgm:pt modelId="{30F5B8A3-0159-4A35-9C4B-4B263227BEE2}" type="pres">
      <dgm:prSet presAssocID="{471BB7FA-B825-4A99-AEA0-908C4FBDE840}" presName="oChild" presStyleLbl="fgAcc1" presStyleIdx="1" presStyleCnt="6">
        <dgm:presLayoutVars>
          <dgm:bulletEnabled val="1"/>
        </dgm:presLayoutVars>
      </dgm:prSet>
      <dgm:spPr/>
    </dgm:pt>
    <dgm:pt modelId="{675ADFE9-7406-4D22-8146-B85BB98C6C20}" type="pres">
      <dgm:prSet presAssocID="{AAC2465D-0A3E-4B2C-B5FB-872B9D7D6A66}" presName="middleBox" presStyleCnt="0"/>
      <dgm:spPr/>
    </dgm:pt>
    <dgm:pt modelId="{0888FFF0-BB58-4133-AD7C-827124806555}" type="pres">
      <dgm:prSet presAssocID="{AAC2465D-0A3E-4B2C-B5FB-872B9D7D6A66}" presName="middleBoxParent" presStyleLbl="node1" presStyleIdx="1" presStyleCnt="3"/>
      <dgm:spPr/>
    </dgm:pt>
    <dgm:pt modelId="{1F268237-E39F-4F0C-A8A6-4AABE8307A4D}" type="pres">
      <dgm:prSet presAssocID="{AAC2465D-0A3E-4B2C-B5FB-872B9D7D6A66}" presName="middleBoxChildren" presStyleCnt="0"/>
      <dgm:spPr/>
    </dgm:pt>
    <dgm:pt modelId="{884CB370-2DF3-47A4-8383-7C7962B2ACF4}" type="pres">
      <dgm:prSet presAssocID="{88FB6337-E394-40BC-AD8A-750EF8DE99A5}" presName="mChild" presStyleLbl="fgAcc1" presStyleIdx="2" presStyleCnt="6">
        <dgm:presLayoutVars>
          <dgm:bulletEnabled val="1"/>
        </dgm:presLayoutVars>
      </dgm:prSet>
      <dgm:spPr/>
    </dgm:pt>
    <dgm:pt modelId="{8BAAAC7C-DBD7-4E91-B27B-7739381485F0}" type="pres">
      <dgm:prSet presAssocID="{96C7D6EA-88A3-4860-A7B1-045B3DB9911B}" presName="middleSibTrans" presStyleCnt="0"/>
      <dgm:spPr/>
    </dgm:pt>
    <dgm:pt modelId="{9FB33A1B-10CA-4D9C-911A-9530EBE66420}" type="pres">
      <dgm:prSet presAssocID="{DA075107-B24B-4F12-B15B-306A6D656DDB}" presName="mChild" presStyleLbl="fgAcc1" presStyleIdx="3" presStyleCnt="6">
        <dgm:presLayoutVars>
          <dgm:bulletEnabled val="1"/>
        </dgm:presLayoutVars>
      </dgm:prSet>
      <dgm:spPr/>
    </dgm:pt>
    <dgm:pt modelId="{E4ACF61A-DE33-4A7B-B472-8274F6B92200}" type="pres">
      <dgm:prSet presAssocID="{AAC2465D-0A3E-4B2C-B5FB-872B9D7D6A66}" presName="centerBox" presStyleCnt="0"/>
      <dgm:spPr/>
    </dgm:pt>
    <dgm:pt modelId="{34B7AA08-BDB7-4A04-9E78-3D4B40909778}" type="pres">
      <dgm:prSet presAssocID="{AAC2465D-0A3E-4B2C-B5FB-872B9D7D6A66}" presName="centerBoxParent" presStyleLbl="node1" presStyleIdx="2" presStyleCnt="3"/>
      <dgm:spPr/>
    </dgm:pt>
    <dgm:pt modelId="{5771CB23-7A75-459E-8C44-F617103FFE1D}" type="pres">
      <dgm:prSet presAssocID="{AAC2465D-0A3E-4B2C-B5FB-872B9D7D6A66}" presName="centerBoxChildren" presStyleCnt="0"/>
      <dgm:spPr/>
    </dgm:pt>
    <dgm:pt modelId="{49C1246C-EDC5-4088-87F1-593C8805B28F}" type="pres">
      <dgm:prSet presAssocID="{D03DD653-2639-4C13-9E01-12B688156765}" presName="cChild" presStyleLbl="fgAcc1" presStyleIdx="4" presStyleCnt="6">
        <dgm:presLayoutVars>
          <dgm:bulletEnabled val="1"/>
        </dgm:presLayoutVars>
      </dgm:prSet>
      <dgm:spPr/>
    </dgm:pt>
    <dgm:pt modelId="{6FED40FD-4FC8-4460-88E8-C003B7AE96D0}" type="pres">
      <dgm:prSet presAssocID="{A629D8AC-A05C-4ED5-9C12-62F3D16712B4}" presName="centerSibTrans" presStyleCnt="0"/>
      <dgm:spPr/>
    </dgm:pt>
    <dgm:pt modelId="{1D296346-8C4B-438E-ACF1-A12A1DE7E7C1}" type="pres">
      <dgm:prSet presAssocID="{72FA15AD-0D66-4E0E-98AC-F4FD79FFA6AD}" presName="cChild" presStyleLbl="fgAcc1" presStyleIdx="5" presStyleCnt="6">
        <dgm:presLayoutVars>
          <dgm:bulletEnabled val="1"/>
        </dgm:presLayoutVars>
      </dgm:prSet>
      <dgm:spPr/>
    </dgm:pt>
  </dgm:ptLst>
  <dgm:cxnLst>
    <dgm:cxn modelId="{7538F004-CDFB-421A-BCD3-7914354DFF90}" srcId="{AAC2465D-0A3E-4B2C-B5FB-872B9D7D6A66}" destId="{21D7E87C-7403-4EF2-B71C-5D050FCB0992}" srcOrd="1" destOrd="0" parTransId="{33977D5D-01F6-461E-9E00-73B866DEFFBF}" sibTransId="{2A40D482-456F-42C7-9EE9-EDFC073A1B8D}"/>
    <dgm:cxn modelId="{0ED3AA0F-663D-4B24-940B-232DFA8FF7E9}" type="presOf" srcId="{0F43CF4C-AC5F-4CA4-8B8A-5EEFEBF66E70}" destId="{34B7AA08-BDB7-4A04-9E78-3D4B40909778}" srcOrd="0" destOrd="0" presId="urn:microsoft.com/office/officeart/2005/8/layout/target2"/>
    <dgm:cxn modelId="{883E6D1C-7E38-49CB-80DD-4084A245E388}" srcId="{AAC2465D-0A3E-4B2C-B5FB-872B9D7D6A66}" destId="{0F43CF4C-AC5F-4CA4-8B8A-5EEFEBF66E70}" srcOrd="2" destOrd="0" parTransId="{26E131DE-5FBF-4C14-8095-AEC33998380D}" sibTransId="{AE488599-003F-4B94-A3BC-80AB4BCEE0FA}"/>
    <dgm:cxn modelId="{27B58E22-5E0A-46F1-9AEB-F444798F5115}" type="presOf" srcId="{21D7E87C-7403-4EF2-B71C-5D050FCB0992}" destId="{0888FFF0-BB58-4133-AD7C-827124806555}" srcOrd="0" destOrd="0" presId="urn:microsoft.com/office/officeart/2005/8/layout/target2"/>
    <dgm:cxn modelId="{606CC223-8A01-4BB6-8338-358A3DF86DBD}" type="presOf" srcId="{D03DD653-2639-4C13-9E01-12B688156765}" destId="{49C1246C-EDC5-4088-87F1-593C8805B28F}" srcOrd="0" destOrd="0" presId="urn:microsoft.com/office/officeart/2005/8/layout/target2"/>
    <dgm:cxn modelId="{9AE1CF35-D7DD-452C-8118-2DA379C14374}" type="presOf" srcId="{471BB7FA-B825-4A99-AEA0-908C4FBDE840}" destId="{30F5B8A3-0159-4A35-9C4B-4B263227BEE2}" srcOrd="0" destOrd="0" presId="urn:microsoft.com/office/officeart/2005/8/layout/target2"/>
    <dgm:cxn modelId="{5C2EAC40-4187-439F-B55D-905727F4D764}" type="presOf" srcId="{72FA15AD-0D66-4E0E-98AC-F4FD79FFA6AD}" destId="{1D296346-8C4B-438E-ACF1-A12A1DE7E7C1}" srcOrd="0" destOrd="0" presId="urn:microsoft.com/office/officeart/2005/8/layout/target2"/>
    <dgm:cxn modelId="{B138824A-5D10-4958-A9F0-19D1AAC8BD4D}" srcId="{21D7E87C-7403-4EF2-B71C-5D050FCB0992}" destId="{88FB6337-E394-40BC-AD8A-750EF8DE99A5}" srcOrd="0" destOrd="0" parTransId="{69917B04-0F0C-4271-B422-39566A840E7E}" sibTransId="{96C7D6EA-88A3-4860-A7B1-045B3DB9911B}"/>
    <dgm:cxn modelId="{9FFE006C-EBB9-4C84-8AB1-EA8E145D4DA0}" type="presOf" srcId="{DA075107-B24B-4F12-B15B-306A6D656DDB}" destId="{9FB33A1B-10CA-4D9C-911A-9530EBE66420}" srcOrd="0" destOrd="0" presId="urn:microsoft.com/office/officeart/2005/8/layout/target2"/>
    <dgm:cxn modelId="{6C21E380-BE56-415A-A92C-A10DAEEED98B}" srcId="{83B21198-35AA-47A7-AFCC-8750DB33D11C}" destId="{471BB7FA-B825-4A99-AEA0-908C4FBDE840}" srcOrd="1" destOrd="0" parTransId="{159BCDBC-9797-4E51-B8AC-57556826E753}" sibTransId="{748BED7E-04C3-4413-A04C-88A104E4DCBE}"/>
    <dgm:cxn modelId="{E063DA8B-98F0-40B9-909E-63B7886C0915}" type="presOf" srcId="{83B21198-35AA-47A7-AFCC-8750DB33D11C}" destId="{4B94457D-62D9-4521-8CF5-4819B2071B5A}" srcOrd="0" destOrd="0" presId="urn:microsoft.com/office/officeart/2005/8/layout/target2"/>
    <dgm:cxn modelId="{6B860092-4162-4AD9-B1BD-1FA996EB437E}" type="presOf" srcId="{70070465-218D-4B35-AE51-81B1C533328A}" destId="{6927823F-B920-48F6-8643-A2DAAC549C45}" srcOrd="0" destOrd="0" presId="urn:microsoft.com/office/officeart/2005/8/layout/target2"/>
    <dgm:cxn modelId="{B0D760BD-BF5B-48A0-BE33-9A960F44FC9F}" type="presOf" srcId="{88FB6337-E394-40BC-AD8A-750EF8DE99A5}" destId="{884CB370-2DF3-47A4-8383-7C7962B2ACF4}" srcOrd="0" destOrd="0" presId="urn:microsoft.com/office/officeart/2005/8/layout/target2"/>
    <dgm:cxn modelId="{B0B410BE-618B-40A3-844E-B920679FFB15}" srcId="{AAC2465D-0A3E-4B2C-B5FB-872B9D7D6A66}" destId="{83B21198-35AA-47A7-AFCC-8750DB33D11C}" srcOrd="0" destOrd="0" parTransId="{78000001-E399-4062-947B-E2976379D6EC}" sibTransId="{D9C96417-CA4A-455A-80FE-5F988339D1E2}"/>
    <dgm:cxn modelId="{E05065DC-C103-47FC-B931-F365369CB61D}" srcId="{0F43CF4C-AC5F-4CA4-8B8A-5EEFEBF66E70}" destId="{72FA15AD-0D66-4E0E-98AC-F4FD79FFA6AD}" srcOrd="1" destOrd="0" parTransId="{64C34130-31A2-44F9-B4F5-75281140D474}" sibTransId="{CBAAAF89-85D9-4933-83AE-5A2D5C44056D}"/>
    <dgm:cxn modelId="{39620DE1-D433-497D-B51D-C6CCE9735C1C}" srcId="{21D7E87C-7403-4EF2-B71C-5D050FCB0992}" destId="{DA075107-B24B-4F12-B15B-306A6D656DDB}" srcOrd="1" destOrd="0" parTransId="{81CED8D8-C34F-461F-9DA7-6512D78FDA13}" sibTransId="{C929B390-DA0E-4AB5-896F-7D39F8C0DDE9}"/>
    <dgm:cxn modelId="{3BCB21E8-1239-4DCA-B54F-B29409660D3B}" srcId="{0F43CF4C-AC5F-4CA4-8B8A-5EEFEBF66E70}" destId="{D03DD653-2639-4C13-9E01-12B688156765}" srcOrd="0" destOrd="0" parTransId="{ACD52510-E38D-4664-8ABC-FA64211224BB}" sibTransId="{A629D8AC-A05C-4ED5-9C12-62F3D16712B4}"/>
    <dgm:cxn modelId="{65AE3AEA-2F82-4CD6-96D6-CD02D75F2380}" type="presOf" srcId="{AAC2465D-0A3E-4B2C-B5FB-872B9D7D6A66}" destId="{5961B539-4ADD-4FF5-BEB1-15B6C07757F9}" srcOrd="0" destOrd="0" presId="urn:microsoft.com/office/officeart/2005/8/layout/target2"/>
    <dgm:cxn modelId="{33884BED-1593-4F9F-ABC0-16EA4C6302B8}" srcId="{83B21198-35AA-47A7-AFCC-8750DB33D11C}" destId="{70070465-218D-4B35-AE51-81B1C533328A}" srcOrd="0" destOrd="0" parTransId="{96A02E12-181D-4154-A037-6C2DACA7D06A}" sibTransId="{F8D70987-7D29-429B-943C-392516273B22}"/>
    <dgm:cxn modelId="{7F825B34-CC64-4194-A6DD-6770201C44FA}" type="presParOf" srcId="{5961B539-4ADD-4FF5-BEB1-15B6C07757F9}" destId="{B7D6048F-78CF-4B1E-9E66-B2CFED4EEFFB}" srcOrd="0" destOrd="0" presId="urn:microsoft.com/office/officeart/2005/8/layout/target2"/>
    <dgm:cxn modelId="{8C4D9D58-5E62-4B09-9B53-6311AB3DC14E}" type="presParOf" srcId="{B7D6048F-78CF-4B1E-9E66-B2CFED4EEFFB}" destId="{4B94457D-62D9-4521-8CF5-4819B2071B5A}" srcOrd="0" destOrd="0" presId="urn:microsoft.com/office/officeart/2005/8/layout/target2"/>
    <dgm:cxn modelId="{CE4D1B69-566C-46BC-A80D-4DD6A6FC8B1E}" type="presParOf" srcId="{B7D6048F-78CF-4B1E-9E66-B2CFED4EEFFB}" destId="{9503F9A2-8DB0-4838-A737-2F0D68DA6AE2}" srcOrd="1" destOrd="0" presId="urn:microsoft.com/office/officeart/2005/8/layout/target2"/>
    <dgm:cxn modelId="{0CDC2617-456E-4501-AC85-51C00367D8AD}" type="presParOf" srcId="{9503F9A2-8DB0-4838-A737-2F0D68DA6AE2}" destId="{6927823F-B920-48F6-8643-A2DAAC549C45}" srcOrd="0" destOrd="0" presId="urn:microsoft.com/office/officeart/2005/8/layout/target2"/>
    <dgm:cxn modelId="{D746DB07-EE79-417D-A82F-A4D7FEE5B0C2}" type="presParOf" srcId="{9503F9A2-8DB0-4838-A737-2F0D68DA6AE2}" destId="{7B54E523-F985-49EE-B5F5-52D33152C2A6}" srcOrd="1" destOrd="0" presId="urn:microsoft.com/office/officeart/2005/8/layout/target2"/>
    <dgm:cxn modelId="{30C7DCC2-4FE5-4A49-A270-F0902A891429}" type="presParOf" srcId="{9503F9A2-8DB0-4838-A737-2F0D68DA6AE2}" destId="{30F5B8A3-0159-4A35-9C4B-4B263227BEE2}" srcOrd="2" destOrd="0" presId="urn:microsoft.com/office/officeart/2005/8/layout/target2"/>
    <dgm:cxn modelId="{C639B043-06DE-4B6C-894F-FDED278CEE08}" type="presParOf" srcId="{5961B539-4ADD-4FF5-BEB1-15B6C07757F9}" destId="{675ADFE9-7406-4D22-8146-B85BB98C6C20}" srcOrd="1" destOrd="0" presId="urn:microsoft.com/office/officeart/2005/8/layout/target2"/>
    <dgm:cxn modelId="{C372432F-C778-405F-B2EF-191557463480}" type="presParOf" srcId="{675ADFE9-7406-4D22-8146-B85BB98C6C20}" destId="{0888FFF0-BB58-4133-AD7C-827124806555}" srcOrd="0" destOrd="0" presId="urn:microsoft.com/office/officeart/2005/8/layout/target2"/>
    <dgm:cxn modelId="{1425DDF0-2D09-4734-BA50-441710FA7205}" type="presParOf" srcId="{675ADFE9-7406-4D22-8146-B85BB98C6C20}" destId="{1F268237-E39F-4F0C-A8A6-4AABE8307A4D}" srcOrd="1" destOrd="0" presId="urn:microsoft.com/office/officeart/2005/8/layout/target2"/>
    <dgm:cxn modelId="{8FA95C2C-A578-43CE-8AAF-E5BF72361CBA}" type="presParOf" srcId="{1F268237-E39F-4F0C-A8A6-4AABE8307A4D}" destId="{884CB370-2DF3-47A4-8383-7C7962B2ACF4}" srcOrd="0" destOrd="0" presId="urn:microsoft.com/office/officeart/2005/8/layout/target2"/>
    <dgm:cxn modelId="{B8194F70-3365-4F23-863C-CF1CBEBF0A89}" type="presParOf" srcId="{1F268237-E39F-4F0C-A8A6-4AABE8307A4D}" destId="{8BAAAC7C-DBD7-4E91-B27B-7739381485F0}" srcOrd="1" destOrd="0" presId="urn:microsoft.com/office/officeart/2005/8/layout/target2"/>
    <dgm:cxn modelId="{DD9C1084-A33B-47F3-8B7F-7C76BAD06E04}" type="presParOf" srcId="{1F268237-E39F-4F0C-A8A6-4AABE8307A4D}" destId="{9FB33A1B-10CA-4D9C-911A-9530EBE66420}" srcOrd="2" destOrd="0" presId="urn:microsoft.com/office/officeart/2005/8/layout/target2"/>
    <dgm:cxn modelId="{EF45703F-A831-4057-ADDD-421C74E5D805}" type="presParOf" srcId="{5961B539-4ADD-4FF5-BEB1-15B6C07757F9}" destId="{E4ACF61A-DE33-4A7B-B472-8274F6B92200}" srcOrd="2" destOrd="0" presId="urn:microsoft.com/office/officeart/2005/8/layout/target2"/>
    <dgm:cxn modelId="{3D28CBEB-1B74-430D-81C5-DD35CF1D2D41}" type="presParOf" srcId="{E4ACF61A-DE33-4A7B-B472-8274F6B92200}" destId="{34B7AA08-BDB7-4A04-9E78-3D4B40909778}" srcOrd="0" destOrd="0" presId="urn:microsoft.com/office/officeart/2005/8/layout/target2"/>
    <dgm:cxn modelId="{80C2FA05-8673-4DCF-B928-027CB9F30815}" type="presParOf" srcId="{E4ACF61A-DE33-4A7B-B472-8274F6B92200}" destId="{5771CB23-7A75-459E-8C44-F617103FFE1D}" srcOrd="1" destOrd="0" presId="urn:microsoft.com/office/officeart/2005/8/layout/target2"/>
    <dgm:cxn modelId="{A54B73ED-2F7E-467A-93D7-575739716FEC}" type="presParOf" srcId="{5771CB23-7A75-459E-8C44-F617103FFE1D}" destId="{49C1246C-EDC5-4088-87F1-593C8805B28F}" srcOrd="0" destOrd="0" presId="urn:microsoft.com/office/officeart/2005/8/layout/target2"/>
    <dgm:cxn modelId="{8259112A-11BB-4CC3-B660-4B6400678290}" type="presParOf" srcId="{5771CB23-7A75-459E-8C44-F617103FFE1D}" destId="{6FED40FD-4FC8-4460-88E8-C003B7AE96D0}" srcOrd="1" destOrd="0" presId="urn:microsoft.com/office/officeart/2005/8/layout/target2"/>
    <dgm:cxn modelId="{E41E18F9-06EA-42B0-9E8E-187A49427508}" type="presParOf" srcId="{5771CB23-7A75-459E-8C44-F617103FFE1D}" destId="{1D296346-8C4B-438E-ACF1-A12A1DE7E7C1}" srcOrd="2" destOrd="0" presId="urn:microsoft.com/office/officeart/2005/8/layout/targe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AAC2465D-0A3E-4B2C-B5FB-872B9D7D6A66}" type="doc">
      <dgm:prSet loTypeId="urn:microsoft.com/office/officeart/2005/8/layout/target2" loCatId="relationship" qsTypeId="urn:microsoft.com/office/officeart/2005/8/quickstyle/simple1#2" qsCatId="simple" csTypeId="urn:microsoft.com/office/officeart/2005/8/colors/colorful5#2" csCatId="colorful" phldr="1"/>
      <dgm:spPr/>
      <dgm:t>
        <a:bodyPr/>
        <a:lstStyle/>
        <a:p>
          <a:endParaRPr lang="en-US"/>
        </a:p>
      </dgm:t>
    </dgm:pt>
    <dgm:pt modelId="{83B21198-35AA-47A7-AFCC-8750DB33D11C}">
      <dgm:prSet phldrT="[Text]"/>
      <dgm:spPr/>
      <dgm:t>
        <a:bodyPr/>
        <a:lstStyle/>
        <a:p>
          <a:r>
            <a:rPr lang="en-US" strike="sngStrike" dirty="0"/>
            <a:t>Does</a:t>
          </a:r>
          <a:r>
            <a:rPr lang="en-US" dirty="0"/>
            <a:t> should not exist</a:t>
          </a:r>
          <a:endParaRPr lang="en-US"/>
        </a:p>
      </dgm:t>
    </dgm:pt>
    <dgm:pt modelId="{78000001-E399-4062-947B-E2976379D6EC}" type="parTrans" cxnId="{B0B410BE-618B-40A3-844E-B920679FFB15}">
      <dgm:prSet/>
      <dgm:spPr/>
      <dgm:t>
        <a:bodyPr/>
        <a:lstStyle/>
        <a:p>
          <a:endParaRPr lang="en-US"/>
        </a:p>
      </dgm:t>
    </dgm:pt>
    <dgm:pt modelId="{D9C96417-CA4A-455A-80FE-5F988339D1E2}" type="sibTrans" cxnId="{B0B410BE-618B-40A3-844E-B920679FFB15}">
      <dgm:prSet/>
      <dgm:spPr/>
      <dgm:t>
        <a:bodyPr/>
        <a:lstStyle/>
        <a:p>
          <a:endParaRPr lang="en-US"/>
        </a:p>
      </dgm:t>
    </dgm:pt>
    <dgm:pt modelId="{70070465-218D-4B35-AE51-81B1C533328A}">
      <dgm:prSet phldrT="[Text]"/>
      <dgm:spPr/>
      <dgm:t>
        <a:bodyPr/>
        <a:lstStyle/>
        <a:p>
          <a:r>
            <a:rPr lang="en-US"/>
            <a:t>Robotics Engineer</a:t>
          </a:r>
        </a:p>
      </dgm:t>
    </dgm:pt>
    <dgm:pt modelId="{96A02E12-181D-4154-A037-6C2DACA7D06A}" type="parTrans" cxnId="{33884BED-1593-4F9F-ABC0-16EA4C6302B8}">
      <dgm:prSet/>
      <dgm:spPr/>
      <dgm:t>
        <a:bodyPr/>
        <a:lstStyle/>
        <a:p>
          <a:endParaRPr lang="en-US"/>
        </a:p>
      </dgm:t>
    </dgm:pt>
    <dgm:pt modelId="{F8D70987-7D29-429B-943C-392516273B22}" type="sibTrans" cxnId="{33884BED-1593-4F9F-ABC0-16EA4C6302B8}">
      <dgm:prSet/>
      <dgm:spPr/>
      <dgm:t>
        <a:bodyPr/>
        <a:lstStyle/>
        <a:p>
          <a:endParaRPr lang="en-US"/>
        </a:p>
      </dgm:t>
    </dgm:pt>
    <dgm:pt modelId="{471BB7FA-B825-4A99-AEA0-908C4FBDE840}">
      <dgm:prSet phldrT="[Text]"/>
      <dgm:spPr/>
      <dgm:t>
        <a:bodyPr/>
        <a:lstStyle/>
        <a:p>
          <a:r>
            <a:rPr lang="en-US"/>
            <a:t>Human Computer Interaction</a:t>
          </a:r>
        </a:p>
      </dgm:t>
    </dgm:pt>
    <dgm:pt modelId="{159BCDBC-9797-4E51-B8AC-57556826E753}" type="parTrans" cxnId="{6C21E380-BE56-415A-A92C-A10DAEEED98B}">
      <dgm:prSet/>
      <dgm:spPr/>
      <dgm:t>
        <a:bodyPr/>
        <a:lstStyle/>
        <a:p>
          <a:endParaRPr lang="en-US"/>
        </a:p>
      </dgm:t>
    </dgm:pt>
    <dgm:pt modelId="{748BED7E-04C3-4413-A04C-88A104E4DCBE}" type="sibTrans" cxnId="{6C21E380-BE56-415A-A92C-A10DAEEED98B}">
      <dgm:prSet/>
      <dgm:spPr/>
      <dgm:t>
        <a:bodyPr/>
        <a:lstStyle/>
        <a:p>
          <a:endParaRPr lang="en-US"/>
        </a:p>
      </dgm:t>
    </dgm:pt>
    <dgm:pt modelId="{21D7E87C-7403-4EF2-B71C-5D050FCB0992}">
      <dgm:prSet phldrT="[Text]"/>
      <dgm:spPr/>
      <dgm:t>
        <a:bodyPr/>
        <a:lstStyle/>
        <a:p>
          <a:r>
            <a:rPr lang="en-US" dirty="0"/>
            <a:t>Data Scientist</a:t>
          </a:r>
          <a:endParaRPr lang="en-US"/>
        </a:p>
      </dgm:t>
    </dgm:pt>
    <dgm:pt modelId="{33977D5D-01F6-461E-9E00-73B866DEFFBF}" type="parTrans" cxnId="{7538F004-CDFB-421A-BCD3-7914354DFF90}">
      <dgm:prSet/>
      <dgm:spPr/>
      <dgm:t>
        <a:bodyPr/>
        <a:lstStyle/>
        <a:p>
          <a:endParaRPr lang="en-US"/>
        </a:p>
      </dgm:t>
    </dgm:pt>
    <dgm:pt modelId="{2A40D482-456F-42C7-9EE9-EDFC073A1B8D}" type="sibTrans" cxnId="{7538F004-CDFB-421A-BCD3-7914354DFF90}">
      <dgm:prSet/>
      <dgm:spPr/>
      <dgm:t>
        <a:bodyPr/>
        <a:lstStyle/>
        <a:p>
          <a:endParaRPr lang="en-US"/>
        </a:p>
      </dgm:t>
    </dgm:pt>
    <dgm:pt modelId="{88FB6337-E394-40BC-AD8A-750EF8DE99A5}">
      <dgm:prSet phldrT="[Text]"/>
      <dgm:spPr/>
      <dgm:t>
        <a:bodyPr/>
        <a:lstStyle/>
        <a:p>
          <a:r>
            <a:rPr lang="en-US"/>
            <a:t>Product Manager</a:t>
          </a:r>
        </a:p>
      </dgm:t>
    </dgm:pt>
    <dgm:pt modelId="{69917B04-0F0C-4271-B422-39566A840E7E}" type="parTrans" cxnId="{B138824A-5D10-4958-A9F0-19D1AAC8BD4D}">
      <dgm:prSet/>
      <dgm:spPr/>
      <dgm:t>
        <a:bodyPr/>
        <a:lstStyle/>
        <a:p>
          <a:endParaRPr lang="en-US"/>
        </a:p>
      </dgm:t>
    </dgm:pt>
    <dgm:pt modelId="{96C7D6EA-88A3-4860-A7B1-045B3DB9911B}" type="sibTrans" cxnId="{B138824A-5D10-4958-A9F0-19D1AAC8BD4D}">
      <dgm:prSet/>
      <dgm:spPr/>
      <dgm:t>
        <a:bodyPr/>
        <a:lstStyle/>
        <a:p>
          <a:endParaRPr lang="en-US"/>
        </a:p>
      </dgm:t>
    </dgm:pt>
    <dgm:pt modelId="{DA075107-B24B-4F12-B15B-306A6D656DDB}">
      <dgm:prSet phldrT="[Text]"/>
      <dgm:spPr/>
      <dgm:t>
        <a:bodyPr/>
        <a:lstStyle/>
        <a:p>
          <a:r>
            <a:rPr lang="en-US"/>
            <a:t>Principal Software Engineer</a:t>
          </a:r>
        </a:p>
      </dgm:t>
    </dgm:pt>
    <dgm:pt modelId="{81CED8D8-C34F-461F-9DA7-6512D78FDA13}" type="parTrans" cxnId="{39620DE1-D433-497D-B51D-C6CCE9735C1C}">
      <dgm:prSet/>
      <dgm:spPr/>
      <dgm:t>
        <a:bodyPr/>
        <a:lstStyle/>
        <a:p>
          <a:endParaRPr lang="en-US"/>
        </a:p>
      </dgm:t>
    </dgm:pt>
    <dgm:pt modelId="{C929B390-DA0E-4AB5-896F-7D39F8C0DDE9}" type="sibTrans" cxnId="{39620DE1-D433-497D-B51D-C6CCE9735C1C}">
      <dgm:prSet/>
      <dgm:spPr/>
      <dgm:t>
        <a:bodyPr/>
        <a:lstStyle/>
        <a:p>
          <a:endParaRPr lang="en-US"/>
        </a:p>
      </dgm:t>
    </dgm:pt>
    <dgm:pt modelId="{0F43CF4C-AC5F-4CA4-8B8A-5EEFEBF66E70}">
      <dgm:prSet phldrT="[Text]"/>
      <dgm:spPr/>
      <dgm:t>
        <a:bodyPr/>
        <a:lstStyle/>
        <a:p>
          <a:r>
            <a:rPr lang="en-US" dirty="0"/>
            <a:t>Chief Data Scientist</a:t>
          </a:r>
        </a:p>
      </dgm:t>
    </dgm:pt>
    <dgm:pt modelId="{26E131DE-5FBF-4C14-8095-AEC33998380D}" type="parTrans" cxnId="{883E6D1C-7E38-49CB-80DD-4084A245E388}">
      <dgm:prSet/>
      <dgm:spPr/>
      <dgm:t>
        <a:bodyPr/>
        <a:lstStyle/>
        <a:p>
          <a:endParaRPr lang="en-US"/>
        </a:p>
      </dgm:t>
    </dgm:pt>
    <dgm:pt modelId="{AE488599-003F-4B94-A3BC-80AB4BCEE0FA}" type="sibTrans" cxnId="{883E6D1C-7E38-49CB-80DD-4084A245E388}">
      <dgm:prSet/>
      <dgm:spPr/>
      <dgm:t>
        <a:bodyPr/>
        <a:lstStyle/>
        <a:p>
          <a:endParaRPr lang="en-US"/>
        </a:p>
      </dgm:t>
    </dgm:pt>
    <dgm:pt modelId="{D03DD653-2639-4C13-9E01-12B688156765}">
      <dgm:prSet phldrT="[Text]"/>
      <dgm:spPr/>
      <dgm:t>
        <a:bodyPr/>
        <a:lstStyle/>
        <a:p>
          <a:r>
            <a:rPr lang="en-US"/>
            <a:t>Statistician</a:t>
          </a:r>
        </a:p>
      </dgm:t>
    </dgm:pt>
    <dgm:pt modelId="{ACD52510-E38D-4664-8ABC-FA64211224BB}" type="parTrans" cxnId="{3BCB21E8-1239-4DCA-B54F-B29409660D3B}">
      <dgm:prSet/>
      <dgm:spPr/>
      <dgm:t>
        <a:bodyPr/>
        <a:lstStyle/>
        <a:p>
          <a:endParaRPr lang="en-US"/>
        </a:p>
      </dgm:t>
    </dgm:pt>
    <dgm:pt modelId="{A629D8AC-A05C-4ED5-9C12-62F3D16712B4}" type="sibTrans" cxnId="{3BCB21E8-1239-4DCA-B54F-B29409660D3B}">
      <dgm:prSet/>
      <dgm:spPr/>
      <dgm:t>
        <a:bodyPr/>
        <a:lstStyle/>
        <a:p>
          <a:endParaRPr lang="en-US"/>
        </a:p>
      </dgm:t>
    </dgm:pt>
    <dgm:pt modelId="{72FA15AD-0D66-4E0E-98AC-F4FD79FFA6AD}">
      <dgm:prSet phldrT="[Text]"/>
      <dgm:spPr/>
      <dgm:t>
        <a:bodyPr/>
        <a:lstStyle/>
        <a:p>
          <a:r>
            <a:rPr lang="en-US"/>
            <a:t>NLP Scientist</a:t>
          </a:r>
        </a:p>
      </dgm:t>
    </dgm:pt>
    <dgm:pt modelId="{64C34130-31A2-44F9-B4F5-75281140D474}" type="parTrans" cxnId="{E05065DC-C103-47FC-B931-F365369CB61D}">
      <dgm:prSet/>
      <dgm:spPr/>
      <dgm:t>
        <a:bodyPr/>
        <a:lstStyle/>
        <a:p>
          <a:endParaRPr lang="en-US"/>
        </a:p>
      </dgm:t>
    </dgm:pt>
    <dgm:pt modelId="{CBAAAF89-85D9-4933-83AE-5A2D5C44056D}" type="sibTrans" cxnId="{E05065DC-C103-47FC-B931-F365369CB61D}">
      <dgm:prSet/>
      <dgm:spPr/>
      <dgm:t>
        <a:bodyPr/>
        <a:lstStyle/>
        <a:p>
          <a:endParaRPr lang="en-US"/>
        </a:p>
      </dgm:t>
    </dgm:pt>
    <dgm:pt modelId="{5961B539-4ADD-4FF5-BEB1-15B6C07757F9}" type="pres">
      <dgm:prSet presAssocID="{AAC2465D-0A3E-4B2C-B5FB-872B9D7D6A66}" presName="Name0" presStyleCnt="0">
        <dgm:presLayoutVars>
          <dgm:chMax val="3"/>
          <dgm:chPref val="1"/>
          <dgm:dir/>
          <dgm:animLvl val="lvl"/>
          <dgm:resizeHandles/>
        </dgm:presLayoutVars>
      </dgm:prSet>
      <dgm:spPr/>
    </dgm:pt>
    <dgm:pt modelId="{B7D6048F-78CF-4B1E-9E66-B2CFED4EEFFB}" type="pres">
      <dgm:prSet presAssocID="{AAC2465D-0A3E-4B2C-B5FB-872B9D7D6A66}" presName="outerBox" presStyleCnt="0"/>
      <dgm:spPr/>
    </dgm:pt>
    <dgm:pt modelId="{4B94457D-62D9-4521-8CF5-4819B2071B5A}" type="pres">
      <dgm:prSet presAssocID="{AAC2465D-0A3E-4B2C-B5FB-872B9D7D6A66}" presName="outerBoxParent" presStyleLbl="node1" presStyleIdx="0" presStyleCnt="3"/>
      <dgm:spPr/>
    </dgm:pt>
    <dgm:pt modelId="{9503F9A2-8DB0-4838-A737-2F0D68DA6AE2}" type="pres">
      <dgm:prSet presAssocID="{AAC2465D-0A3E-4B2C-B5FB-872B9D7D6A66}" presName="outerBoxChildren" presStyleCnt="0"/>
      <dgm:spPr/>
    </dgm:pt>
    <dgm:pt modelId="{6927823F-B920-48F6-8643-A2DAAC549C45}" type="pres">
      <dgm:prSet presAssocID="{70070465-218D-4B35-AE51-81B1C533328A}" presName="oChild" presStyleLbl="fgAcc1" presStyleIdx="0" presStyleCnt="6">
        <dgm:presLayoutVars>
          <dgm:bulletEnabled val="1"/>
        </dgm:presLayoutVars>
      </dgm:prSet>
      <dgm:spPr/>
    </dgm:pt>
    <dgm:pt modelId="{7B54E523-F985-49EE-B5F5-52D33152C2A6}" type="pres">
      <dgm:prSet presAssocID="{F8D70987-7D29-429B-943C-392516273B22}" presName="outerSibTrans" presStyleCnt="0"/>
      <dgm:spPr/>
    </dgm:pt>
    <dgm:pt modelId="{30F5B8A3-0159-4A35-9C4B-4B263227BEE2}" type="pres">
      <dgm:prSet presAssocID="{471BB7FA-B825-4A99-AEA0-908C4FBDE840}" presName="oChild" presStyleLbl="fgAcc1" presStyleIdx="1" presStyleCnt="6">
        <dgm:presLayoutVars>
          <dgm:bulletEnabled val="1"/>
        </dgm:presLayoutVars>
      </dgm:prSet>
      <dgm:spPr/>
    </dgm:pt>
    <dgm:pt modelId="{675ADFE9-7406-4D22-8146-B85BB98C6C20}" type="pres">
      <dgm:prSet presAssocID="{AAC2465D-0A3E-4B2C-B5FB-872B9D7D6A66}" presName="middleBox" presStyleCnt="0"/>
      <dgm:spPr/>
    </dgm:pt>
    <dgm:pt modelId="{0888FFF0-BB58-4133-AD7C-827124806555}" type="pres">
      <dgm:prSet presAssocID="{AAC2465D-0A3E-4B2C-B5FB-872B9D7D6A66}" presName="middleBoxParent" presStyleLbl="node1" presStyleIdx="1" presStyleCnt="3"/>
      <dgm:spPr/>
    </dgm:pt>
    <dgm:pt modelId="{1F268237-E39F-4F0C-A8A6-4AABE8307A4D}" type="pres">
      <dgm:prSet presAssocID="{AAC2465D-0A3E-4B2C-B5FB-872B9D7D6A66}" presName="middleBoxChildren" presStyleCnt="0"/>
      <dgm:spPr/>
    </dgm:pt>
    <dgm:pt modelId="{884CB370-2DF3-47A4-8383-7C7962B2ACF4}" type="pres">
      <dgm:prSet presAssocID="{88FB6337-E394-40BC-AD8A-750EF8DE99A5}" presName="mChild" presStyleLbl="fgAcc1" presStyleIdx="2" presStyleCnt="6">
        <dgm:presLayoutVars>
          <dgm:bulletEnabled val="1"/>
        </dgm:presLayoutVars>
      </dgm:prSet>
      <dgm:spPr/>
    </dgm:pt>
    <dgm:pt modelId="{8BAAAC7C-DBD7-4E91-B27B-7739381485F0}" type="pres">
      <dgm:prSet presAssocID="{96C7D6EA-88A3-4860-A7B1-045B3DB9911B}" presName="middleSibTrans" presStyleCnt="0"/>
      <dgm:spPr/>
    </dgm:pt>
    <dgm:pt modelId="{9FB33A1B-10CA-4D9C-911A-9530EBE66420}" type="pres">
      <dgm:prSet presAssocID="{DA075107-B24B-4F12-B15B-306A6D656DDB}" presName="mChild" presStyleLbl="fgAcc1" presStyleIdx="3" presStyleCnt="6">
        <dgm:presLayoutVars>
          <dgm:bulletEnabled val="1"/>
        </dgm:presLayoutVars>
      </dgm:prSet>
      <dgm:spPr/>
    </dgm:pt>
    <dgm:pt modelId="{E4ACF61A-DE33-4A7B-B472-8274F6B92200}" type="pres">
      <dgm:prSet presAssocID="{AAC2465D-0A3E-4B2C-B5FB-872B9D7D6A66}" presName="centerBox" presStyleCnt="0"/>
      <dgm:spPr/>
    </dgm:pt>
    <dgm:pt modelId="{34B7AA08-BDB7-4A04-9E78-3D4B40909778}" type="pres">
      <dgm:prSet presAssocID="{AAC2465D-0A3E-4B2C-B5FB-872B9D7D6A66}" presName="centerBoxParent" presStyleLbl="node1" presStyleIdx="2" presStyleCnt="3"/>
      <dgm:spPr/>
    </dgm:pt>
    <dgm:pt modelId="{5771CB23-7A75-459E-8C44-F617103FFE1D}" type="pres">
      <dgm:prSet presAssocID="{AAC2465D-0A3E-4B2C-B5FB-872B9D7D6A66}" presName="centerBoxChildren" presStyleCnt="0"/>
      <dgm:spPr/>
    </dgm:pt>
    <dgm:pt modelId="{49C1246C-EDC5-4088-87F1-593C8805B28F}" type="pres">
      <dgm:prSet presAssocID="{D03DD653-2639-4C13-9E01-12B688156765}" presName="cChild" presStyleLbl="fgAcc1" presStyleIdx="4" presStyleCnt="6">
        <dgm:presLayoutVars>
          <dgm:bulletEnabled val="1"/>
        </dgm:presLayoutVars>
      </dgm:prSet>
      <dgm:spPr/>
    </dgm:pt>
    <dgm:pt modelId="{6FED40FD-4FC8-4460-88E8-C003B7AE96D0}" type="pres">
      <dgm:prSet presAssocID="{A629D8AC-A05C-4ED5-9C12-62F3D16712B4}" presName="centerSibTrans" presStyleCnt="0"/>
      <dgm:spPr/>
    </dgm:pt>
    <dgm:pt modelId="{1D296346-8C4B-438E-ACF1-A12A1DE7E7C1}" type="pres">
      <dgm:prSet presAssocID="{72FA15AD-0D66-4E0E-98AC-F4FD79FFA6AD}" presName="cChild" presStyleLbl="fgAcc1" presStyleIdx="5" presStyleCnt="6">
        <dgm:presLayoutVars>
          <dgm:bulletEnabled val="1"/>
        </dgm:presLayoutVars>
      </dgm:prSet>
      <dgm:spPr/>
    </dgm:pt>
  </dgm:ptLst>
  <dgm:cxnLst>
    <dgm:cxn modelId="{7538F004-CDFB-421A-BCD3-7914354DFF90}" srcId="{AAC2465D-0A3E-4B2C-B5FB-872B9D7D6A66}" destId="{21D7E87C-7403-4EF2-B71C-5D050FCB0992}" srcOrd="1" destOrd="0" parTransId="{33977D5D-01F6-461E-9E00-73B866DEFFBF}" sibTransId="{2A40D482-456F-42C7-9EE9-EDFC073A1B8D}"/>
    <dgm:cxn modelId="{0ED3AA0F-663D-4B24-940B-232DFA8FF7E9}" type="presOf" srcId="{0F43CF4C-AC5F-4CA4-8B8A-5EEFEBF66E70}" destId="{34B7AA08-BDB7-4A04-9E78-3D4B40909778}" srcOrd="0" destOrd="0" presId="urn:microsoft.com/office/officeart/2005/8/layout/target2"/>
    <dgm:cxn modelId="{883E6D1C-7E38-49CB-80DD-4084A245E388}" srcId="{AAC2465D-0A3E-4B2C-B5FB-872B9D7D6A66}" destId="{0F43CF4C-AC5F-4CA4-8B8A-5EEFEBF66E70}" srcOrd="2" destOrd="0" parTransId="{26E131DE-5FBF-4C14-8095-AEC33998380D}" sibTransId="{AE488599-003F-4B94-A3BC-80AB4BCEE0FA}"/>
    <dgm:cxn modelId="{27B58E22-5E0A-46F1-9AEB-F444798F5115}" type="presOf" srcId="{21D7E87C-7403-4EF2-B71C-5D050FCB0992}" destId="{0888FFF0-BB58-4133-AD7C-827124806555}" srcOrd="0" destOrd="0" presId="urn:microsoft.com/office/officeart/2005/8/layout/target2"/>
    <dgm:cxn modelId="{606CC223-8A01-4BB6-8338-358A3DF86DBD}" type="presOf" srcId="{D03DD653-2639-4C13-9E01-12B688156765}" destId="{49C1246C-EDC5-4088-87F1-593C8805B28F}" srcOrd="0" destOrd="0" presId="urn:microsoft.com/office/officeart/2005/8/layout/target2"/>
    <dgm:cxn modelId="{9AE1CF35-D7DD-452C-8118-2DA379C14374}" type="presOf" srcId="{471BB7FA-B825-4A99-AEA0-908C4FBDE840}" destId="{30F5B8A3-0159-4A35-9C4B-4B263227BEE2}" srcOrd="0" destOrd="0" presId="urn:microsoft.com/office/officeart/2005/8/layout/target2"/>
    <dgm:cxn modelId="{5C2EAC40-4187-439F-B55D-905727F4D764}" type="presOf" srcId="{72FA15AD-0D66-4E0E-98AC-F4FD79FFA6AD}" destId="{1D296346-8C4B-438E-ACF1-A12A1DE7E7C1}" srcOrd="0" destOrd="0" presId="urn:microsoft.com/office/officeart/2005/8/layout/target2"/>
    <dgm:cxn modelId="{B138824A-5D10-4958-A9F0-19D1AAC8BD4D}" srcId="{21D7E87C-7403-4EF2-B71C-5D050FCB0992}" destId="{88FB6337-E394-40BC-AD8A-750EF8DE99A5}" srcOrd="0" destOrd="0" parTransId="{69917B04-0F0C-4271-B422-39566A840E7E}" sibTransId="{96C7D6EA-88A3-4860-A7B1-045B3DB9911B}"/>
    <dgm:cxn modelId="{9FFE006C-EBB9-4C84-8AB1-EA8E145D4DA0}" type="presOf" srcId="{DA075107-B24B-4F12-B15B-306A6D656DDB}" destId="{9FB33A1B-10CA-4D9C-911A-9530EBE66420}" srcOrd="0" destOrd="0" presId="urn:microsoft.com/office/officeart/2005/8/layout/target2"/>
    <dgm:cxn modelId="{6C21E380-BE56-415A-A92C-A10DAEEED98B}" srcId="{83B21198-35AA-47A7-AFCC-8750DB33D11C}" destId="{471BB7FA-B825-4A99-AEA0-908C4FBDE840}" srcOrd="1" destOrd="0" parTransId="{159BCDBC-9797-4E51-B8AC-57556826E753}" sibTransId="{748BED7E-04C3-4413-A04C-88A104E4DCBE}"/>
    <dgm:cxn modelId="{E063DA8B-98F0-40B9-909E-63B7886C0915}" type="presOf" srcId="{83B21198-35AA-47A7-AFCC-8750DB33D11C}" destId="{4B94457D-62D9-4521-8CF5-4819B2071B5A}" srcOrd="0" destOrd="0" presId="urn:microsoft.com/office/officeart/2005/8/layout/target2"/>
    <dgm:cxn modelId="{6B860092-4162-4AD9-B1BD-1FA996EB437E}" type="presOf" srcId="{70070465-218D-4B35-AE51-81B1C533328A}" destId="{6927823F-B920-48F6-8643-A2DAAC549C45}" srcOrd="0" destOrd="0" presId="urn:microsoft.com/office/officeart/2005/8/layout/target2"/>
    <dgm:cxn modelId="{B0D760BD-BF5B-48A0-BE33-9A960F44FC9F}" type="presOf" srcId="{88FB6337-E394-40BC-AD8A-750EF8DE99A5}" destId="{884CB370-2DF3-47A4-8383-7C7962B2ACF4}" srcOrd="0" destOrd="0" presId="urn:microsoft.com/office/officeart/2005/8/layout/target2"/>
    <dgm:cxn modelId="{B0B410BE-618B-40A3-844E-B920679FFB15}" srcId="{AAC2465D-0A3E-4B2C-B5FB-872B9D7D6A66}" destId="{83B21198-35AA-47A7-AFCC-8750DB33D11C}" srcOrd="0" destOrd="0" parTransId="{78000001-E399-4062-947B-E2976379D6EC}" sibTransId="{D9C96417-CA4A-455A-80FE-5F988339D1E2}"/>
    <dgm:cxn modelId="{E05065DC-C103-47FC-B931-F365369CB61D}" srcId="{0F43CF4C-AC5F-4CA4-8B8A-5EEFEBF66E70}" destId="{72FA15AD-0D66-4E0E-98AC-F4FD79FFA6AD}" srcOrd="1" destOrd="0" parTransId="{64C34130-31A2-44F9-B4F5-75281140D474}" sibTransId="{CBAAAF89-85D9-4933-83AE-5A2D5C44056D}"/>
    <dgm:cxn modelId="{39620DE1-D433-497D-B51D-C6CCE9735C1C}" srcId="{21D7E87C-7403-4EF2-B71C-5D050FCB0992}" destId="{DA075107-B24B-4F12-B15B-306A6D656DDB}" srcOrd="1" destOrd="0" parTransId="{81CED8D8-C34F-461F-9DA7-6512D78FDA13}" sibTransId="{C929B390-DA0E-4AB5-896F-7D39F8C0DDE9}"/>
    <dgm:cxn modelId="{3BCB21E8-1239-4DCA-B54F-B29409660D3B}" srcId="{0F43CF4C-AC5F-4CA4-8B8A-5EEFEBF66E70}" destId="{D03DD653-2639-4C13-9E01-12B688156765}" srcOrd="0" destOrd="0" parTransId="{ACD52510-E38D-4664-8ABC-FA64211224BB}" sibTransId="{A629D8AC-A05C-4ED5-9C12-62F3D16712B4}"/>
    <dgm:cxn modelId="{65AE3AEA-2F82-4CD6-96D6-CD02D75F2380}" type="presOf" srcId="{AAC2465D-0A3E-4B2C-B5FB-872B9D7D6A66}" destId="{5961B539-4ADD-4FF5-BEB1-15B6C07757F9}" srcOrd="0" destOrd="0" presId="urn:microsoft.com/office/officeart/2005/8/layout/target2"/>
    <dgm:cxn modelId="{33884BED-1593-4F9F-ABC0-16EA4C6302B8}" srcId="{83B21198-35AA-47A7-AFCC-8750DB33D11C}" destId="{70070465-218D-4B35-AE51-81B1C533328A}" srcOrd="0" destOrd="0" parTransId="{96A02E12-181D-4154-A037-6C2DACA7D06A}" sibTransId="{F8D70987-7D29-429B-943C-392516273B22}"/>
    <dgm:cxn modelId="{7F825B34-CC64-4194-A6DD-6770201C44FA}" type="presParOf" srcId="{5961B539-4ADD-4FF5-BEB1-15B6C07757F9}" destId="{B7D6048F-78CF-4B1E-9E66-B2CFED4EEFFB}" srcOrd="0" destOrd="0" presId="urn:microsoft.com/office/officeart/2005/8/layout/target2"/>
    <dgm:cxn modelId="{8C4D9D58-5E62-4B09-9B53-6311AB3DC14E}" type="presParOf" srcId="{B7D6048F-78CF-4B1E-9E66-B2CFED4EEFFB}" destId="{4B94457D-62D9-4521-8CF5-4819B2071B5A}" srcOrd="0" destOrd="0" presId="urn:microsoft.com/office/officeart/2005/8/layout/target2"/>
    <dgm:cxn modelId="{CE4D1B69-566C-46BC-A80D-4DD6A6FC8B1E}" type="presParOf" srcId="{B7D6048F-78CF-4B1E-9E66-B2CFED4EEFFB}" destId="{9503F9A2-8DB0-4838-A737-2F0D68DA6AE2}" srcOrd="1" destOrd="0" presId="urn:microsoft.com/office/officeart/2005/8/layout/target2"/>
    <dgm:cxn modelId="{0CDC2617-456E-4501-AC85-51C00367D8AD}" type="presParOf" srcId="{9503F9A2-8DB0-4838-A737-2F0D68DA6AE2}" destId="{6927823F-B920-48F6-8643-A2DAAC549C45}" srcOrd="0" destOrd="0" presId="urn:microsoft.com/office/officeart/2005/8/layout/target2"/>
    <dgm:cxn modelId="{D746DB07-EE79-417D-A82F-A4D7FEE5B0C2}" type="presParOf" srcId="{9503F9A2-8DB0-4838-A737-2F0D68DA6AE2}" destId="{7B54E523-F985-49EE-B5F5-52D33152C2A6}" srcOrd="1" destOrd="0" presId="urn:microsoft.com/office/officeart/2005/8/layout/target2"/>
    <dgm:cxn modelId="{30C7DCC2-4FE5-4A49-A270-F0902A891429}" type="presParOf" srcId="{9503F9A2-8DB0-4838-A737-2F0D68DA6AE2}" destId="{30F5B8A3-0159-4A35-9C4B-4B263227BEE2}" srcOrd="2" destOrd="0" presId="urn:microsoft.com/office/officeart/2005/8/layout/target2"/>
    <dgm:cxn modelId="{C639B043-06DE-4B6C-894F-FDED278CEE08}" type="presParOf" srcId="{5961B539-4ADD-4FF5-BEB1-15B6C07757F9}" destId="{675ADFE9-7406-4D22-8146-B85BB98C6C20}" srcOrd="1" destOrd="0" presId="urn:microsoft.com/office/officeart/2005/8/layout/target2"/>
    <dgm:cxn modelId="{C372432F-C778-405F-B2EF-191557463480}" type="presParOf" srcId="{675ADFE9-7406-4D22-8146-B85BB98C6C20}" destId="{0888FFF0-BB58-4133-AD7C-827124806555}" srcOrd="0" destOrd="0" presId="urn:microsoft.com/office/officeart/2005/8/layout/target2"/>
    <dgm:cxn modelId="{1425DDF0-2D09-4734-BA50-441710FA7205}" type="presParOf" srcId="{675ADFE9-7406-4D22-8146-B85BB98C6C20}" destId="{1F268237-E39F-4F0C-A8A6-4AABE8307A4D}" srcOrd="1" destOrd="0" presId="urn:microsoft.com/office/officeart/2005/8/layout/target2"/>
    <dgm:cxn modelId="{8FA95C2C-A578-43CE-8AAF-E5BF72361CBA}" type="presParOf" srcId="{1F268237-E39F-4F0C-A8A6-4AABE8307A4D}" destId="{884CB370-2DF3-47A4-8383-7C7962B2ACF4}" srcOrd="0" destOrd="0" presId="urn:microsoft.com/office/officeart/2005/8/layout/target2"/>
    <dgm:cxn modelId="{B8194F70-3365-4F23-863C-CF1CBEBF0A89}" type="presParOf" srcId="{1F268237-E39F-4F0C-A8A6-4AABE8307A4D}" destId="{8BAAAC7C-DBD7-4E91-B27B-7739381485F0}" srcOrd="1" destOrd="0" presId="urn:microsoft.com/office/officeart/2005/8/layout/target2"/>
    <dgm:cxn modelId="{DD9C1084-A33B-47F3-8B7F-7C76BAD06E04}" type="presParOf" srcId="{1F268237-E39F-4F0C-A8A6-4AABE8307A4D}" destId="{9FB33A1B-10CA-4D9C-911A-9530EBE66420}" srcOrd="2" destOrd="0" presId="urn:microsoft.com/office/officeart/2005/8/layout/target2"/>
    <dgm:cxn modelId="{EF45703F-A831-4057-ADDD-421C74E5D805}" type="presParOf" srcId="{5961B539-4ADD-4FF5-BEB1-15B6C07757F9}" destId="{E4ACF61A-DE33-4A7B-B472-8274F6B92200}" srcOrd="2" destOrd="0" presId="urn:microsoft.com/office/officeart/2005/8/layout/target2"/>
    <dgm:cxn modelId="{3D28CBEB-1B74-430D-81C5-DD35CF1D2D41}" type="presParOf" srcId="{E4ACF61A-DE33-4A7B-B472-8274F6B92200}" destId="{34B7AA08-BDB7-4A04-9E78-3D4B40909778}" srcOrd="0" destOrd="0" presId="urn:microsoft.com/office/officeart/2005/8/layout/target2"/>
    <dgm:cxn modelId="{80C2FA05-8673-4DCF-B928-027CB9F30815}" type="presParOf" srcId="{E4ACF61A-DE33-4A7B-B472-8274F6B92200}" destId="{5771CB23-7A75-459E-8C44-F617103FFE1D}" srcOrd="1" destOrd="0" presId="urn:microsoft.com/office/officeart/2005/8/layout/target2"/>
    <dgm:cxn modelId="{A54B73ED-2F7E-467A-93D7-575739716FEC}" type="presParOf" srcId="{5771CB23-7A75-459E-8C44-F617103FFE1D}" destId="{49C1246C-EDC5-4088-87F1-593C8805B28F}" srcOrd="0" destOrd="0" presId="urn:microsoft.com/office/officeart/2005/8/layout/target2"/>
    <dgm:cxn modelId="{8259112A-11BB-4CC3-B660-4B6400678290}" type="presParOf" srcId="{5771CB23-7A75-459E-8C44-F617103FFE1D}" destId="{6FED40FD-4FC8-4460-88E8-C003B7AE96D0}" srcOrd="1" destOrd="0" presId="urn:microsoft.com/office/officeart/2005/8/layout/target2"/>
    <dgm:cxn modelId="{E41E18F9-06EA-42B0-9E8E-187A49427508}" type="presParOf" srcId="{5771CB23-7A75-459E-8C44-F617103FFE1D}" destId="{1D296346-8C4B-438E-ACF1-A12A1DE7E7C1}" srcOrd="2" destOrd="0" presId="urn:microsoft.com/office/officeart/2005/8/layout/target2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B94457D-62D9-4521-8CF5-4819B2071B5A}">
      <dsp:nvSpPr>
        <dsp:cNvPr id="0" name=""/>
        <dsp:cNvSpPr/>
      </dsp:nvSpPr>
      <dsp:spPr>
        <a:xfrm>
          <a:off x="0" y="0"/>
          <a:ext cx="4938712" cy="4022725"/>
        </a:xfrm>
        <a:prstGeom prst="roundRect">
          <a:avLst>
            <a:gd name="adj" fmla="val 85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3122082" numCol="1" spcCol="1270" anchor="t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 dirty="0"/>
            <a:t>Artificial Intelligence</a:t>
          </a:r>
          <a:endParaRPr lang="en-US" sz="3300" kern="1200"/>
        </a:p>
      </dsp:txBody>
      <dsp:txXfrm>
        <a:off x="100148" y="100148"/>
        <a:ext cx="4738416" cy="3822429"/>
      </dsp:txXfrm>
    </dsp:sp>
    <dsp:sp modelId="{6927823F-B920-48F6-8643-A2DAAC549C45}">
      <dsp:nvSpPr>
        <dsp:cNvPr id="0" name=""/>
        <dsp:cNvSpPr/>
      </dsp:nvSpPr>
      <dsp:spPr>
        <a:xfrm>
          <a:off x="123467" y="1005681"/>
          <a:ext cx="740806" cy="1388704"/>
        </a:xfrm>
        <a:prstGeom prst="roundRect">
          <a:avLst>
            <a:gd name="adj" fmla="val 105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/>
            <a:t>Robotics</a:t>
          </a:r>
        </a:p>
      </dsp:txBody>
      <dsp:txXfrm>
        <a:off x="146249" y="1028463"/>
        <a:ext cx="695242" cy="1343140"/>
      </dsp:txXfrm>
    </dsp:sp>
    <dsp:sp modelId="{30F5B8A3-0159-4A35-9C4B-4B263227BEE2}">
      <dsp:nvSpPr>
        <dsp:cNvPr id="0" name=""/>
        <dsp:cNvSpPr/>
      </dsp:nvSpPr>
      <dsp:spPr>
        <a:xfrm>
          <a:off x="123467" y="2430919"/>
          <a:ext cx="740806" cy="1388704"/>
        </a:xfrm>
        <a:prstGeom prst="roundRect">
          <a:avLst>
            <a:gd name="adj" fmla="val 105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5">
              <a:hueOff val="425424"/>
              <a:satOff val="-4778"/>
              <a:lumOff val="-102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/>
            <a:t>Human Computer Interaction</a:t>
          </a:r>
        </a:p>
      </dsp:txBody>
      <dsp:txXfrm>
        <a:off x="146249" y="2453701"/>
        <a:ext cx="695242" cy="1343140"/>
      </dsp:txXfrm>
    </dsp:sp>
    <dsp:sp modelId="{0888FFF0-BB58-4133-AD7C-827124806555}">
      <dsp:nvSpPr>
        <dsp:cNvPr id="0" name=""/>
        <dsp:cNvSpPr/>
      </dsp:nvSpPr>
      <dsp:spPr>
        <a:xfrm>
          <a:off x="987742" y="1005681"/>
          <a:ext cx="3827501" cy="2815907"/>
        </a:xfrm>
        <a:prstGeom prst="roundRect">
          <a:avLst>
            <a:gd name="adj" fmla="val 10500"/>
          </a:avLst>
        </a:prstGeom>
        <a:solidFill>
          <a:schemeClr val="accent5">
            <a:hueOff val="1063560"/>
            <a:satOff val="-11946"/>
            <a:lumOff val="-2549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788101" numCol="1" spcCol="1270" anchor="t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 dirty="0"/>
            <a:t>Data Science</a:t>
          </a:r>
        </a:p>
      </dsp:txBody>
      <dsp:txXfrm>
        <a:off x="1074341" y="1092280"/>
        <a:ext cx="3654303" cy="2642709"/>
      </dsp:txXfrm>
    </dsp:sp>
    <dsp:sp modelId="{884CB370-2DF3-47A4-8383-7C7962B2ACF4}">
      <dsp:nvSpPr>
        <dsp:cNvPr id="0" name=""/>
        <dsp:cNvSpPr/>
      </dsp:nvSpPr>
      <dsp:spPr>
        <a:xfrm>
          <a:off x="1083429" y="1991248"/>
          <a:ext cx="765500" cy="791389"/>
        </a:xfrm>
        <a:prstGeom prst="roundRect">
          <a:avLst>
            <a:gd name="adj" fmla="val 105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5">
              <a:hueOff val="850848"/>
              <a:satOff val="-9556"/>
              <a:lumOff val="-2039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/>
            <a:t>Business Intelligence</a:t>
          </a:r>
        </a:p>
      </dsp:txBody>
      <dsp:txXfrm>
        <a:off x="1106971" y="2014790"/>
        <a:ext cx="718416" cy="744305"/>
      </dsp:txXfrm>
    </dsp:sp>
    <dsp:sp modelId="{9FB33A1B-10CA-4D9C-911A-9530EBE66420}">
      <dsp:nvSpPr>
        <dsp:cNvPr id="0" name=""/>
        <dsp:cNvSpPr/>
      </dsp:nvSpPr>
      <dsp:spPr>
        <a:xfrm>
          <a:off x="1083429" y="2818846"/>
          <a:ext cx="765500" cy="791389"/>
        </a:xfrm>
        <a:prstGeom prst="roundRect">
          <a:avLst>
            <a:gd name="adj" fmla="val 105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5">
              <a:hueOff val="1276272"/>
              <a:satOff val="-14335"/>
              <a:lumOff val="-3059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/>
            <a:t>Programming</a:t>
          </a:r>
        </a:p>
      </dsp:txBody>
      <dsp:txXfrm>
        <a:off x="1106971" y="2842388"/>
        <a:ext cx="718416" cy="744305"/>
      </dsp:txXfrm>
    </dsp:sp>
    <dsp:sp modelId="{34B7AA08-BDB7-4A04-9E78-3D4B40909778}">
      <dsp:nvSpPr>
        <dsp:cNvPr id="0" name=""/>
        <dsp:cNvSpPr/>
      </dsp:nvSpPr>
      <dsp:spPr>
        <a:xfrm>
          <a:off x="1950791" y="2011362"/>
          <a:ext cx="2740985" cy="1609090"/>
        </a:xfrm>
        <a:prstGeom prst="roundRect">
          <a:avLst>
            <a:gd name="adj" fmla="val 10500"/>
          </a:avLst>
        </a:prstGeom>
        <a:solidFill>
          <a:schemeClr val="accent5">
            <a:hueOff val="2127120"/>
            <a:satOff val="-23891"/>
            <a:lumOff val="-5098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908242" numCol="1" spcCol="1270" anchor="t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 dirty="0" err="1"/>
            <a:t>Maths</a:t>
          </a:r>
          <a:endParaRPr lang="en-US" sz="3300" kern="1200" dirty="0"/>
        </a:p>
      </dsp:txBody>
      <dsp:txXfrm>
        <a:off x="2000276" y="2060847"/>
        <a:ext cx="2642015" cy="1510120"/>
      </dsp:txXfrm>
    </dsp:sp>
    <dsp:sp modelId="{49C1246C-EDC5-4088-87F1-593C8805B28F}">
      <dsp:nvSpPr>
        <dsp:cNvPr id="0" name=""/>
        <dsp:cNvSpPr/>
      </dsp:nvSpPr>
      <dsp:spPr>
        <a:xfrm>
          <a:off x="2019315" y="2735453"/>
          <a:ext cx="1282896" cy="724090"/>
        </a:xfrm>
        <a:prstGeom prst="roundRect">
          <a:avLst>
            <a:gd name="adj" fmla="val 105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5">
              <a:hueOff val="1701696"/>
              <a:satOff val="-19113"/>
              <a:lumOff val="-4078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/>
            <a:t>Statistics</a:t>
          </a:r>
        </a:p>
      </dsp:txBody>
      <dsp:txXfrm>
        <a:off x="2041583" y="2757721"/>
        <a:ext cx="1238360" cy="679554"/>
      </dsp:txXfrm>
    </dsp:sp>
    <dsp:sp modelId="{1D296346-8C4B-438E-ACF1-A12A1DE7E7C1}">
      <dsp:nvSpPr>
        <dsp:cNvPr id="0" name=""/>
        <dsp:cNvSpPr/>
      </dsp:nvSpPr>
      <dsp:spPr>
        <a:xfrm>
          <a:off x="3338709" y="2735453"/>
          <a:ext cx="1282896" cy="724090"/>
        </a:xfrm>
        <a:prstGeom prst="roundRect">
          <a:avLst>
            <a:gd name="adj" fmla="val 105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5">
              <a:hueOff val="2127120"/>
              <a:satOff val="-23891"/>
              <a:lumOff val="-5098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/>
            <a:t>Machine Learning</a:t>
          </a:r>
        </a:p>
      </dsp:txBody>
      <dsp:txXfrm>
        <a:off x="3360977" y="2757721"/>
        <a:ext cx="1238360" cy="67955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B94457D-62D9-4521-8CF5-4819B2071B5A}">
      <dsp:nvSpPr>
        <dsp:cNvPr id="0" name=""/>
        <dsp:cNvSpPr/>
      </dsp:nvSpPr>
      <dsp:spPr>
        <a:xfrm>
          <a:off x="0" y="0"/>
          <a:ext cx="4937125" cy="4022725"/>
        </a:xfrm>
        <a:prstGeom prst="roundRect">
          <a:avLst>
            <a:gd name="adj" fmla="val 85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3122082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strike="sngStrike" kern="1200" dirty="0"/>
            <a:t>Does</a:t>
          </a:r>
          <a:r>
            <a:rPr lang="en-US" sz="2400" kern="1200" dirty="0"/>
            <a:t> should not exist</a:t>
          </a:r>
          <a:endParaRPr lang="en-US" sz="2400" kern="1200"/>
        </a:p>
      </dsp:txBody>
      <dsp:txXfrm>
        <a:off x="100148" y="100148"/>
        <a:ext cx="4736829" cy="3822429"/>
      </dsp:txXfrm>
    </dsp:sp>
    <dsp:sp modelId="{6927823F-B920-48F6-8643-A2DAAC549C45}">
      <dsp:nvSpPr>
        <dsp:cNvPr id="0" name=""/>
        <dsp:cNvSpPr/>
      </dsp:nvSpPr>
      <dsp:spPr>
        <a:xfrm>
          <a:off x="123428" y="1005681"/>
          <a:ext cx="740568" cy="1388704"/>
        </a:xfrm>
        <a:prstGeom prst="roundRect">
          <a:avLst>
            <a:gd name="adj" fmla="val 105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/>
            <a:t>Robotics Engineer</a:t>
          </a:r>
        </a:p>
      </dsp:txBody>
      <dsp:txXfrm>
        <a:off x="146203" y="1028456"/>
        <a:ext cx="695018" cy="1343154"/>
      </dsp:txXfrm>
    </dsp:sp>
    <dsp:sp modelId="{30F5B8A3-0159-4A35-9C4B-4B263227BEE2}">
      <dsp:nvSpPr>
        <dsp:cNvPr id="0" name=""/>
        <dsp:cNvSpPr/>
      </dsp:nvSpPr>
      <dsp:spPr>
        <a:xfrm>
          <a:off x="123428" y="2430907"/>
          <a:ext cx="740568" cy="1388704"/>
        </a:xfrm>
        <a:prstGeom prst="roundRect">
          <a:avLst>
            <a:gd name="adj" fmla="val 105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5">
              <a:hueOff val="425424"/>
              <a:satOff val="-4778"/>
              <a:lumOff val="-102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/>
            <a:t>Human Computer Interaction</a:t>
          </a:r>
        </a:p>
      </dsp:txBody>
      <dsp:txXfrm>
        <a:off x="146203" y="2453682"/>
        <a:ext cx="695018" cy="1343154"/>
      </dsp:txXfrm>
    </dsp:sp>
    <dsp:sp modelId="{0888FFF0-BB58-4133-AD7C-827124806555}">
      <dsp:nvSpPr>
        <dsp:cNvPr id="0" name=""/>
        <dsp:cNvSpPr/>
      </dsp:nvSpPr>
      <dsp:spPr>
        <a:xfrm>
          <a:off x="987425" y="1005681"/>
          <a:ext cx="3826271" cy="2815907"/>
        </a:xfrm>
        <a:prstGeom prst="roundRect">
          <a:avLst>
            <a:gd name="adj" fmla="val 10500"/>
          </a:avLst>
        </a:prstGeom>
        <a:solidFill>
          <a:schemeClr val="accent5">
            <a:hueOff val="1063560"/>
            <a:satOff val="-11946"/>
            <a:lumOff val="-2549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1788101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Data Scientist</a:t>
          </a:r>
          <a:endParaRPr lang="en-US" sz="2400" kern="1200"/>
        </a:p>
      </dsp:txBody>
      <dsp:txXfrm>
        <a:off x="1074024" y="1092280"/>
        <a:ext cx="3653073" cy="2642709"/>
      </dsp:txXfrm>
    </dsp:sp>
    <dsp:sp modelId="{884CB370-2DF3-47A4-8383-7C7962B2ACF4}">
      <dsp:nvSpPr>
        <dsp:cNvPr id="0" name=""/>
        <dsp:cNvSpPr/>
      </dsp:nvSpPr>
      <dsp:spPr>
        <a:xfrm>
          <a:off x="1083081" y="1991248"/>
          <a:ext cx="765254" cy="791389"/>
        </a:xfrm>
        <a:prstGeom prst="roundRect">
          <a:avLst>
            <a:gd name="adj" fmla="val 105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5">
              <a:hueOff val="850848"/>
              <a:satOff val="-9556"/>
              <a:lumOff val="-2039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/>
            <a:t>Product Manager</a:t>
          </a:r>
        </a:p>
      </dsp:txBody>
      <dsp:txXfrm>
        <a:off x="1106615" y="2014782"/>
        <a:ext cx="718186" cy="744321"/>
      </dsp:txXfrm>
    </dsp:sp>
    <dsp:sp modelId="{9FB33A1B-10CA-4D9C-911A-9530EBE66420}">
      <dsp:nvSpPr>
        <dsp:cNvPr id="0" name=""/>
        <dsp:cNvSpPr/>
      </dsp:nvSpPr>
      <dsp:spPr>
        <a:xfrm>
          <a:off x="1083081" y="2818835"/>
          <a:ext cx="765254" cy="791389"/>
        </a:xfrm>
        <a:prstGeom prst="roundRect">
          <a:avLst>
            <a:gd name="adj" fmla="val 105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5">
              <a:hueOff val="1276272"/>
              <a:satOff val="-14335"/>
              <a:lumOff val="-3059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/>
            <a:t>Principal Software Engineer</a:t>
          </a:r>
        </a:p>
      </dsp:txBody>
      <dsp:txXfrm>
        <a:off x="1106615" y="2842369"/>
        <a:ext cx="718186" cy="744321"/>
      </dsp:txXfrm>
    </dsp:sp>
    <dsp:sp modelId="{34B7AA08-BDB7-4A04-9E78-3D4B40909778}">
      <dsp:nvSpPr>
        <dsp:cNvPr id="0" name=""/>
        <dsp:cNvSpPr/>
      </dsp:nvSpPr>
      <dsp:spPr>
        <a:xfrm>
          <a:off x="1950164" y="2011362"/>
          <a:ext cx="2740104" cy="1609090"/>
        </a:xfrm>
        <a:prstGeom prst="roundRect">
          <a:avLst>
            <a:gd name="adj" fmla="val 10500"/>
          </a:avLst>
        </a:prstGeom>
        <a:solidFill>
          <a:schemeClr val="accent5">
            <a:hueOff val="2127120"/>
            <a:satOff val="-23891"/>
            <a:lumOff val="-5098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08242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Chief Data Scientist</a:t>
          </a:r>
        </a:p>
      </dsp:txBody>
      <dsp:txXfrm>
        <a:off x="1999649" y="2060847"/>
        <a:ext cx="2641134" cy="1510120"/>
      </dsp:txXfrm>
    </dsp:sp>
    <dsp:sp modelId="{49C1246C-EDC5-4088-87F1-593C8805B28F}">
      <dsp:nvSpPr>
        <dsp:cNvPr id="0" name=""/>
        <dsp:cNvSpPr/>
      </dsp:nvSpPr>
      <dsp:spPr>
        <a:xfrm>
          <a:off x="2018666" y="2735453"/>
          <a:ext cx="1282483" cy="724090"/>
        </a:xfrm>
        <a:prstGeom prst="roundRect">
          <a:avLst>
            <a:gd name="adj" fmla="val 105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5">
              <a:hueOff val="1701696"/>
              <a:satOff val="-19113"/>
              <a:lumOff val="-4078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/>
            <a:t>Statistician</a:t>
          </a:r>
        </a:p>
      </dsp:txBody>
      <dsp:txXfrm>
        <a:off x="2040934" y="2757721"/>
        <a:ext cx="1237947" cy="679554"/>
      </dsp:txXfrm>
    </dsp:sp>
    <dsp:sp modelId="{1D296346-8C4B-438E-ACF1-A12A1DE7E7C1}">
      <dsp:nvSpPr>
        <dsp:cNvPr id="0" name=""/>
        <dsp:cNvSpPr/>
      </dsp:nvSpPr>
      <dsp:spPr>
        <a:xfrm>
          <a:off x="3337636" y="2735453"/>
          <a:ext cx="1282483" cy="724090"/>
        </a:xfrm>
        <a:prstGeom prst="roundRect">
          <a:avLst>
            <a:gd name="adj" fmla="val 105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5">
              <a:hueOff val="2127120"/>
              <a:satOff val="-23891"/>
              <a:lumOff val="-5098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/>
            <a:t>NLP Scientist</a:t>
          </a:r>
        </a:p>
      </dsp:txBody>
      <dsp:txXfrm>
        <a:off x="3359904" y="2757721"/>
        <a:ext cx="1237947" cy="67955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target2">
  <dgm:title val=""/>
  <dgm:desc val=""/>
  <dgm:catLst>
    <dgm:cat type="relationship" pri="1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chMax val="3"/>
      <dgm:chPref val="1"/>
      <dgm:dir/>
      <dgm:animLvl val="lvl"/>
      <dgm:resizeHandles/>
    </dgm:varLst>
    <dgm:alg type="composite">
      <dgm:param type="horzAlign" val="none"/>
      <dgm:param type="vertAlign" val="none"/>
    </dgm:alg>
    <dgm:shape xmlns:r="http://schemas.openxmlformats.org/officeDocument/2006/relationships" r:blip="">
      <dgm:adjLst/>
    </dgm:shape>
    <dgm:presOf/>
    <dgm:choose name="Name1">
      <dgm:if name="Name2" func="var" arg="dir" op="equ" val="norm">
        <dgm:choose name="Name3">
          <dgm:if name="Name4" axis="ch ch" ptType="node node" st="1 1" cnt="1 0" func="cnt" op="gt" val="0">
            <dgm:choose name="Name5">
              <dgm:if name="Name6" axis="ch ch" ptType="node node" st="2 1" cnt="1 0" func="cnt" op="gt" val="0">
                <dgm:constrLst>
                  <dgm:constr type="primFontSz" for="des" forName="middleBoxParent" val="65"/>
                  <dgm:constr type="primFontSz" for="des" forName="mChild" val="65"/>
                  <dgm:constr type="primFontSz" for="des" forName="outerBoxParent" refType="primFontSz" refFor="des" refForName="middleBoxParent" op="equ"/>
                  <dgm:constr type="primFontSz" for="des" forName="centerBoxParent" refType="primFontSz" refFor="des" refForName="middleBoxParent" op="equ"/>
                  <dgm:constr type="primFontSz" for="des" forName="oChild" refType="primFontSz" refFor="des" refForName="mChild" op="equ"/>
                  <dgm:constr type="primFontSz" for="des" forName="cChild" refType="primFontSz" refFor="des" refForName="mChild" op="equ"/>
                  <dgm:constr type="l" for="ch" forName="outerBox"/>
                  <dgm:constr type="t" for="ch" forName="outerBox"/>
                  <dgm:constr type="w" for="ch" forName="outerBox" refType="w"/>
                  <dgm:constr type="h" for="ch" forName="outerBox" refType="h"/>
                  <dgm:constr type="l" for="ch" forName="middleBox" refType="w" fact="0.2"/>
                  <dgm:constr type="t" for="ch" forName="middleBox" refType="h" fact="0.25"/>
                  <dgm:constr type="w" for="ch" forName="middleBox" refType="w" fact="0.775"/>
                  <dgm:constr type="h" for="ch" forName="middleBox" refType="h" fact="0.7"/>
                  <dgm:constr type="l" for="ch" forName="centerBox" refType="w" fact="0.395"/>
                  <dgm:constr type="t" for="ch" forName="centerBox" refType="h" fact="0.5"/>
                  <dgm:constr type="w" for="ch" forName="centerBox" refType="w" fact="0.555"/>
                  <dgm:constr type="h" for="ch" forName="centerBox" refType="h" fact="0.4"/>
                  <dgm:constr type="userA" for="des" forName="outerSibTrans" refType="w"/>
                  <dgm:constr type="userA" for="des" forName="middleSibTrans" refType="w"/>
                  <dgm:constr type="userA" for="des" forName="centerSibTrans" refType="w"/>
                </dgm:constrLst>
              </dgm:if>
              <dgm:else name="Name7">
                <dgm:constrLst>
                  <dgm:constr type="primFontSz" for="des" forName="middleBoxParent" val="65"/>
                  <dgm:constr type="primFontSz" for="des" forName="mChild" val="65"/>
                  <dgm:constr type="primFontSz" for="des" forName="outerBoxParent" refType="primFontSz" refFor="des" refForName="middleBoxParent" op="equ"/>
                  <dgm:constr type="primFontSz" for="des" forName="centerBoxParent" refType="primFontSz" refFor="des" refForName="middleBoxParent" op="equ"/>
                  <dgm:constr type="primFontSz" for="des" forName="oChild" refType="primFontSz" refFor="des" refForName="mChild" op="equ"/>
                  <dgm:constr type="primFontSz" for="des" forName="cChild" refType="primFontSz" refFor="des" refForName="mChild" op="equ"/>
                  <dgm:constr type="l" for="ch" forName="outerBox"/>
                  <dgm:constr type="t" for="ch" forName="outerBox"/>
                  <dgm:constr type="w" for="ch" forName="outerBox" refType="w"/>
                  <dgm:constr type="h" for="ch" forName="outerBox" refType="h"/>
                  <dgm:constr type="l" for="ch" forName="middleBox" refType="w" fact="0.2"/>
                  <dgm:constr type="t" for="ch" forName="middleBox" refType="h" fact="0.25"/>
                  <dgm:constr type="w" for="ch" forName="middleBox" refType="w" fact="0.775"/>
                  <dgm:constr type="h" for="ch" forName="middleBox" refType="h" fact="0.7"/>
                  <dgm:constr type="l" for="ch" forName="centerBox" refType="w" fact="0.225"/>
                  <dgm:constr type="t" for="ch" forName="centerBox" refType="h" fact="0.5"/>
                  <dgm:constr type="w" for="ch" forName="centerBox" refType="w" fact="0.725"/>
                  <dgm:constr type="h" for="ch" forName="centerBox" refType="h" fact="0.4"/>
                  <dgm:constr type="userA" for="des" forName="outerSibTrans" refType="w"/>
                  <dgm:constr type="userA" for="des" forName="middleSibTrans" refType="w"/>
                  <dgm:constr type="userA" for="des" forName="centerSibTrans" refType="w"/>
                </dgm:constrLst>
              </dgm:else>
            </dgm:choose>
          </dgm:if>
          <dgm:else name="Name8">
            <dgm:choose name="Name9">
              <dgm:if name="Name10" axis="ch ch" ptType="node node" st="2 1" cnt="1 0" func="cnt" op="gt" val="0">
                <dgm:constrLst>
                  <dgm:constr type="primFontSz" for="des" forName="middleBoxParent" val="65"/>
                  <dgm:constr type="primFontSz" for="des" forName="mChild" val="65"/>
                  <dgm:constr type="primFontSz" for="des" forName="outerBoxParent" refType="primFontSz" refFor="des" refForName="middleBoxParent" op="equ"/>
                  <dgm:constr type="primFontSz" for="des" forName="centerBoxParent" refType="primFontSz" refFor="des" refForName="middleBoxParent" op="equ"/>
                  <dgm:constr type="primFontSz" for="des" forName="oChild" refType="primFontSz" refFor="des" refForName="mChild" op="equ"/>
                  <dgm:constr type="primFontSz" for="des" forName="cChild" refType="primFontSz" refFor="des" refForName="mChild" op="equ"/>
                  <dgm:constr type="l" for="ch" forName="outerBox"/>
                  <dgm:constr type="t" for="ch" forName="outerBox"/>
                  <dgm:constr type="w" for="ch" forName="outerBox" refType="w"/>
                  <dgm:constr type="h" for="ch" forName="outerBox" refType="h"/>
                  <dgm:constr type="l" for="ch" forName="middleBox" refType="w" fact="0.025"/>
                  <dgm:constr type="t" for="ch" forName="middleBox" refType="h" fact="0.25"/>
                  <dgm:constr type="w" for="ch" forName="middleBox" refType="w" fact="0.95"/>
                  <dgm:constr type="h" for="ch" forName="middleBox" refType="h" fact="0.7"/>
                  <dgm:constr type="l" for="ch" forName="centerBox" refType="w" fact="0.26"/>
                  <dgm:constr type="t" for="ch" forName="centerBox" refType="h" fact="0.5"/>
                  <dgm:constr type="w" for="ch" forName="centerBox" refType="w" fact="0.69"/>
                  <dgm:constr type="h" for="ch" forName="centerBox" refType="h" fact="0.4"/>
                  <dgm:constr type="userA" for="des" forName="outerSibTrans" refType="w"/>
                  <dgm:constr type="userA" for="des" forName="middleSibTrans" refType="w"/>
                  <dgm:constr type="userA" for="des" forName="centerSibTrans" refType="w"/>
                </dgm:constrLst>
              </dgm:if>
              <dgm:else name="Name11">
                <dgm:constrLst>
                  <dgm:constr type="primFontSz" for="des" forName="middleBoxParent" val="65"/>
                  <dgm:constr type="primFontSz" for="des" forName="mChild" val="65"/>
                  <dgm:constr type="primFontSz" for="des" forName="outerBoxParent" refType="primFontSz" refFor="des" refForName="middleBoxParent" op="equ"/>
                  <dgm:constr type="primFontSz" for="des" forName="centerBoxParent" refType="primFontSz" refFor="des" refForName="middleBoxParent" op="equ"/>
                  <dgm:constr type="primFontSz" for="des" forName="oChild" refType="primFontSz" refFor="des" refForName="mChild" op="equ"/>
                  <dgm:constr type="primFontSz" for="des" forName="cChild" refType="primFontSz" refFor="des" refForName="mChild" op="equ"/>
                  <dgm:constr type="l" for="ch" forName="outerBox"/>
                  <dgm:constr type="t" for="ch" forName="outerBox"/>
                  <dgm:constr type="w" for="ch" forName="outerBox" refType="w"/>
                  <dgm:constr type="h" for="ch" forName="outerBox" refType="h"/>
                  <dgm:constr type="l" for="ch" forName="middleBox" refType="w" fact="0.025"/>
                  <dgm:constr type="t" for="ch" forName="middleBox" refType="h" fact="0.25"/>
                  <dgm:constr type="w" for="ch" forName="middleBox" refType="w" fact="0.95"/>
                  <dgm:constr type="h" for="ch" forName="middleBox" refType="h" fact="0.7"/>
                  <dgm:constr type="l" for="ch" forName="centerBox" refType="w" fact="0.05"/>
                  <dgm:constr type="t" for="ch" forName="centerBox" refType="h" fact="0.5"/>
                  <dgm:constr type="w" for="ch" forName="centerBox" refType="w" fact="0.9"/>
                  <dgm:constr type="h" for="ch" forName="centerBox" refType="h" fact="0.4"/>
                  <dgm:constr type="userA" for="des" forName="outerSibTrans" refType="w"/>
                  <dgm:constr type="userA" for="des" forName="middleSibTrans" refType="w"/>
                  <dgm:constr type="userA" for="des" forName="centerSibTrans" refType="w"/>
                </dgm:constrLst>
              </dgm:else>
            </dgm:choose>
          </dgm:else>
        </dgm:choose>
      </dgm:if>
      <dgm:else name="Name12">
        <dgm:choose name="Name13">
          <dgm:if name="Name14" axis="ch ch" ptType="node node" st="1 1" cnt="1 0" func="cnt" op="gt" val="0">
            <dgm:choose name="Name15">
              <dgm:if name="Name16" axis="ch ch" ptType="node node" st="2 1" cnt="1 0" func="cnt" op="gt" val="0">
                <dgm:constrLst>
                  <dgm:constr type="primFontSz" for="des" forName="middleBoxParent" val="65"/>
                  <dgm:constr type="primFontSz" for="des" forName="mChild" val="65"/>
                  <dgm:constr type="primFontSz" for="des" forName="outerBoxParent" refType="primFontSz" refFor="des" refForName="middleBoxParent" op="equ"/>
                  <dgm:constr type="primFontSz" for="des" forName="centerBoxParent" refType="primFontSz" refFor="des" refForName="middleBoxParent" op="equ"/>
                  <dgm:constr type="primFontSz" for="des" forName="oChild" refType="primFontSz" refFor="des" refForName="mChild" op="equ"/>
                  <dgm:constr type="primFontSz" for="des" forName="cChild" refType="primFontSz" refFor="des" refForName="mChild" op="equ"/>
                  <dgm:constr type="l" for="ch" forName="outerBox"/>
                  <dgm:constr type="t" for="ch" forName="outerBox"/>
                  <dgm:constr type="w" for="ch" forName="outerBox" refType="w"/>
                  <dgm:constr type="h" for="ch" forName="outerBox" refType="h"/>
                  <dgm:constr type="l" for="ch" forName="middleBox" refType="w" fact="0.025"/>
                  <dgm:constr type="t" for="ch" forName="middleBox" refType="h" fact="0.25"/>
                  <dgm:constr type="w" for="ch" forName="middleBox" refType="w" fact="0.775"/>
                  <dgm:constr type="h" for="ch" forName="middleBox" refType="h" fact="0.7"/>
                  <dgm:constr type="l" for="ch" forName="centerBox" refType="w" fact="0.05"/>
                  <dgm:constr type="t" for="ch" forName="centerBox" refType="h" fact="0.5"/>
                  <dgm:constr type="w" for="ch" forName="centerBox" refType="w" fact="0.55"/>
                  <dgm:constr type="h" for="ch" forName="centerBox" refType="h" fact="0.4"/>
                  <dgm:constr type="userA" for="des" forName="outerSibTrans" refType="w"/>
                  <dgm:constr type="userA" for="des" forName="middleSibTrans" refType="w"/>
                  <dgm:constr type="userA" for="des" forName="centerSibTrans" refType="w"/>
                </dgm:constrLst>
              </dgm:if>
              <dgm:else name="Name17">
                <dgm:constrLst>
                  <dgm:constr type="primFontSz" for="des" forName="middleBoxParent" val="65"/>
                  <dgm:constr type="primFontSz" for="des" forName="mChild" val="65"/>
                  <dgm:constr type="primFontSz" for="des" forName="outerBoxParent" refType="primFontSz" refFor="des" refForName="middleBoxParent" op="equ"/>
                  <dgm:constr type="primFontSz" for="des" forName="centerBoxParent" refType="primFontSz" refFor="des" refForName="middleBoxParent" op="equ"/>
                  <dgm:constr type="primFontSz" for="des" forName="oChild" refType="primFontSz" refFor="des" refForName="mChild" op="equ"/>
                  <dgm:constr type="primFontSz" for="des" forName="cChild" refType="primFontSz" refFor="des" refForName="mChild" op="equ"/>
                  <dgm:constr type="l" for="ch" forName="outerBox"/>
                  <dgm:constr type="t" for="ch" forName="outerBox"/>
                  <dgm:constr type="w" for="ch" forName="outerBox" refType="w"/>
                  <dgm:constr type="h" for="ch" forName="outerBox" refType="h"/>
                  <dgm:constr type="l" for="ch" forName="middleBox" refType="w" fact="0.025"/>
                  <dgm:constr type="t" for="ch" forName="middleBox" refType="h" fact="0.25"/>
                  <dgm:constr type="w" for="ch" forName="middleBox" refType="w" fact="0.775"/>
                  <dgm:constr type="h" for="ch" forName="middleBox" refType="h" fact="0.7"/>
                  <dgm:constr type="l" for="ch" forName="centerBox" refType="w" fact="0.05"/>
                  <dgm:constr type="t" for="ch" forName="centerBox" refType="h" fact="0.5"/>
                  <dgm:constr type="w" for="ch" forName="centerBox" refType="w" fact="0.725"/>
                  <dgm:constr type="h" for="ch" forName="centerBox" refType="h" fact="0.4"/>
                  <dgm:constr type="userA" for="des" forName="outerSibTrans" refType="w"/>
                  <dgm:constr type="userA" for="des" forName="middleSibTrans" refType="w"/>
                  <dgm:constr type="userA" for="des" forName="centerSibTrans" refType="w"/>
                </dgm:constrLst>
              </dgm:else>
            </dgm:choose>
          </dgm:if>
          <dgm:else name="Name18">
            <dgm:choose name="Name19">
              <dgm:if name="Name20" axis="ch ch" ptType="node node" st="2 1" cnt="1 0" func="cnt" op="gt" val="0">
                <dgm:constrLst>
                  <dgm:constr type="primFontSz" for="des" forName="middleBoxParent" val="65"/>
                  <dgm:constr type="primFontSz" for="des" forName="mChild" val="65"/>
                  <dgm:constr type="primFontSz" for="des" forName="outerBoxParent" refType="primFontSz" refFor="des" refForName="middleBoxParent" op="equ"/>
                  <dgm:constr type="primFontSz" for="des" forName="centerBoxParent" refType="primFontSz" refFor="des" refForName="middleBoxParent" op="equ"/>
                  <dgm:constr type="primFontSz" for="des" forName="oChild" refType="primFontSz" refFor="des" refForName="mChild" op="equ"/>
                  <dgm:constr type="primFontSz" for="des" forName="cChild" refType="primFontSz" refFor="des" refForName="mChild" op="equ"/>
                  <dgm:constr type="l" for="ch" forName="outerBox"/>
                  <dgm:constr type="t" for="ch" forName="outerBox"/>
                  <dgm:constr type="w" for="ch" forName="outerBox" refType="w"/>
                  <dgm:constr type="h" for="ch" forName="outerBox" refType="h"/>
                  <dgm:constr type="l" for="ch" forName="middleBox" refType="w" fact="0.025"/>
                  <dgm:constr type="t" for="ch" forName="middleBox" refType="h" fact="0.25"/>
                  <dgm:constr type="w" for="ch" forName="middleBox" refType="w" fact="0.95"/>
                  <dgm:constr type="h" for="ch" forName="middleBox" refType="h" fact="0.7"/>
                  <dgm:constr type="l" for="ch" forName="centerBox" refType="w" fact="0.05"/>
                  <dgm:constr type="t" for="ch" forName="centerBox" refType="h" fact="0.5"/>
                  <dgm:constr type="w" for="ch" forName="centerBox" refType="w" fact="0.69"/>
                  <dgm:constr type="h" for="ch" forName="centerBox" refType="h" fact="0.4"/>
                  <dgm:constr type="userA" for="des" forName="outerSibTrans" refType="w"/>
                  <dgm:constr type="userA" for="des" forName="middleSibTrans" refType="w"/>
                  <dgm:constr type="userA" for="des" forName="centerSibTrans" refType="w"/>
                </dgm:constrLst>
              </dgm:if>
              <dgm:else name="Name21">
                <dgm:constrLst>
                  <dgm:constr type="primFontSz" for="des" forName="middleBoxParent" val="65"/>
                  <dgm:constr type="primFontSz" for="des" forName="mChild" val="65"/>
                  <dgm:constr type="primFontSz" for="des" forName="outerBoxParent" refType="primFontSz" refFor="des" refForName="middleBoxParent" op="equ"/>
                  <dgm:constr type="primFontSz" for="des" forName="centerBoxParent" refType="primFontSz" refFor="des" refForName="middleBoxParent" op="equ"/>
                  <dgm:constr type="primFontSz" for="des" forName="oChild" refType="primFontSz" refFor="des" refForName="mChild" op="equ"/>
                  <dgm:constr type="primFontSz" for="des" forName="cChild" refType="primFontSz" refFor="des" refForName="mChild" op="equ"/>
                  <dgm:constr type="l" for="ch" forName="outerBox"/>
                  <dgm:constr type="t" for="ch" forName="outerBox"/>
                  <dgm:constr type="w" for="ch" forName="outerBox" refType="w"/>
                  <dgm:constr type="h" for="ch" forName="outerBox" refType="h"/>
                  <dgm:constr type="l" for="ch" forName="middleBox" refType="w" fact="0.025"/>
                  <dgm:constr type="t" for="ch" forName="middleBox" refType="h" fact="0.25"/>
                  <dgm:constr type="w" for="ch" forName="middleBox" refType="w" fact="0.95"/>
                  <dgm:constr type="h" for="ch" forName="middleBox" refType="h" fact="0.7"/>
                  <dgm:constr type="l" for="ch" forName="centerBox" refType="w" fact="0.05"/>
                  <dgm:constr type="t" for="ch" forName="centerBox" refType="h" fact="0.5"/>
                  <dgm:constr type="w" for="ch" forName="centerBox" refType="w" fact="0.9"/>
                  <dgm:constr type="h" for="ch" forName="centerBox" refType="h" fact="0.4"/>
                  <dgm:constr type="userA" for="des" forName="outerSibTrans" refType="w"/>
                  <dgm:constr type="userA" for="des" forName="middleSibTrans" refType="w"/>
                  <dgm:constr type="userA" for="des" forName="centerSibTrans" refType="w"/>
                </dgm:constrLst>
              </dgm:else>
            </dgm:choose>
          </dgm:else>
        </dgm:choose>
      </dgm:else>
    </dgm:choose>
    <dgm:ruleLst/>
    <dgm:choose name="Name22">
      <dgm:if name="Name23" axis="root ch" ptType="all node" st="1 1" cnt="0 0" func="cnt" op="gte" val="1">
        <dgm:layoutNode name="outerBox" styleLbl="node1">
          <dgm:alg type="composite">
            <dgm:param type="horzAlign" val="none"/>
            <dgm:param type="vertAlign" val="none"/>
          </dgm:alg>
          <dgm:shape xmlns:r="http://schemas.openxmlformats.org/officeDocument/2006/relationships" r:blip="">
            <dgm:adjLst/>
          </dgm:shape>
          <dgm:presOf/>
          <dgm:choose name="Name24">
            <dgm:if name="Name25" axis="root ch" ptType="all node" st="1 1" cnt="0 0" func="cnt" op="gt" val="1">
              <dgm:choose name="Name26">
                <dgm:if name="Name27" func="var" arg="dir" op="equ" val="norm">
                  <dgm:constrLst>
                    <dgm:constr type="l" for="ch" forName="outerBoxParent"/>
                    <dgm:constr type="t" for="ch" forName="outerBoxParent"/>
                    <dgm:constr type="w" for="ch" forName="outerBoxParent" refType="w"/>
                    <dgm:constr type="h" for="ch" forName="outerBoxParent" refType="h"/>
                    <dgm:constr type="bMarg" for="ch" forName="outerBoxParent" refType="h" fact="2.2"/>
                    <dgm:constr type="l" for="ch" forName="outerBoxChildren" refType="w" fact="0.025"/>
                    <dgm:constr type="t" for="ch" forName="outerBoxChildren" refType="h" fact="0.25"/>
                    <dgm:constr type="w" for="ch" forName="outerBoxChildren" refType="w" fact="0.15"/>
                    <dgm:constr type="h" for="ch" forName="outerBoxChildren" refType="h" fact="0.7"/>
                  </dgm:constrLst>
                </dgm:if>
                <dgm:else name="Name28">
                  <dgm:constrLst>
                    <dgm:constr type="l" for="ch" forName="outerBoxParent"/>
                    <dgm:constr type="t" for="ch" forName="outerBoxParent"/>
                    <dgm:constr type="w" for="ch" forName="outerBoxParent" refType="w"/>
                    <dgm:constr type="h" for="ch" forName="outerBoxParent" refType="h"/>
                    <dgm:constr type="bMarg" for="ch" forName="outerBoxParent" refType="h" fact="2.2"/>
                    <dgm:constr type="l" for="ch" forName="outerBoxChildren" refType="w" fact="0.825"/>
                    <dgm:constr type="t" for="ch" forName="outerBoxChildren" refType="h" fact="0.25"/>
                    <dgm:constr type="w" for="ch" forName="outerBoxChildren" refType="w" fact="0.15"/>
                    <dgm:constr type="h" for="ch" forName="outerBoxChildren" refType="h" fact="0.7"/>
                  </dgm:constrLst>
                </dgm:else>
              </dgm:choose>
            </dgm:if>
            <dgm:else name="Name29">
              <dgm:constrLst>
                <dgm:constr type="l" for="ch" forName="outerBoxParent"/>
                <dgm:constr type="t" for="ch" forName="outerBoxParent"/>
                <dgm:constr type="w" for="ch" forName="outerBoxParent" refType="w"/>
                <dgm:constr type="h" for="ch" forName="outerBoxParent" refType="h"/>
                <dgm:constr type="bMarg" for="ch" forName="outerBoxParent" refType="h" fact="1.75"/>
                <dgm:constr type="l" for="ch" forName="outerBoxChildren" refType="w" fact="0.025"/>
                <dgm:constr type="t" for="ch" forName="outerBoxChildren" refType="h" fact="0.45"/>
                <dgm:constr type="w" for="ch" forName="outerBoxChildren" refType="w" fact="0.95"/>
                <dgm:constr type="h" for="ch" forName="outerBoxChildren" refType="h" fact="0.45"/>
              </dgm:constrLst>
            </dgm:else>
          </dgm:choose>
          <dgm:ruleLst/>
          <dgm:layoutNode name="outerBoxParent" styleLbl="node1">
            <dgm:alg type="tx">
              <dgm:param type="txAnchorVert" val="t"/>
              <dgm:param type="parTxLTRAlign" val="l"/>
              <dgm:param type="parTxRTLAlign" val="r"/>
            </dgm:alg>
            <dgm:shape xmlns:r="http://schemas.openxmlformats.org/officeDocument/2006/relationships" type="roundRect" r:blip="">
              <dgm:adjLst>
                <dgm:adj idx="1" val="0.085"/>
              </dgm:adjLst>
            </dgm:shape>
            <dgm:presOf axis="ch" ptType="node" cnt="1"/>
            <dgm:constrLst>
              <dgm:constr type="tMarg" refType="primFontSz" fact="0.3"/>
              <dgm:constr type="lMarg" refType="primFontSz" fact="0.3"/>
              <dgm:constr type="rMarg" refType="primFontSz" fact="0.3"/>
            </dgm:constrLst>
            <dgm:ruleLst>
              <dgm:rule type="primFontSz" val="5" fact="NaN" max="NaN"/>
            </dgm:ruleLst>
          </dgm:layoutNode>
          <dgm:layoutNode name="outerBoxChildren">
            <dgm:choose name="Name30">
              <dgm:if name="Name31" axis="root ch" ptType="all node" st="1 1" cnt="0 0" func="cnt" op="gt" val="1">
                <dgm:alg type="lin">
                  <dgm:param type="linDir" val="fromT"/>
                  <dgm:param type="vertAlign" val="t"/>
                </dgm:alg>
              </dgm:if>
              <dgm:else name="Name32">
                <dgm:choose name="Name33">
                  <dgm:if name="Name34" func="var" arg="dir" op="equ" val="norm">
                    <dgm:alg type="lin">
                      <dgm:param type="horzAlign" val="l"/>
                    </dgm:alg>
                  </dgm:if>
                  <dgm:else name="Name35">
                    <dgm:alg type="lin">
                      <dgm:param type="linDir" val="fromR"/>
                      <dgm:param type="horzAlign" val="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>
              <dgm:constr type="w" for="ch" forName="oChild" refType="w"/>
              <dgm:constr type="h" for="ch" forName="oChild" refType="h"/>
            </dgm:constrLst>
            <dgm:ruleLst/>
            <dgm:forEach name="Name36" axis="ch ch" ptType="node node" st="1 1" cnt="1 0">
              <dgm:layoutNode name="oChild" styleLbl="fgAcc1">
                <dgm:varLst>
                  <dgm:bulletEnabled val="1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05"/>
                  </dgm:adjLst>
                </dgm:shape>
                <dgm:presOf axis="desOrSelf" ptType="node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forEach name="Name37" axis="followSib" ptType="sibTrans" cnt="1">
                <dgm:layoutNode name="outerSibTrans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userA"/>
                    <dgm:constr type="w" refType="userA" fact="0.015"/>
                    <dgm:constr type="h" refType="userA" fact="0.015"/>
                  </dgm:constrLst>
                  <dgm:ruleLst/>
                </dgm:layoutNode>
              </dgm:forEach>
            </dgm:forEach>
          </dgm:layoutNode>
        </dgm:layoutNode>
      </dgm:if>
      <dgm:else name="Name38"/>
    </dgm:choose>
    <dgm:choose name="Name39">
      <dgm:if name="Name40" axis="root ch" ptType="all node" st="1 1" cnt="0 0" func="cnt" op="gte" val="2">
        <dgm:layoutNode name="middleBox">
          <dgm:alg type="composite">
            <dgm:param type="horzAlign" val="none"/>
            <dgm:param type="vertAlign" val="none"/>
          </dgm:alg>
          <dgm:shape xmlns:r="http://schemas.openxmlformats.org/officeDocument/2006/relationships" r:blip="">
            <dgm:adjLst/>
          </dgm:shape>
          <dgm:presOf/>
          <dgm:choose name="Name41">
            <dgm:if name="Name42" axis="root ch" ptType="all node" st="1 1" cnt="0 0" func="cnt" op="gt" val="2">
              <dgm:choose name="Name43">
                <dgm:if name="Name44" func="var" arg="dir" op="equ" val="norm">
                  <dgm:constrLst>
                    <dgm:constr type="l" for="ch" forName="middleBoxParent"/>
                    <dgm:constr type="t" for="ch" forName="middleBoxParent"/>
                    <dgm:constr type="w" for="ch" forName="middleBoxParent" refType="w"/>
                    <dgm:constr type="h" for="ch" forName="middleBoxParent" refType="h"/>
                    <dgm:constr type="bMarg" for="ch" forName="middleBoxParent" refType="h" fact="1.8"/>
                    <dgm:constr type="l" for="ch" forName="middleBoxChildren" refType="w" fact="0.025"/>
                    <dgm:constr type="t" for="ch" forName="middleBoxChildren" refType="h" fact="0.35"/>
                    <dgm:constr type="w" for="ch" forName="middleBoxChildren" refType="w" fact="0.2"/>
                    <dgm:constr type="h" for="ch" forName="middleBoxChildren" refType="h" fact="0.575"/>
                  </dgm:constrLst>
                </dgm:if>
                <dgm:else name="Name45">
                  <dgm:constrLst>
                    <dgm:constr type="l" for="ch" forName="middleBoxParent"/>
                    <dgm:constr type="t" for="ch" forName="middleBoxParent"/>
                    <dgm:constr type="w" for="ch" forName="middleBoxParent" refType="w"/>
                    <dgm:constr type="h" for="ch" forName="middleBoxParent" refType="h"/>
                    <dgm:constr type="bMarg" for="ch" forName="middleBoxParent" refType="h" fact="1.8"/>
                    <dgm:constr type="l" for="ch" forName="middleBoxChildren" refType="w" fact="0.775"/>
                    <dgm:constr type="t" for="ch" forName="middleBoxChildren" refType="h" fact="0.35"/>
                    <dgm:constr type="w" for="ch" forName="middleBoxChildren" refType="w" fact="0.2"/>
                    <dgm:constr type="h" for="ch" forName="middleBoxChildren" refType="h" fact="0.575"/>
                  </dgm:constrLst>
                </dgm:else>
              </dgm:choose>
            </dgm:if>
            <dgm:else name="Name46">
              <dgm:constrLst>
                <dgm:constr type="l" for="ch" forName="middleBoxParent"/>
                <dgm:constr type="t" for="ch" forName="middleBoxParent"/>
                <dgm:constr type="w" for="ch" forName="middleBoxParent" refType="w"/>
                <dgm:constr type="h" for="ch" forName="middleBoxParent" refType="h"/>
                <dgm:constr type="bMarg" for="ch" forName="middleBoxParent" refType="h" fact="1.8"/>
                <dgm:constr type="l" for="ch" forName="middleBoxChildren" refType="w" fact="0.025"/>
                <dgm:constr type="t" for="ch" forName="middleBoxChildren" refType="h" fact="0.45"/>
                <dgm:constr type="w" for="ch" forName="middleBoxChildren" refType="w" fact="0.95"/>
                <dgm:constr type="h" for="ch" forName="middleBoxChildren" refType="h" fact="0.45"/>
              </dgm:constrLst>
            </dgm:else>
          </dgm:choose>
          <dgm:ruleLst/>
          <dgm:layoutNode name="middleBoxParent" styleLbl="node1">
            <dgm:alg type="tx">
              <dgm:param type="txAnchorVert" val="t"/>
              <dgm:param type="parTxLTRAlign" val="l"/>
              <dgm:param type="parTxRTLAlign" val="r"/>
            </dgm:alg>
            <dgm:shape xmlns:r="http://schemas.openxmlformats.org/officeDocument/2006/relationships" type="roundRect" r:blip="">
              <dgm:adjLst>
                <dgm:adj idx="1" val="0.105"/>
              </dgm:adjLst>
            </dgm:shape>
            <dgm:presOf axis="ch" ptType="node" st="2" cnt="1"/>
            <dgm:constrLst>
              <dgm:constr type="tMarg" refType="primFontSz" fact="0.3"/>
              <dgm:constr type="lMarg" refType="primFontSz" fact="0.3"/>
              <dgm:constr type="rMarg" refType="primFontSz" fact="0.3"/>
            </dgm:constrLst>
            <dgm:ruleLst>
              <dgm:rule type="primFontSz" val="5" fact="NaN" max="NaN"/>
            </dgm:ruleLst>
          </dgm:layoutNode>
          <dgm:layoutNode name="middleBoxChildren">
            <dgm:choose name="Name47">
              <dgm:if name="Name48" axis="root ch" ptType="all node" st="1 1" cnt="0 0" func="cnt" op="gt" val="2">
                <dgm:alg type="lin">
                  <dgm:param type="linDir" val="fromT"/>
                  <dgm:param type="vertAlign" val="t"/>
                </dgm:alg>
              </dgm:if>
              <dgm:else name="Name49">
                <dgm:choose name="Name50">
                  <dgm:if name="Name51" func="var" arg="dir" op="equ" val="norm">
                    <dgm:alg type="lin">
                      <dgm:param type="horzAlign" val="l"/>
                    </dgm:alg>
                  </dgm:if>
                  <dgm:else name="Name52">
                    <dgm:alg type="lin">
                      <dgm:param type="linDir" val="fromR"/>
                      <dgm:param type="horzAlign" val="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>
              <dgm:constr type="w" for="ch" forName="mChild" refType="w"/>
              <dgm:constr type="h" for="ch" forName="mChild" refType="h"/>
            </dgm:constrLst>
            <dgm:ruleLst/>
            <dgm:forEach name="Name53" axis="ch ch" ptType="node node" st="2 1" cnt="1 0">
              <dgm:layoutNode name="mChild" styleLbl="fgAcc1">
                <dgm:varLst>
                  <dgm:bulletEnabled val="1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05"/>
                  </dgm:adjLst>
                </dgm:shape>
                <dgm:presOf axis="desOrSelf" ptType="node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forEach name="Name54" axis="followSib" ptType="sibTrans" cnt="1">
                <dgm:layoutNode name="middleSibTrans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userA"/>
                    <dgm:constr type="w" refType="userA" fact="0.015"/>
                    <dgm:constr type="h" refType="userA" fact="0.015"/>
                  </dgm:constrLst>
                  <dgm:ruleLst/>
                </dgm:layoutNode>
              </dgm:forEach>
            </dgm:forEach>
          </dgm:layoutNode>
        </dgm:layoutNode>
      </dgm:if>
      <dgm:else name="Name55"/>
    </dgm:choose>
    <dgm:choose name="Name56">
      <dgm:if name="Name57" axis="root ch" ptType="all node" st="1 1" cnt="0 0" func="cnt" op="gte" val="3">
        <dgm:layoutNode name="centerBox">
          <dgm:alg type="composite">
            <dgm:param type="horzAlign" val="none"/>
            <dgm:param type="vertAlign" val="none"/>
          </dgm:alg>
          <dgm:shape xmlns:r="http://schemas.openxmlformats.org/officeDocument/2006/relationships" r:blip="">
            <dgm:adjLst/>
          </dgm:shape>
          <dgm:presOf/>
          <dgm:choose name="Name58">
            <dgm:if name="Name59" axis="ch ch" ptType="node node" st="3 1" cnt="1 0" func="cnt" op="gt" val="0">
              <dgm:constrLst>
                <dgm:constr type="l" for="ch" forName="centerBoxParent"/>
                <dgm:constr type="t" for="ch" forName="centerBoxParent"/>
                <dgm:constr type="w" for="ch" forName="centerBoxParent" refType="w"/>
                <dgm:constr type="h" for="ch" forName="centerBoxParent" refType="h"/>
                <dgm:constr type="bMarg" for="ch" forName="centerBoxParent" refType="h" fact="1.6"/>
                <dgm:constr type="l" for="ch" forName="centerBoxChildren" refType="w" fact="0.025"/>
                <dgm:constr type="t" for="ch" forName="centerBoxChildren" refType="h" fact="0.45"/>
                <dgm:constr type="w" for="ch" forName="centerBoxChildren" refType="w" fact="0.95"/>
                <dgm:constr type="h" for="ch" forName="centerBoxChildren" refType="h" fact="0.45"/>
              </dgm:constrLst>
            </dgm:if>
            <dgm:else name="Name60">
              <dgm:constrLst>
                <dgm:constr type="l" for="ch" forName="centerBoxParent"/>
                <dgm:constr type="t" for="ch" forName="centerBoxParent"/>
                <dgm:constr type="w" for="ch" forName="centerBoxParent" refType="w"/>
                <dgm:constr type="h" for="ch" forName="centerBoxParent" refType="h"/>
              </dgm:constrLst>
            </dgm:else>
          </dgm:choose>
          <dgm:ruleLst/>
          <dgm:layoutNode name="centerBoxParent" styleLbl="node1">
            <dgm:alg type="tx">
              <dgm:param type="txAnchorVert" val="t"/>
              <dgm:param type="parTxLTRAlign" val="l"/>
              <dgm:param type="parTxRTLAlign" val="r"/>
            </dgm:alg>
            <dgm:shape xmlns:r="http://schemas.openxmlformats.org/officeDocument/2006/relationships" type="roundRect" r:blip="">
              <dgm:adjLst>
                <dgm:adj idx="1" val="0.105"/>
              </dgm:adjLst>
            </dgm:shape>
            <dgm:presOf axis="ch" ptType="node" st="3" cnt="1"/>
            <dgm:constrLst>
              <dgm:constr type="tMarg" refType="primFontSz" fact="0.3"/>
              <dgm:constr type="lMarg" refType="primFontSz" fact="0.3"/>
              <dgm:constr type="rMarg" refType="primFontSz" fact="0.3"/>
            </dgm:constrLst>
            <dgm:ruleLst>
              <dgm:rule type="primFontSz" val="5" fact="NaN" max="NaN"/>
            </dgm:ruleLst>
          </dgm:layoutNode>
          <dgm:choose name="Name61">
            <dgm:if name="Name62" axis="ch ch" ptType="node node" st="3 1" cnt="1 0" func="cnt" op="gt" val="0">
              <dgm:layoutNode name="centerBoxChildren">
                <dgm:choose name="Name63">
                  <dgm:if name="Name64" func="var" arg="dir" op="equ" val="norm">
                    <dgm:alg type="lin">
                      <dgm:param type="horzAlign" val="l"/>
                    </dgm:alg>
                  </dgm:if>
                  <dgm:else name="Name65">
                    <dgm:alg type="lin">
                      <dgm:param type="linDir" val="fromR"/>
                      <dgm:param type="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>
                  <dgm:constr type="w" for="ch" forName="cChild" refType="w"/>
                  <dgm:constr type="h" for="ch" forName="cChild" refType="h"/>
                </dgm:constrLst>
                <dgm:ruleLst/>
                <dgm:forEach name="Name66" axis="ch ch" ptType="node node" st="3 1" cnt="1 0">
                  <dgm:layoutNode name="cChild" styleLbl="fgAcc1">
                    <dgm:varLst>
                      <dgm:bulletEnabled val="1"/>
                    </dgm:varLst>
                    <dgm:alg type="tx"/>
                    <dgm:shape xmlns:r="http://schemas.openxmlformats.org/officeDocument/2006/relationships" type="roundRect" r:blip="">
                      <dgm:adjLst>
                        <dgm:adj idx="1" val="0.105"/>
                      </dgm:adjLst>
                    </dgm:shape>
                    <dgm:presOf axis="desOrSelf" ptType="node"/>
                    <dgm:constrLst>
                      <dgm:constr type="tMarg" refType="primFontSz" fact="0.3"/>
                      <dgm:constr type="bMarg" refType="primFontSz" fact="0.3"/>
                      <dgm:constr type="lMarg" refType="primFontSz" fact="0.3"/>
                      <dgm:constr type="rMarg" refType="primFontSz" fact="0.3"/>
                    </dgm:constrLst>
                    <dgm:ruleLst>
                      <dgm:rule type="primFontSz" val="5" fact="NaN" max="NaN"/>
                    </dgm:ruleLst>
                  </dgm:layoutNode>
                  <dgm:forEach name="Name67" axis="followSib" ptType="sibTrans" cnt="1">
                    <dgm:layoutNode name="centerSibTrans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  <dgm:constrLst>
                        <dgm:constr type="userA"/>
                        <dgm:constr type="w" refType="userA" fact="0.015"/>
                        <dgm:constr type="h" refType="userA" fact="0.015"/>
                      </dgm:constrLst>
                      <dgm:ruleLst/>
                    </dgm:layoutNode>
                  </dgm:forEach>
                </dgm:forEach>
              </dgm:layoutNode>
            </dgm:if>
            <dgm:else name="Name68"/>
          </dgm:choose>
        </dgm:layoutNode>
      </dgm:if>
      <dgm:else name="Name69"/>
    </dgm:choos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target2">
  <dgm:title val=""/>
  <dgm:desc val=""/>
  <dgm:catLst>
    <dgm:cat type="relationship" pri="1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chMax val="3"/>
      <dgm:chPref val="1"/>
      <dgm:dir/>
      <dgm:animLvl val="lvl"/>
      <dgm:resizeHandles/>
    </dgm:varLst>
    <dgm:alg type="composite">
      <dgm:param type="horzAlign" val="none"/>
      <dgm:param type="vertAlign" val="none"/>
    </dgm:alg>
    <dgm:shape xmlns:r="http://schemas.openxmlformats.org/officeDocument/2006/relationships" r:blip="">
      <dgm:adjLst/>
    </dgm:shape>
    <dgm:presOf/>
    <dgm:choose name="Name1">
      <dgm:if name="Name2" func="var" arg="dir" op="equ" val="norm">
        <dgm:choose name="Name3">
          <dgm:if name="Name4" axis="ch ch" ptType="node node" st="1 1" cnt="1 0" func="cnt" op="gt" val="0">
            <dgm:choose name="Name5">
              <dgm:if name="Name6" axis="ch ch" ptType="node node" st="2 1" cnt="1 0" func="cnt" op="gt" val="0">
                <dgm:constrLst>
                  <dgm:constr type="primFontSz" for="des" forName="middleBoxParent" val="65"/>
                  <dgm:constr type="primFontSz" for="des" forName="mChild" val="65"/>
                  <dgm:constr type="primFontSz" for="des" forName="outerBoxParent" refType="primFontSz" refFor="des" refForName="middleBoxParent" op="equ"/>
                  <dgm:constr type="primFontSz" for="des" forName="centerBoxParent" refType="primFontSz" refFor="des" refForName="middleBoxParent" op="equ"/>
                  <dgm:constr type="primFontSz" for="des" forName="oChild" refType="primFontSz" refFor="des" refForName="mChild" op="equ"/>
                  <dgm:constr type="primFontSz" for="des" forName="cChild" refType="primFontSz" refFor="des" refForName="mChild" op="equ"/>
                  <dgm:constr type="l" for="ch" forName="outerBox"/>
                  <dgm:constr type="t" for="ch" forName="outerBox"/>
                  <dgm:constr type="w" for="ch" forName="outerBox" refType="w"/>
                  <dgm:constr type="h" for="ch" forName="outerBox" refType="h"/>
                  <dgm:constr type="l" for="ch" forName="middleBox" refType="w" fact="0.2"/>
                  <dgm:constr type="t" for="ch" forName="middleBox" refType="h" fact="0.25"/>
                  <dgm:constr type="w" for="ch" forName="middleBox" refType="w" fact="0.775"/>
                  <dgm:constr type="h" for="ch" forName="middleBox" refType="h" fact="0.7"/>
                  <dgm:constr type="l" for="ch" forName="centerBox" refType="w" fact="0.395"/>
                  <dgm:constr type="t" for="ch" forName="centerBox" refType="h" fact="0.5"/>
                  <dgm:constr type="w" for="ch" forName="centerBox" refType="w" fact="0.555"/>
                  <dgm:constr type="h" for="ch" forName="centerBox" refType="h" fact="0.4"/>
                  <dgm:constr type="userA" for="des" forName="outerSibTrans" refType="w"/>
                  <dgm:constr type="userA" for="des" forName="middleSibTrans" refType="w"/>
                  <dgm:constr type="userA" for="des" forName="centerSibTrans" refType="w"/>
                </dgm:constrLst>
              </dgm:if>
              <dgm:else name="Name7">
                <dgm:constrLst>
                  <dgm:constr type="primFontSz" for="des" forName="middleBoxParent" val="65"/>
                  <dgm:constr type="primFontSz" for="des" forName="mChild" val="65"/>
                  <dgm:constr type="primFontSz" for="des" forName="outerBoxParent" refType="primFontSz" refFor="des" refForName="middleBoxParent" op="equ"/>
                  <dgm:constr type="primFontSz" for="des" forName="centerBoxParent" refType="primFontSz" refFor="des" refForName="middleBoxParent" op="equ"/>
                  <dgm:constr type="primFontSz" for="des" forName="oChild" refType="primFontSz" refFor="des" refForName="mChild" op="equ"/>
                  <dgm:constr type="primFontSz" for="des" forName="cChild" refType="primFontSz" refFor="des" refForName="mChild" op="equ"/>
                  <dgm:constr type="l" for="ch" forName="outerBox"/>
                  <dgm:constr type="t" for="ch" forName="outerBox"/>
                  <dgm:constr type="w" for="ch" forName="outerBox" refType="w"/>
                  <dgm:constr type="h" for="ch" forName="outerBox" refType="h"/>
                  <dgm:constr type="l" for="ch" forName="middleBox" refType="w" fact="0.2"/>
                  <dgm:constr type="t" for="ch" forName="middleBox" refType="h" fact="0.25"/>
                  <dgm:constr type="w" for="ch" forName="middleBox" refType="w" fact="0.775"/>
                  <dgm:constr type="h" for="ch" forName="middleBox" refType="h" fact="0.7"/>
                  <dgm:constr type="l" for="ch" forName="centerBox" refType="w" fact="0.225"/>
                  <dgm:constr type="t" for="ch" forName="centerBox" refType="h" fact="0.5"/>
                  <dgm:constr type="w" for="ch" forName="centerBox" refType="w" fact="0.725"/>
                  <dgm:constr type="h" for="ch" forName="centerBox" refType="h" fact="0.4"/>
                  <dgm:constr type="userA" for="des" forName="outerSibTrans" refType="w"/>
                  <dgm:constr type="userA" for="des" forName="middleSibTrans" refType="w"/>
                  <dgm:constr type="userA" for="des" forName="centerSibTrans" refType="w"/>
                </dgm:constrLst>
              </dgm:else>
            </dgm:choose>
          </dgm:if>
          <dgm:else name="Name8">
            <dgm:choose name="Name9">
              <dgm:if name="Name10" axis="ch ch" ptType="node node" st="2 1" cnt="1 0" func="cnt" op="gt" val="0">
                <dgm:constrLst>
                  <dgm:constr type="primFontSz" for="des" forName="middleBoxParent" val="65"/>
                  <dgm:constr type="primFontSz" for="des" forName="mChild" val="65"/>
                  <dgm:constr type="primFontSz" for="des" forName="outerBoxParent" refType="primFontSz" refFor="des" refForName="middleBoxParent" op="equ"/>
                  <dgm:constr type="primFontSz" for="des" forName="centerBoxParent" refType="primFontSz" refFor="des" refForName="middleBoxParent" op="equ"/>
                  <dgm:constr type="primFontSz" for="des" forName="oChild" refType="primFontSz" refFor="des" refForName="mChild" op="equ"/>
                  <dgm:constr type="primFontSz" for="des" forName="cChild" refType="primFontSz" refFor="des" refForName="mChild" op="equ"/>
                  <dgm:constr type="l" for="ch" forName="outerBox"/>
                  <dgm:constr type="t" for="ch" forName="outerBox"/>
                  <dgm:constr type="w" for="ch" forName="outerBox" refType="w"/>
                  <dgm:constr type="h" for="ch" forName="outerBox" refType="h"/>
                  <dgm:constr type="l" for="ch" forName="middleBox" refType="w" fact="0.025"/>
                  <dgm:constr type="t" for="ch" forName="middleBox" refType="h" fact="0.25"/>
                  <dgm:constr type="w" for="ch" forName="middleBox" refType="w" fact="0.95"/>
                  <dgm:constr type="h" for="ch" forName="middleBox" refType="h" fact="0.7"/>
                  <dgm:constr type="l" for="ch" forName="centerBox" refType="w" fact="0.26"/>
                  <dgm:constr type="t" for="ch" forName="centerBox" refType="h" fact="0.5"/>
                  <dgm:constr type="w" for="ch" forName="centerBox" refType="w" fact="0.69"/>
                  <dgm:constr type="h" for="ch" forName="centerBox" refType="h" fact="0.4"/>
                  <dgm:constr type="userA" for="des" forName="outerSibTrans" refType="w"/>
                  <dgm:constr type="userA" for="des" forName="middleSibTrans" refType="w"/>
                  <dgm:constr type="userA" for="des" forName="centerSibTrans" refType="w"/>
                </dgm:constrLst>
              </dgm:if>
              <dgm:else name="Name11">
                <dgm:constrLst>
                  <dgm:constr type="primFontSz" for="des" forName="middleBoxParent" val="65"/>
                  <dgm:constr type="primFontSz" for="des" forName="mChild" val="65"/>
                  <dgm:constr type="primFontSz" for="des" forName="outerBoxParent" refType="primFontSz" refFor="des" refForName="middleBoxParent" op="equ"/>
                  <dgm:constr type="primFontSz" for="des" forName="centerBoxParent" refType="primFontSz" refFor="des" refForName="middleBoxParent" op="equ"/>
                  <dgm:constr type="primFontSz" for="des" forName="oChild" refType="primFontSz" refFor="des" refForName="mChild" op="equ"/>
                  <dgm:constr type="primFontSz" for="des" forName="cChild" refType="primFontSz" refFor="des" refForName="mChild" op="equ"/>
                  <dgm:constr type="l" for="ch" forName="outerBox"/>
                  <dgm:constr type="t" for="ch" forName="outerBox"/>
                  <dgm:constr type="w" for="ch" forName="outerBox" refType="w"/>
                  <dgm:constr type="h" for="ch" forName="outerBox" refType="h"/>
                  <dgm:constr type="l" for="ch" forName="middleBox" refType="w" fact="0.025"/>
                  <dgm:constr type="t" for="ch" forName="middleBox" refType="h" fact="0.25"/>
                  <dgm:constr type="w" for="ch" forName="middleBox" refType="w" fact="0.95"/>
                  <dgm:constr type="h" for="ch" forName="middleBox" refType="h" fact="0.7"/>
                  <dgm:constr type="l" for="ch" forName="centerBox" refType="w" fact="0.05"/>
                  <dgm:constr type="t" for="ch" forName="centerBox" refType="h" fact="0.5"/>
                  <dgm:constr type="w" for="ch" forName="centerBox" refType="w" fact="0.9"/>
                  <dgm:constr type="h" for="ch" forName="centerBox" refType="h" fact="0.4"/>
                  <dgm:constr type="userA" for="des" forName="outerSibTrans" refType="w"/>
                  <dgm:constr type="userA" for="des" forName="middleSibTrans" refType="w"/>
                  <dgm:constr type="userA" for="des" forName="centerSibTrans" refType="w"/>
                </dgm:constrLst>
              </dgm:else>
            </dgm:choose>
          </dgm:else>
        </dgm:choose>
      </dgm:if>
      <dgm:else name="Name12">
        <dgm:choose name="Name13">
          <dgm:if name="Name14" axis="ch ch" ptType="node node" st="1 1" cnt="1 0" func="cnt" op="gt" val="0">
            <dgm:choose name="Name15">
              <dgm:if name="Name16" axis="ch ch" ptType="node node" st="2 1" cnt="1 0" func="cnt" op="gt" val="0">
                <dgm:constrLst>
                  <dgm:constr type="primFontSz" for="des" forName="middleBoxParent" val="65"/>
                  <dgm:constr type="primFontSz" for="des" forName="mChild" val="65"/>
                  <dgm:constr type="primFontSz" for="des" forName="outerBoxParent" refType="primFontSz" refFor="des" refForName="middleBoxParent" op="equ"/>
                  <dgm:constr type="primFontSz" for="des" forName="centerBoxParent" refType="primFontSz" refFor="des" refForName="middleBoxParent" op="equ"/>
                  <dgm:constr type="primFontSz" for="des" forName="oChild" refType="primFontSz" refFor="des" refForName="mChild" op="equ"/>
                  <dgm:constr type="primFontSz" for="des" forName="cChild" refType="primFontSz" refFor="des" refForName="mChild" op="equ"/>
                  <dgm:constr type="l" for="ch" forName="outerBox"/>
                  <dgm:constr type="t" for="ch" forName="outerBox"/>
                  <dgm:constr type="w" for="ch" forName="outerBox" refType="w"/>
                  <dgm:constr type="h" for="ch" forName="outerBox" refType="h"/>
                  <dgm:constr type="l" for="ch" forName="middleBox" refType="w" fact="0.025"/>
                  <dgm:constr type="t" for="ch" forName="middleBox" refType="h" fact="0.25"/>
                  <dgm:constr type="w" for="ch" forName="middleBox" refType="w" fact="0.775"/>
                  <dgm:constr type="h" for="ch" forName="middleBox" refType="h" fact="0.7"/>
                  <dgm:constr type="l" for="ch" forName="centerBox" refType="w" fact="0.05"/>
                  <dgm:constr type="t" for="ch" forName="centerBox" refType="h" fact="0.5"/>
                  <dgm:constr type="w" for="ch" forName="centerBox" refType="w" fact="0.55"/>
                  <dgm:constr type="h" for="ch" forName="centerBox" refType="h" fact="0.4"/>
                  <dgm:constr type="userA" for="des" forName="outerSibTrans" refType="w"/>
                  <dgm:constr type="userA" for="des" forName="middleSibTrans" refType="w"/>
                  <dgm:constr type="userA" for="des" forName="centerSibTrans" refType="w"/>
                </dgm:constrLst>
              </dgm:if>
              <dgm:else name="Name17">
                <dgm:constrLst>
                  <dgm:constr type="primFontSz" for="des" forName="middleBoxParent" val="65"/>
                  <dgm:constr type="primFontSz" for="des" forName="mChild" val="65"/>
                  <dgm:constr type="primFontSz" for="des" forName="outerBoxParent" refType="primFontSz" refFor="des" refForName="middleBoxParent" op="equ"/>
                  <dgm:constr type="primFontSz" for="des" forName="centerBoxParent" refType="primFontSz" refFor="des" refForName="middleBoxParent" op="equ"/>
                  <dgm:constr type="primFontSz" for="des" forName="oChild" refType="primFontSz" refFor="des" refForName="mChild" op="equ"/>
                  <dgm:constr type="primFontSz" for="des" forName="cChild" refType="primFontSz" refFor="des" refForName="mChild" op="equ"/>
                  <dgm:constr type="l" for="ch" forName="outerBox"/>
                  <dgm:constr type="t" for="ch" forName="outerBox"/>
                  <dgm:constr type="w" for="ch" forName="outerBox" refType="w"/>
                  <dgm:constr type="h" for="ch" forName="outerBox" refType="h"/>
                  <dgm:constr type="l" for="ch" forName="middleBox" refType="w" fact="0.025"/>
                  <dgm:constr type="t" for="ch" forName="middleBox" refType="h" fact="0.25"/>
                  <dgm:constr type="w" for="ch" forName="middleBox" refType="w" fact="0.775"/>
                  <dgm:constr type="h" for="ch" forName="middleBox" refType="h" fact="0.7"/>
                  <dgm:constr type="l" for="ch" forName="centerBox" refType="w" fact="0.05"/>
                  <dgm:constr type="t" for="ch" forName="centerBox" refType="h" fact="0.5"/>
                  <dgm:constr type="w" for="ch" forName="centerBox" refType="w" fact="0.725"/>
                  <dgm:constr type="h" for="ch" forName="centerBox" refType="h" fact="0.4"/>
                  <dgm:constr type="userA" for="des" forName="outerSibTrans" refType="w"/>
                  <dgm:constr type="userA" for="des" forName="middleSibTrans" refType="w"/>
                  <dgm:constr type="userA" for="des" forName="centerSibTrans" refType="w"/>
                </dgm:constrLst>
              </dgm:else>
            </dgm:choose>
          </dgm:if>
          <dgm:else name="Name18">
            <dgm:choose name="Name19">
              <dgm:if name="Name20" axis="ch ch" ptType="node node" st="2 1" cnt="1 0" func="cnt" op="gt" val="0">
                <dgm:constrLst>
                  <dgm:constr type="primFontSz" for="des" forName="middleBoxParent" val="65"/>
                  <dgm:constr type="primFontSz" for="des" forName="mChild" val="65"/>
                  <dgm:constr type="primFontSz" for="des" forName="outerBoxParent" refType="primFontSz" refFor="des" refForName="middleBoxParent" op="equ"/>
                  <dgm:constr type="primFontSz" for="des" forName="centerBoxParent" refType="primFontSz" refFor="des" refForName="middleBoxParent" op="equ"/>
                  <dgm:constr type="primFontSz" for="des" forName="oChild" refType="primFontSz" refFor="des" refForName="mChild" op="equ"/>
                  <dgm:constr type="primFontSz" for="des" forName="cChild" refType="primFontSz" refFor="des" refForName="mChild" op="equ"/>
                  <dgm:constr type="l" for="ch" forName="outerBox"/>
                  <dgm:constr type="t" for="ch" forName="outerBox"/>
                  <dgm:constr type="w" for="ch" forName="outerBox" refType="w"/>
                  <dgm:constr type="h" for="ch" forName="outerBox" refType="h"/>
                  <dgm:constr type="l" for="ch" forName="middleBox" refType="w" fact="0.025"/>
                  <dgm:constr type="t" for="ch" forName="middleBox" refType="h" fact="0.25"/>
                  <dgm:constr type="w" for="ch" forName="middleBox" refType="w" fact="0.95"/>
                  <dgm:constr type="h" for="ch" forName="middleBox" refType="h" fact="0.7"/>
                  <dgm:constr type="l" for="ch" forName="centerBox" refType="w" fact="0.05"/>
                  <dgm:constr type="t" for="ch" forName="centerBox" refType="h" fact="0.5"/>
                  <dgm:constr type="w" for="ch" forName="centerBox" refType="w" fact="0.69"/>
                  <dgm:constr type="h" for="ch" forName="centerBox" refType="h" fact="0.4"/>
                  <dgm:constr type="userA" for="des" forName="outerSibTrans" refType="w"/>
                  <dgm:constr type="userA" for="des" forName="middleSibTrans" refType="w"/>
                  <dgm:constr type="userA" for="des" forName="centerSibTrans" refType="w"/>
                </dgm:constrLst>
              </dgm:if>
              <dgm:else name="Name21">
                <dgm:constrLst>
                  <dgm:constr type="primFontSz" for="des" forName="middleBoxParent" val="65"/>
                  <dgm:constr type="primFontSz" for="des" forName="mChild" val="65"/>
                  <dgm:constr type="primFontSz" for="des" forName="outerBoxParent" refType="primFontSz" refFor="des" refForName="middleBoxParent" op="equ"/>
                  <dgm:constr type="primFontSz" for="des" forName="centerBoxParent" refType="primFontSz" refFor="des" refForName="middleBoxParent" op="equ"/>
                  <dgm:constr type="primFontSz" for="des" forName="oChild" refType="primFontSz" refFor="des" refForName="mChild" op="equ"/>
                  <dgm:constr type="primFontSz" for="des" forName="cChild" refType="primFontSz" refFor="des" refForName="mChild" op="equ"/>
                  <dgm:constr type="l" for="ch" forName="outerBox"/>
                  <dgm:constr type="t" for="ch" forName="outerBox"/>
                  <dgm:constr type="w" for="ch" forName="outerBox" refType="w"/>
                  <dgm:constr type="h" for="ch" forName="outerBox" refType="h"/>
                  <dgm:constr type="l" for="ch" forName="middleBox" refType="w" fact="0.025"/>
                  <dgm:constr type="t" for="ch" forName="middleBox" refType="h" fact="0.25"/>
                  <dgm:constr type="w" for="ch" forName="middleBox" refType="w" fact="0.95"/>
                  <dgm:constr type="h" for="ch" forName="middleBox" refType="h" fact="0.7"/>
                  <dgm:constr type="l" for="ch" forName="centerBox" refType="w" fact="0.05"/>
                  <dgm:constr type="t" for="ch" forName="centerBox" refType="h" fact="0.5"/>
                  <dgm:constr type="w" for="ch" forName="centerBox" refType="w" fact="0.9"/>
                  <dgm:constr type="h" for="ch" forName="centerBox" refType="h" fact="0.4"/>
                  <dgm:constr type="userA" for="des" forName="outerSibTrans" refType="w"/>
                  <dgm:constr type="userA" for="des" forName="middleSibTrans" refType="w"/>
                  <dgm:constr type="userA" for="des" forName="centerSibTrans" refType="w"/>
                </dgm:constrLst>
              </dgm:else>
            </dgm:choose>
          </dgm:else>
        </dgm:choose>
      </dgm:else>
    </dgm:choose>
    <dgm:ruleLst/>
    <dgm:choose name="Name22">
      <dgm:if name="Name23" axis="root ch" ptType="all node" st="1 1" cnt="0 0" func="cnt" op="gte" val="1">
        <dgm:layoutNode name="outerBox" styleLbl="node1">
          <dgm:alg type="composite">
            <dgm:param type="horzAlign" val="none"/>
            <dgm:param type="vertAlign" val="none"/>
          </dgm:alg>
          <dgm:shape xmlns:r="http://schemas.openxmlformats.org/officeDocument/2006/relationships" r:blip="">
            <dgm:adjLst/>
          </dgm:shape>
          <dgm:presOf/>
          <dgm:choose name="Name24">
            <dgm:if name="Name25" axis="root ch" ptType="all node" st="1 1" cnt="0 0" func="cnt" op="gt" val="1">
              <dgm:choose name="Name26">
                <dgm:if name="Name27" func="var" arg="dir" op="equ" val="norm">
                  <dgm:constrLst>
                    <dgm:constr type="l" for="ch" forName="outerBoxParent"/>
                    <dgm:constr type="t" for="ch" forName="outerBoxParent"/>
                    <dgm:constr type="w" for="ch" forName="outerBoxParent" refType="w"/>
                    <dgm:constr type="h" for="ch" forName="outerBoxParent" refType="h"/>
                    <dgm:constr type="bMarg" for="ch" forName="outerBoxParent" refType="h" fact="2.2"/>
                    <dgm:constr type="l" for="ch" forName="outerBoxChildren" refType="w" fact="0.025"/>
                    <dgm:constr type="t" for="ch" forName="outerBoxChildren" refType="h" fact="0.25"/>
                    <dgm:constr type="w" for="ch" forName="outerBoxChildren" refType="w" fact="0.15"/>
                    <dgm:constr type="h" for="ch" forName="outerBoxChildren" refType="h" fact="0.7"/>
                  </dgm:constrLst>
                </dgm:if>
                <dgm:else name="Name28">
                  <dgm:constrLst>
                    <dgm:constr type="l" for="ch" forName="outerBoxParent"/>
                    <dgm:constr type="t" for="ch" forName="outerBoxParent"/>
                    <dgm:constr type="w" for="ch" forName="outerBoxParent" refType="w"/>
                    <dgm:constr type="h" for="ch" forName="outerBoxParent" refType="h"/>
                    <dgm:constr type="bMarg" for="ch" forName="outerBoxParent" refType="h" fact="2.2"/>
                    <dgm:constr type="l" for="ch" forName="outerBoxChildren" refType="w" fact="0.825"/>
                    <dgm:constr type="t" for="ch" forName="outerBoxChildren" refType="h" fact="0.25"/>
                    <dgm:constr type="w" for="ch" forName="outerBoxChildren" refType="w" fact="0.15"/>
                    <dgm:constr type="h" for="ch" forName="outerBoxChildren" refType="h" fact="0.7"/>
                  </dgm:constrLst>
                </dgm:else>
              </dgm:choose>
            </dgm:if>
            <dgm:else name="Name29">
              <dgm:constrLst>
                <dgm:constr type="l" for="ch" forName="outerBoxParent"/>
                <dgm:constr type="t" for="ch" forName="outerBoxParent"/>
                <dgm:constr type="w" for="ch" forName="outerBoxParent" refType="w"/>
                <dgm:constr type="h" for="ch" forName="outerBoxParent" refType="h"/>
                <dgm:constr type="bMarg" for="ch" forName="outerBoxParent" refType="h" fact="1.75"/>
                <dgm:constr type="l" for="ch" forName="outerBoxChildren" refType="w" fact="0.025"/>
                <dgm:constr type="t" for="ch" forName="outerBoxChildren" refType="h" fact="0.45"/>
                <dgm:constr type="w" for="ch" forName="outerBoxChildren" refType="w" fact="0.95"/>
                <dgm:constr type="h" for="ch" forName="outerBoxChildren" refType="h" fact="0.45"/>
              </dgm:constrLst>
            </dgm:else>
          </dgm:choose>
          <dgm:ruleLst/>
          <dgm:layoutNode name="outerBoxParent" styleLbl="node1">
            <dgm:alg type="tx">
              <dgm:param type="txAnchorVert" val="t"/>
              <dgm:param type="parTxLTRAlign" val="l"/>
              <dgm:param type="parTxRTLAlign" val="r"/>
            </dgm:alg>
            <dgm:shape xmlns:r="http://schemas.openxmlformats.org/officeDocument/2006/relationships" type="roundRect" r:blip="">
              <dgm:adjLst>
                <dgm:adj idx="1" val="0.085"/>
              </dgm:adjLst>
            </dgm:shape>
            <dgm:presOf axis="ch" ptType="node" cnt="1"/>
            <dgm:constrLst>
              <dgm:constr type="tMarg" refType="primFontSz" fact="0.3"/>
              <dgm:constr type="lMarg" refType="primFontSz" fact="0.3"/>
              <dgm:constr type="rMarg" refType="primFontSz" fact="0.3"/>
            </dgm:constrLst>
            <dgm:ruleLst>
              <dgm:rule type="primFontSz" val="5" fact="NaN" max="NaN"/>
            </dgm:ruleLst>
          </dgm:layoutNode>
          <dgm:layoutNode name="outerBoxChildren">
            <dgm:choose name="Name30">
              <dgm:if name="Name31" axis="root ch" ptType="all node" st="1 1" cnt="0 0" func="cnt" op="gt" val="1">
                <dgm:alg type="lin">
                  <dgm:param type="linDir" val="fromT"/>
                  <dgm:param type="vertAlign" val="t"/>
                </dgm:alg>
              </dgm:if>
              <dgm:else name="Name32">
                <dgm:choose name="Name33">
                  <dgm:if name="Name34" func="var" arg="dir" op="equ" val="norm">
                    <dgm:alg type="lin">
                      <dgm:param type="horzAlign" val="l"/>
                    </dgm:alg>
                  </dgm:if>
                  <dgm:else name="Name35">
                    <dgm:alg type="lin">
                      <dgm:param type="linDir" val="fromR"/>
                      <dgm:param type="horzAlign" val="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>
              <dgm:constr type="w" for="ch" forName="oChild" refType="w"/>
              <dgm:constr type="h" for="ch" forName="oChild" refType="h"/>
            </dgm:constrLst>
            <dgm:ruleLst/>
            <dgm:forEach name="Name36" axis="ch ch" ptType="node node" st="1 1" cnt="1 0">
              <dgm:layoutNode name="oChild" styleLbl="fgAcc1">
                <dgm:varLst>
                  <dgm:bulletEnabled val="1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05"/>
                  </dgm:adjLst>
                </dgm:shape>
                <dgm:presOf axis="desOrSelf" ptType="node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forEach name="Name37" axis="followSib" ptType="sibTrans" cnt="1">
                <dgm:layoutNode name="outerSibTrans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userA"/>
                    <dgm:constr type="w" refType="userA" fact="0.015"/>
                    <dgm:constr type="h" refType="userA" fact="0.015"/>
                  </dgm:constrLst>
                  <dgm:ruleLst/>
                </dgm:layoutNode>
              </dgm:forEach>
            </dgm:forEach>
          </dgm:layoutNode>
        </dgm:layoutNode>
      </dgm:if>
      <dgm:else name="Name38"/>
    </dgm:choose>
    <dgm:choose name="Name39">
      <dgm:if name="Name40" axis="root ch" ptType="all node" st="1 1" cnt="0 0" func="cnt" op="gte" val="2">
        <dgm:layoutNode name="middleBox">
          <dgm:alg type="composite">
            <dgm:param type="horzAlign" val="none"/>
            <dgm:param type="vertAlign" val="none"/>
          </dgm:alg>
          <dgm:shape xmlns:r="http://schemas.openxmlformats.org/officeDocument/2006/relationships" r:blip="">
            <dgm:adjLst/>
          </dgm:shape>
          <dgm:presOf/>
          <dgm:choose name="Name41">
            <dgm:if name="Name42" axis="root ch" ptType="all node" st="1 1" cnt="0 0" func="cnt" op="gt" val="2">
              <dgm:choose name="Name43">
                <dgm:if name="Name44" func="var" arg="dir" op="equ" val="norm">
                  <dgm:constrLst>
                    <dgm:constr type="l" for="ch" forName="middleBoxParent"/>
                    <dgm:constr type="t" for="ch" forName="middleBoxParent"/>
                    <dgm:constr type="w" for="ch" forName="middleBoxParent" refType="w"/>
                    <dgm:constr type="h" for="ch" forName="middleBoxParent" refType="h"/>
                    <dgm:constr type="bMarg" for="ch" forName="middleBoxParent" refType="h" fact="1.8"/>
                    <dgm:constr type="l" for="ch" forName="middleBoxChildren" refType="w" fact="0.025"/>
                    <dgm:constr type="t" for="ch" forName="middleBoxChildren" refType="h" fact="0.35"/>
                    <dgm:constr type="w" for="ch" forName="middleBoxChildren" refType="w" fact="0.2"/>
                    <dgm:constr type="h" for="ch" forName="middleBoxChildren" refType="h" fact="0.575"/>
                  </dgm:constrLst>
                </dgm:if>
                <dgm:else name="Name45">
                  <dgm:constrLst>
                    <dgm:constr type="l" for="ch" forName="middleBoxParent"/>
                    <dgm:constr type="t" for="ch" forName="middleBoxParent"/>
                    <dgm:constr type="w" for="ch" forName="middleBoxParent" refType="w"/>
                    <dgm:constr type="h" for="ch" forName="middleBoxParent" refType="h"/>
                    <dgm:constr type="bMarg" for="ch" forName="middleBoxParent" refType="h" fact="1.8"/>
                    <dgm:constr type="l" for="ch" forName="middleBoxChildren" refType="w" fact="0.775"/>
                    <dgm:constr type="t" for="ch" forName="middleBoxChildren" refType="h" fact="0.35"/>
                    <dgm:constr type="w" for="ch" forName="middleBoxChildren" refType="w" fact="0.2"/>
                    <dgm:constr type="h" for="ch" forName="middleBoxChildren" refType="h" fact="0.575"/>
                  </dgm:constrLst>
                </dgm:else>
              </dgm:choose>
            </dgm:if>
            <dgm:else name="Name46">
              <dgm:constrLst>
                <dgm:constr type="l" for="ch" forName="middleBoxParent"/>
                <dgm:constr type="t" for="ch" forName="middleBoxParent"/>
                <dgm:constr type="w" for="ch" forName="middleBoxParent" refType="w"/>
                <dgm:constr type="h" for="ch" forName="middleBoxParent" refType="h"/>
                <dgm:constr type="bMarg" for="ch" forName="middleBoxParent" refType="h" fact="1.8"/>
                <dgm:constr type="l" for="ch" forName="middleBoxChildren" refType="w" fact="0.025"/>
                <dgm:constr type="t" for="ch" forName="middleBoxChildren" refType="h" fact="0.45"/>
                <dgm:constr type="w" for="ch" forName="middleBoxChildren" refType="w" fact="0.95"/>
                <dgm:constr type="h" for="ch" forName="middleBoxChildren" refType="h" fact="0.45"/>
              </dgm:constrLst>
            </dgm:else>
          </dgm:choose>
          <dgm:ruleLst/>
          <dgm:layoutNode name="middleBoxParent" styleLbl="node1">
            <dgm:alg type="tx">
              <dgm:param type="txAnchorVert" val="t"/>
              <dgm:param type="parTxLTRAlign" val="l"/>
              <dgm:param type="parTxRTLAlign" val="r"/>
            </dgm:alg>
            <dgm:shape xmlns:r="http://schemas.openxmlformats.org/officeDocument/2006/relationships" type="roundRect" r:blip="">
              <dgm:adjLst>
                <dgm:adj idx="1" val="0.105"/>
              </dgm:adjLst>
            </dgm:shape>
            <dgm:presOf axis="ch" ptType="node" st="2" cnt="1"/>
            <dgm:constrLst>
              <dgm:constr type="tMarg" refType="primFontSz" fact="0.3"/>
              <dgm:constr type="lMarg" refType="primFontSz" fact="0.3"/>
              <dgm:constr type="rMarg" refType="primFontSz" fact="0.3"/>
            </dgm:constrLst>
            <dgm:ruleLst>
              <dgm:rule type="primFontSz" val="5" fact="NaN" max="NaN"/>
            </dgm:ruleLst>
          </dgm:layoutNode>
          <dgm:layoutNode name="middleBoxChildren">
            <dgm:choose name="Name47">
              <dgm:if name="Name48" axis="root ch" ptType="all node" st="1 1" cnt="0 0" func="cnt" op="gt" val="2">
                <dgm:alg type="lin">
                  <dgm:param type="linDir" val="fromT"/>
                  <dgm:param type="vertAlign" val="t"/>
                </dgm:alg>
              </dgm:if>
              <dgm:else name="Name49">
                <dgm:choose name="Name50">
                  <dgm:if name="Name51" func="var" arg="dir" op="equ" val="norm">
                    <dgm:alg type="lin">
                      <dgm:param type="horzAlign" val="l"/>
                    </dgm:alg>
                  </dgm:if>
                  <dgm:else name="Name52">
                    <dgm:alg type="lin">
                      <dgm:param type="linDir" val="fromR"/>
                      <dgm:param type="horzAlign" val="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>
              <dgm:constr type="w" for="ch" forName="mChild" refType="w"/>
              <dgm:constr type="h" for="ch" forName="mChild" refType="h"/>
            </dgm:constrLst>
            <dgm:ruleLst/>
            <dgm:forEach name="Name53" axis="ch ch" ptType="node node" st="2 1" cnt="1 0">
              <dgm:layoutNode name="mChild" styleLbl="fgAcc1">
                <dgm:varLst>
                  <dgm:bulletEnabled val="1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05"/>
                  </dgm:adjLst>
                </dgm:shape>
                <dgm:presOf axis="desOrSelf" ptType="node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forEach name="Name54" axis="followSib" ptType="sibTrans" cnt="1">
                <dgm:layoutNode name="middleSibTrans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userA"/>
                    <dgm:constr type="w" refType="userA" fact="0.015"/>
                    <dgm:constr type="h" refType="userA" fact="0.015"/>
                  </dgm:constrLst>
                  <dgm:ruleLst/>
                </dgm:layoutNode>
              </dgm:forEach>
            </dgm:forEach>
          </dgm:layoutNode>
        </dgm:layoutNode>
      </dgm:if>
      <dgm:else name="Name55"/>
    </dgm:choose>
    <dgm:choose name="Name56">
      <dgm:if name="Name57" axis="root ch" ptType="all node" st="1 1" cnt="0 0" func="cnt" op="gte" val="3">
        <dgm:layoutNode name="centerBox">
          <dgm:alg type="composite">
            <dgm:param type="horzAlign" val="none"/>
            <dgm:param type="vertAlign" val="none"/>
          </dgm:alg>
          <dgm:shape xmlns:r="http://schemas.openxmlformats.org/officeDocument/2006/relationships" r:blip="">
            <dgm:adjLst/>
          </dgm:shape>
          <dgm:presOf/>
          <dgm:choose name="Name58">
            <dgm:if name="Name59" axis="ch ch" ptType="node node" st="3 1" cnt="1 0" func="cnt" op="gt" val="0">
              <dgm:constrLst>
                <dgm:constr type="l" for="ch" forName="centerBoxParent"/>
                <dgm:constr type="t" for="ch" forName="centerBoxParent"/>
                <dgm:constr type="w" for="ch" forName="centerBoxParent" refType="w"/>
                <dgm:constr type="h" for="ch" forName="centerBoxParent" refType="h"/>
                <dgm:constr type="bMarg" for="ch" forName="centerBoxParent" refType="h" fact="1.6"/>
                <dgm:constr type="l" for="ch" forName="centerBoxChildren" refType="w" fact="0.025"/>
                <dgm:constr type="t" for="ch" forName="centerBoxChildren" refType="h" fact="0.45"/>
                <dgm:constr type="w" for="ch" forName="centerBoxChildren" refType="w" fact="0.95"/>
                <dgm:constr type="h" for="ch" forName="centerBoxChildren" refType="h" fact="0.45"/>
              </dgm:constrLst>
            </dgm:if>
            <dgm:else name="Name60">
              <dgm:constrLst>
                <dgm:constr type="l" for="ch" forName="centerBoxParent"/>
                <dgm:constr type="t" for="ch" forName="centerBoxParent"/>
                <dgm:constr type="w" for="ch" forName="centerBoxParent" refType="w"/>
                <dgm:constr type="h" for="ch" forName="centerBoxParent" refType="h"/>
              </dgm:constrLst>
            </dgm:else>
          </dgm:choose>
          <dgm:ruleLst/>
          <dgm:layoutNode name="centerBoxParent" styleLbl="node1">
            <dgm:alg type="tx">
              <dgm:param type="txAnchorVert" val="t"/>
              <dgm:param type="parTxLTRAlign" val="l"/>
              <dgm:param type="parTxRTLAlign" val="r"/>
            </dgm:alg>
            <dgm:shape xmlns:r="http://schemas.openxmlformats.org/officeDocument/2006/relationships" type="roundRect" r:blip="">
              <dgm:adjLst>
                <dgm:adj idx="1" val="0.105"/>
              </dgm:adjLst>
            </dgm:shape>
            <dgm:presOf axis="ch" ptType="node" st="3" cnt="1"/>
            <dgm:constrLst>
              <dgm:constr type="tMarg" refType="primFontSz" fact="0.3"/>
              <dgm:constr type="lMarg" refType="primFontSz" fact="0.3"/>
              <dgm:constr type="rMarg" refType="primFontSz" fact="0.3"/>
            </dgm:constrLst>
            <dgm:ruleLst>
              <dgm:rule type="primFontSz" val="5" fact="NaN" max="NaN"/>
            </dgm:ruleLst>
          </dgm:layoutNode>
          <dgm:choose name="Name61">
            <dgm:if name="Name62" axis="ch ch" ptType="node node" st="3 1" cnt="1 0" func="cnt" op="gt" val="0">
              <dgm:layoutNode name="centerBoxChildren">
                <dgm:choose name="Name63">
                  <dgm:if name="Name64" func="var" arg="dir" op="equ" val="norm">
                    <dgm:alg type="lin">
                      <dgm:param type="horzAlign" val="l"/>
                    </dgm:alg>
                  </dgm:if>
                  <dgm:else name="Name65">
                    <dgm:alg type="lin">
                      <dgm:param type="linDir" val="fromR"/>
                      <dgm:param type="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>
                  <dgm:constr type="w" for="ch" forName="cChild" refType="w"/>
                  <dgm:constr type="h" for="ch" forName="cChild" refType="h"/>
                </dgm:constrLst>
                <dgm:ruleLst/>
                <dgm:forEach name="Name66" axis="ch ch" ptType="node node" st="3 1" cnt="1 0">
                  <dgm:layoutNode name="cChild" styleLbl="fgAcc1">
                    <dgm:varLst>
                      <dgm:bulletEnabled val="1"/>
                    </dgm:varLst>
                    <dgm:alg type="tx"/>
                    <dgm:shape xmlns:r="http://schemas.openxmlformats.org/officeDocument/2006/relationships" type="roundRect" r:blip="">
                      <dgm:adjLst>
                        <dgm:adj idx="1" val="0.105"/>
                      </dgm:adjLst>
                    </dgm:shape>
                    <dgm:presOf axis="desOrSelf" ptType="node"/>
                    <dgm:constrLst>
                      <dgm:constr type="tMarg" refType="primFontSz" fact="0.3"/>
                      <dgm:constr type="bMarg" refType="primFontSz" fact="0.3"/>
                      <dgm:constr type="lMarg" refType="primFontSz" fact="0.3"/>
                      <dgm:constr type="rMarg" refType="primFontSz" fact="0.3"/>
                    </dgm:constrLst>
                    <dgm:ruleLst>
                      <dgm:rule type="primFontSz" val="5" fact="NaN" max="NaN"/>
                    </dgm:ruleLst>
                  </dgm:layoutNode>
                  <dgm:forEach name="Name67" axis="followSib" ptType="sibTrans" cnt="1">
                    <dgm:layoutNode name="centerSibTrans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  <dgm:constrLst>
                        <dgm:constr type="userA"/>
                        <dgm:constr type="w" refType="userA" fact="0.015"/>
                        <dgm:constr type="h" refType="userA" fact="0.015"/>
                      </dgm:constrLst>
                      <dgm:ruleLst/>
                    </dgm:layoutNode>
                  </dgm:forEach>
                </dgm:forEach>
              </dgm:layoutNode>
            </dgm:if>
            <dgm:else name="Name68"/>
          </dgm:choose>
        </dgm:layoutNode>
      </dgm:if>
      <dgm:else name="Name69"/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#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#2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179035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671954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936239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8/25/2026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58379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8/25/2026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97172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8/25/2026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7522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8/25/2026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38637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B61BEF0D-F0BB-DE4B-95CE-6DB70DBA9567}" type="datetimeFigureOut">
              <a:rPr lang="en-US" smtClean="0"/>
              <a:pPr/>
              <a:t>8/25/2026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66821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8/25/2026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361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61630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73565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8/25/2026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441516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0" r:id="rId1"/>
    <p:sldLayoutId id="2147483751" r:id="rId2"/>
    <p:sldLayoutId id="2147483752" r:id="rId3"/>
    <p:sldLayoutId id="2147483753" r:id="rId4"/>
    <p:sldLayoutId id="2147483754" r:id="rId5"/>
    <p:sldLayoutId id="2147483755" r:id="rId6"/>
    <p:sldLayoutId id="2147483756" r:id="rId7"/>
    <p:sldLayoutId id="2147483757" r:id="rId8"/>
    <p:sldLayoutId id="2147483758" r:id="rId9"/>
    <p:sldLayoutId id="2147483759" r:id="rId10"/>
    <p:sldLayoutId id="2147483760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2.xml"/><Relationship Id="rId3" Type="http://schemas.openxmlformats.org/officeDocument/2006/relationships/diagramLayout" Target="../diagrams/layout1.xml"/><Relationship Id="rId7" Type="http://schemas.openxmlformats.org/officeDocument/2006/relationships/diagramData" Target="../diagrams/data2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1.xml"/><Relationship Id="rId11" Type="http://schemas.microsoft.com/office/2007/relationships/diagramDrawing" Target="../diagrams/drawing2.xml"/><Relationship Id="rId5" Type="http://schemas.openxmlformats.org/officeDocument/2006/relationships/diagramColors" Target="../diagrams/colors1.xml"/><Relationship Id="rId10" Type="http://schemas.openxmlformats.org/officeDocument/2006/relationships/diagramColors" Target="../diagrams/colors2.xml"/><Relationship Id="rId4" Type="http://schemas.openxmlformats.org/officeDocument/2006/relationships/diagramQuickStyle" Target="../diagrams/quickStyle1.xml"/><Relationship Id="rId9" Type="http://schemas.openxmlformats.org/officeDocument/2006/relationships/diagramQuickStyle" Target="../diagrams/quickStyl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Data &amp; AI tribe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Owais Ahmed Hussain</a:t>
            </a:r>
          </a:p>
        </p:txBody>
      </p:sp>
    </p:spTree>
    <p:extLst>
      <p:ext uri="{BB962C8B-B14F-4D97-AF65-F5344CB8AC3E}">
        <p14:creationId xmlns:p14="http://schemas.microsoft.com/office/powerpoint/2010/main" val="40641011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Branches and careers</a:t>
            </a:r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sz="half" idx="1"/>
          </p:nvPr>
        </p:nvGraphicFramePr>
        <p:xfrm>
          <a:off x="1096963" y="1846263"/>
          <a:ext cx="4938712" cy="40227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6" name="Content Placeholder 5"/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2716663750"/>
              </p:ext>
            </p:extLst>
          </p:nvPr>
        </p:nvGraphicFramePr>
        <p:xfrm>
          <a:off x="6218238" y="1846263"/>
          <a:ext cx="4937125" cy="40227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  <p:extLst>
      <p:ext uri="{BB962C8B-B14F-4D97-AF65-F5344CB8AC3E}">
        <p14:creationId xmlns:p14="http://schemas.microsoft.com/office/powerpoint/2010/main" val="8896115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GB" dirty="0"/>
              <a:t>Not asking questions.</a:t>
            </a:r>
          </a:p>
          <a:p>
            <a:pPr marL="457200" indent="-457200">
              <a:buFont typeface="+mj-lt"/>
              <a:buAutoNum type="arabicPeriod"/>
            </a:pPr>
            <a:r>
              <a:rPr lang="en-GB" dirty="0"/>
              <a:t>Not trying to fully understand the problem.</a:t>
            </a:r>
          </a:p>
          <a:p>
            <a:pPr marL="457200" indent="-457200">
              <a:buFont typeface="+mj-lt"/>
              <a:buAutoNum type="arabicPeriod"/>
            </a:pPr>
            <a:r>
              <a:rPr lang="en-GB" dirty="0"/>
              <a:t>Underestimating data preparation.</a:t>
            </a:r>
          </a:p>
          <a:p>
            <a:pPr marL="457200" indent="-457200">
              <a:buFont typeface="+mj-lt"/>
              <a:buAutoNum type="arabicPeriod"/>
            </a:pPr>
            <a:r>
              <a:rPr lang="en-GB" dirty="0"/>
              <a:t>Ignoring what's not there.</a:t>
            </a:r>
          </a:p>
          <a:p>
            <a:pPr marL="457200" indent="-457200">
              <a:buFont typeface="+mj-lt"/>
              <a:buAutoNum type="arabicPeriod"/>
            </a:pPr>
            <a:r>
              <a:rPr lang="en-GB" dirty="0"/>
              <a:t>Falling in love with your models.</a:t>
            </a:r>
          </a:p>
          <a:p>
            <a:pPr marL="457200" indent="-457200">
              <a:buFont typeface="+mj-lt"/>
              <a:buAutoNum type="arabicPeriod"/>
            </a:pPr>
            <a:r>
              <a:rPr lang="en-GB" dirty="0"/>
              <a:t>Doing it alone.</a:t>
            </a:r>
          </a:p>
          <a:p>
            <a:pPr marL="457200" indent="-457200">
              <a:buFont typeface="+mj-lt"/>
              <a:buAutoNum type="arabicPeriod"/>
            </a:pPr>
            <a:r>
              <a:rPr lang="en-GB" dirty="0"/>
              <a:t>Using bad data.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7 deadly sins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dirty="0"/>
              <a:t>Ask “questions”. The right ones will come.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Understand the domain.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Preprocessing is 80% of the task.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Use human intelligence, AI can’t solve this.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Some models are </a:t>
            </a:r>
            <a:r>
              <a:rPr lang="en-US"/>
              <a:t>generally better </a:t>
            </a:r>
            <a:r>
              <a:rPr lang="en-US" dirty="0"/>
              <a:t>but assume your case to be “special”.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Teamwork. Learn from Software people.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Start from raw data whenever possible.</a:t>
            </a:r>
          </a:p>
        </p:txBody>
      </p:sp>
    </p:spTree>
    <p:extLst>
      <p:ext uri="{BB962C8B-B14F-4D97-AF65-F5344CB8AC3E}">
        <p14:creationId xmlns:p14="http://schemas.microsoft.com/office/powerpoint/2010/main" val="35229432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Useful tools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US" dirty="0"/>
              <a:t>MS Excel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Some DBMS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R/Python/Java/</a:t>
            </a:r>
            <a:r>
              <a:rPr lang="en-US" dirty="0" err="1"/>
              <a:t>Javascript</a:t>
            </a:r>
            <a:endParaRPr lang="en-US" dirty="0"/>
          </a:p>
          <a:p>
            <a:pPr marL="457200" indent="-457200">
              <a:buFont typeface="+mj-lt"/>
              <a:buAutoNum type="arabicPeriod"/>
            </a:pPr>
            <a:endParaRPr lang="en-US" dirty="0"/>
          </a:p>
          <a:p>
            <a:pPr marL="457200" indent="-457200">
              <a:buFont typeface="+mj-lt"/>
              <a:buAutoNum type="arabicPeriod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5538625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TM02900769[[fn=Retrospect]]</Template>
  <TotalTime>1256</TotalTime>
  <Words>158</Words>
  <Application>Microsoft Office PowerPoint</Application>
  <PresentationFormat>Widescreen</PresentationFormat>
  <Paragraphs>40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Calibri</vt:lpstr>
      <vt:lpstr>Calibri Light</vt:lpstr>
      <vt:lpstr>Retrospect</vt:lpstr>
      <vt:lpstr>Data &amp; AI tribe</vt:lpstr>
      <vt:lpstr>Branches and careers</vt:lpstr>
      <vt:lpstr>7 deadly sins</vt:lpstr>
      <vt:lpstr>Useful tools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&amp; AI tribe</dc:title>
  <dc:creator>Owais Ahmed</dc:creator>
  <cp:lastModifiedBy>Owais Ahmed</cp:lastModifiedBy>
  <cp:revision>13</cp:revision>
  <dcterms:created xsi:type="dcterms:W3CDTF">2021-10-27T09:37:58Z</dcterms:created>
  <dcterms:modified xsi:type="dcterms:W3CDTF">2026-08-25T07:39:07Z</dcterms:modified>
</cp:coreProperties>
</file>