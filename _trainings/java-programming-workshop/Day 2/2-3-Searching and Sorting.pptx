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2"/>
  </p:notesMasterIdLst>
  <p:sldIdLst>
    <p:sldId id="258" r:id="rId2"/>
    <p:sldId id="259" r:id="rId3"/>
    <p:sldId id="260" r:id="rId4"/>
    <p:sldId id="261" r:id="rId5"/>
    <p:sldId id="267" r:id="rId6"/>
    <p:sldId id="262" r:id="rId7"/>
    <p:sldId id="266" r:id="rId8"/>
    <p:sldId id="263" r:id="rId9"/>
    <p:sldId id="269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5</a:t>
            </a:r>
          </a:p>
          <a:p>
            <a:r>
              <a:rPr lang="en-US" baseline="0" dirty="0" smtClean="0"/>
              <a:t>- Java uses Dual Pivot Quicksort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Estimated</a:t>
            </a:r>
            <a:r>
              <a:rPr lang="en-US" baseline="0" smtClean="0"/>
              <a:t> </a:t>
            </a:r>
            <a:r>
              <a:rPr lang="en-US" smtClean="0"/>
              <a:t>Time</a:t>
            </a:r>
            <a:r>
              <a:rPr lang="en-US" smtClean="0"/>
              <a:t>:</a:t>
            </a:r>
            <a:r>
              <a:rPr lang="en-US" baseline="0" smtClean="0"/>
              <a:t> </a:t>
            </a:r>
            <a:r>
              <a:rPr lang="en-US" baseline="0" smtClean="0"/>
              <a:t>1h 50m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Searching and Sorting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 smtClean="0"/>
              <a:t>Searching in Arrays</a:t>
            </a:r>
          </a:p>
          <a:p>
            <a:pPr lvl="1"/>
            <a:r>
              <a:rPr lang="en-US" sz="3000" dirty="0" smtClean="0"/>
              <a:t>Linear Search</a:t>
            </a:r>
          </a:p>
          <a:p>
            <a:pPr lvl="1"/>
            <a:r>
              <a:rPr lang="en-US" sz="3000" dirty="0" smtClean="0"/>
              <a:t>Binary Search</a:t>
            </a:r>
          </a:p>
          <a:p>
            <a:r>
              <a:rPr lang="en-US" sz="3200" dirty="0" smtClean="0"/>
              <a:t>Sorting Arrays</a:t>
            </a:r>
          </a:p>
          <a:p>
            <a:pPr lvl="1"/>
            <a:r>
              <a:rPr lang="en-US" sz="3000" dirty="0" smtClean="0"/>
              <a:t>Selection Sort</a:t>
            </a:r>
          </a:p>
          <a:p>
            <a:pPr lvl="1"/>
            <a:r>
              <a:rPr lang="en-US" sz="3000" dirty="0" smtClean="0"/>
              <a:t>Insertion Sort</a:t>
            </a:r>
          </a:p>
          <a:p>
            <a:pPr lvl="1"/>
            <a:r>
              <a:rPr lang="en-US" sz="3000" dirty="0" smtClean="0"/>
              <a:t>Bubble Sort</a:t>
            </a:r>
          </a:p>
          <a:p>
            <a:pPr lvl="1"/>
            <a:r>
              <a:rPr lang="en-US" sz="3000" dirty="0" smtClean="0"/>
              <a:t>Quick Sort</a:t>
            </a:r>
            <a:endParaRPr lang="en-US" sz="3000" dirty="0" smtClean="0"/>
          </a:p>
          <a:p>
            <a:r>
              <a:rPr lang="en-US" sz="3200" dirty="0" smtClean="0"/>
              <a:t>Java Standard Library – “</a:t>
            </a:r>
            <a:r>
              <a:rPr lang="en-US" sz="3200" dirty="0" err="1" smtClean="0"/>
              <a:t>java.util.Arrays</a:t>
            </a:r>
            <a:r>
              <a:rPr lang="en-US" sz="3200" dirty="0" smtClean="0"/>
              <a:t>”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Linear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Item desired is our </a:t>
            </a:r>
            <a:r>
              <a:rPr lang="en-US" sz="3200" i="1" dirty="0" smtClean="0"/>
              <a:t>Key</a:t>
            </a:r>
          </a:p>
          <a:p>
            <a:r>
              <a:rPr lang="en-US" sz="3200" dirty="0" smtClean="0"/>
              <a:t>Iterate Linearly until the </a:t>
            </a:r>
            <a:r>
              <a:rPr lang="en-US" sz="3200" i="1" dirty="0" smtClean="0"/>
              <a:t>Key</a:t>
            </a:r>
            <a:r>
              <a:rPr lang="en-US" sz="3200" dirty="0" smtClean="0"/>
              <a:t> is found</a:t>
            </a:r>
          </a:p>
          <a:p>
            <a:r>
              <a:rPr lang="en-US" sz="3200" dirty="0" smtClean="0"/>
              <a:t>Return Index or -1</a:t>
            </a:r>
          </a:p>
          <a:p>
            <a:r>
              <a:rPr lang="en-US" sz="3200" dirty="0" smtClean="0"/>
              <a:t>Exercise:</a:t>
            </a:r>
          </a:p>
          <a:p>
            <a:pPr lvl="1"/>
            <a:r>
              <a:rPr lang="en-US" sz="3000" dirty="0" smtClean="0"/>
              <a:t>Find Largest Integer in an Integer Array</a:t>
            </a:r>
          </a:p>
        </p:txBody>
      </p:sp>
    </p:spTree>
    <p:extLst>
      <p:ext uri="{BB962C8B-B14F-4D97-AF65-F5344CB8AC3E}">
        <p14:creationId xmlns:p14="http://schemas.microsoft.com/office/powerpoint/2010/main" val="2554164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Array </a:t>
            </a:r>
            <a:r>
              <a:rPr lang="en-US" sz="3200" i="1" dirty="0" smtClean="0"/>
              <a:t>Must</a:t>
            </a:r>
            <a:r>
              <a:rPr lang="en-US" sz="3200" dirty="0" smtClean="0"/>
              <a:t> be Sorted</a:t>
            </a:r>
          </a:p>
          <a:p>
            <a:r>
              <a:rPr lang="en-US" sz="3200" dirty="0" smtClean="0"/>
              <a:t>Algorithm</a:t>
            </a:r>
          </a:p>
          <a:p>
            <a:pPr lvl="1"/>
            <a:r>
              <a:rPr lang="en-US" sz="3000" dirty="0" smtClean="0"/>
              <a:t>Divide the Array into 2 Partitions</a:t>
            </a:r>
          </a:p>
          <a:p>
            <a:pPr lvl="1"/>
            <a:r>
              <a:rPr lang="en-US" sz="3000" dirty="0" smtClean="0"/>
              <a:t>If Middle Item is:</a:t>
            </a:r>
          </a:p>
          <a:p>
            <a:pPr lvl="2"/>
            <a:r>
              <a:rPr lang="en-US" sz="2800" dirty="0" smtClean="0"/>
              <a:t>Equal to Key, return its Index</a:t>
            </a:r>
          </a:p>
          <a:p>
            <a:pPr lvl="2"/>
            <a:r>
              <a:rPr lang="en-US" sz="2800" dirty="0" smtClean="0"/>
              <a:t>Less than Key, search in Left Partition</a:t>
            </a:r>
          </a:p>
          <a:p>
            <a:pPr lvl="2"/>
            <a:r>
              <a:rPr lang="en-US" sz="2800" dirty="0" smtClean="0"/>
              <a:t>Greater than Key, search in Right Partition</a:t>
            </a:r>
          </a:p>
          <a:p>
            <a:r>
              <a:rPr lang="en-US" sz="3200" dirty="0" smtClean="0"/>
              <a:t>Recursive Method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51027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Select the Smallest Element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" b="2542"/>
          <a:stretch/>
        </p:blipFill>
        <p:spPr bwMode="auto">
          <a:xfrm>
            <a:off x="22164" y="2552701"/>
            <a:ext cx="8436036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8846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Selection Sort</a:t>
            </a:r>
            <a:endParaRPr lang="en-US" dirty="0"/>
          </a:p>
        </p:txBody>
      </p:sp>
      <p:pic>
        <p:nvPicPr>
          <p:cNvPr id="7170" name="Picture 2" descr="File:Selection-Sort-Animation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862138"/>
            <a:ext cx="952500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92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Insertion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620000" cy="5105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Insert in Correct Location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" y="2209801"/>
            <a:ext cx="8466981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18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Insertion Sort</a:t>
            </a:r>
            <a:endParaRPr lang="en-US" dirty="0"/>
          </a:p>
        </p:txBody>
      </p:sp>
      <p:pic>
        <p:nvPicPr>
          <p:cNvPr id="6146" name="Picture 2" descr="http://upload.wikimedia.org/wikipedia/commons/0/0f/Insertion-sort-example-300px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667000"/>
            <a:ext cx="2857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21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Bubble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7620000" cy="5257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Keep Swapping </a:t>
            </a:r>
            <a:r>
              <a:rPr lang="en-US" sz="3200" dirty="0" err="1" smtClean="0"/>
              <a:t>Neighbours</a:t>
            </a:r>
            <a:endParaRPr lang="en-US" sz="3200" dirty="0" smtClean="0"/>
          </a:p>
          <a:p>
            <a:r>
              <a:rPr lang="en-US" sz="3200" dirty="0" smtClean="0"/>
              <a:t>Largest value finds its place in each Pass</a:t>
            </a:r>
            <a:endParaRPr lang="en-US" sz="3200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314198"/>
            <a:ext cx="8458200" cy="4543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6996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Bubble Sort</a:t>
            </a:r>
            <a:endParaRPr lang="en-US" dirty="0"/>
          </a:p>
        </p:txBody>
      </p:sp>
      <p:pic>
        <p:nvPicPr>
          <p:cNvPr id="9218" name="Picture 2" descr="File:Bubble-sort-example-300px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667000"/>
            <a:ext cx="2857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35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Java Standard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Quick Sort</a:t>
            </a:r>
          </a:p>
          <a:p>
            <a:r>
              <a:rPr lang="en-US" sz="3200" dirty="0" err="1" smtClean="0"/>
              <a:t>Arrays.sort</a:t>
            </a:r>
            <a:r>
              <a:rPr lang="en-US" sz="3200" dirty="0" smtClean="0"/>
              <a:t>(&lt;array&gt;)</a:t>
            </a:r>
          </a:p>
        </p:txBody>
      </p:sp>
      <p:pic>
        <p:nvPicPr>
          <p:cNvPr id="10242" name="Picture 2" descr="File:Quicksort-example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48000"/>
            <a:ext cx="2857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1954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1095</TotalTime>
  <Words>187</Words>
  <Application>Microsoft Office PowerPoint</Application>
  <PresentationFormat>On-screen Show (4:3)</PresentationFormat>
  <Paragraphs>59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Adjacency</vt:lpstr>
      <vt:lpstr>Searching and Sorting</vt:lpstr>
      <vt:lpstr>Linear Search</vt:lpstr>
      <vt:lpstr>Binary Search</vt:lpstr>
      <vt:lpstr>Selection Sort</vt:lpstr>
      <vt:lpstr>Selection Sort</vt:lpstr>
      <vt:lpstr>Insertion Sort</vt:lpstr>
      <vt:lpstr>Insertion Sort</vt:lpstr>
      <vt:lpstr>Bubble Sort</vt:lpstr>
      <vt:lpstr>Bubble Sort</vt:lpstr>
      <vt:lpstr>Java Standard Library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290</cp:revision>
  <dcterms:created xsi:type="dcterms:W3CDTF">2013-12-19T10:50:36Z</dcterms:created>
  <dcterms:modified xsi:type="dcterms:W3CDTF">2013-12-26T12:15:03Z</dcterms:modified>
</cp:coreProperties>
</file>