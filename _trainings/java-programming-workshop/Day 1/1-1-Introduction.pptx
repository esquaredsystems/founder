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6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2918" autoAdjust="0"/>
  </p:normalViewPr>
  <p:slideViewPr>
    <p:cSldViewPr>
      <p:cViewPr varScale="1">
        <p:scale>
          <a:sx n="83" d="100"/>
          <a:sy n="83" d="100"/>
        </p:scale>
        <p:origin x="1450" y="5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1FD5D-2B5C-4A54-8A9F-9F1A2323E38F}" type="datetimeFigureOut">
              <a:rPr lang="en-US" smtClean="0"/>
              <a:t>21-Dec-15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403586-85CE-41A9-A554-75512731422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035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20 + 10 + 5 + 10 + 5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31363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283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 10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57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Time:</a:t>
            </a:r>
            <a:r>
              <a:rPr lang="en-US" baseline="0" dirty="0" smtClean="0"/>
              <a:t> 20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612809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Example </a:t>
            </a:r>
            <a:r>
              <a:rPr lang="en-US" smtClean="0"/>
              <a:t>on slide 20 </a:t>
            </a:r>
            <a:r>
              <a:rPr lang="en-US" dirty="0" smtClean="0"/>
              <a:t>of “1 Getting Started.pdf”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1679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Time</a:t>
            </a:r>
            <a:r>
              <a:rPr lang="en-US" baseline="0" dirty="0" smtClean="0"/>
              <a:t>: 30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5131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>Expected</a:t>
            </a:r>
            <a:r>
              <a:rPr lang="en-US" baseline="0" dirty="0" smtClean="0"/>
              <a:t> Time</a:t>
            </a:r>
            <a:r>
              <a:rPr lang="en-US" dirty="0" smtClean="0"/>
              <a:t>:</a:t>
            </a:r>
            <a:r>
              <a:rPr lang="en-US" baseline="0" dirty="0" smtClean="0"/>
              <a:t> </a:t>
            </a:r>
            <a:r>
              <a:rPr lang="en-US" baseline="0" smtClean="0"/>
              <a:t>2h 30mins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4403586-85CE-41A9-A554-75512731422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013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21-Dec-15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21-Dec-15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21-Dec-15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21-Dec-15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21-Dec-15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21-Dec-15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21-Dec-15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21-Dec-15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21-Dec-15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21-Dec-15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C39AE-24DD-4927-BF7D-44D09B3028AD}" type="datetimeFigureOut">
              <a:rPr lang="en-US" smtClean="0"/>
              <a:t>21-Dec-15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F4E75A3A-4D59-4357-8F2E-A31A9D233DF1}" type="slidenum">
              <a:rPr lang="en-US" smtClean="0"/>
              <a:t>‹#›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7ADC39AE-24DD-4927-BF7D-44D09B3028AD}" type="datetimeFigureOut">
              <a:rPr lang="en-US" smtClean="0"/>
              <a:t>21-Dec-15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9" r:id="rId1"/>
    <p:sldLayoutId id="2147483770" r:id="rId2"/>
    <p:sldLayoutId id="2147483771" r:id="rId3"/>
    <p:sldLayoutId id="2147483772" r:id="rId4"/>
    <p:sldLayoutId id="2147483773" r:id="rId5"/>
    <p:sldLayoutId id="2147483774" r:id="rId6"/>
    <p:sldLayoutId id="2147483775" r:id="rId7"/>
    <p:sldLayoutId id="2147483776" r:id="rId8"/>
    <p:sldLayoutId id="2147483777" r:id="rId9"/>
    <p:sldLayoutId id="2147483778" r:id="rId10"/>
    <p:sldLayoutId id="2147483779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Workshop on Java Programming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524000"/>
          </a:xfrm>
        </p:spPr>
        <p:txBody>
          <a:bodyPr>
            <a:normAutofit/>
          </a:bodyPr>
          <a:lstStyle/>
          <a:p>
            <a:r>
              <a:rPr lang="en-US" dirty="0" smtClean="0"/>
              <a:t>Interactive Health Solutions</a:t>
            </a:r>
          </a:p>
          <a:p>
            <a:r>
              <a:rPr lang="en-US" dirty="0" smtClean="0"/>
              <a:t>Interactive Research &amp; Development</a:t>
            </a:r>
          </a:p>
          <a:p>
            <a:r>
              <a:rPr lang="en-US" dirty="0" smtClean="0"/>
              <a:t>Indus Hospital Research </a:t>
            </a:r>
            <a:r>
              <a:rPr lang="en-US" dirty="0" smtClean="0"/>
              <a:t>Centre</a:t>
            </a:r>
            <a:endParaRPr lang="ur-PK" dirty="0" smtClean="0"/>
          </a:p>
          <a:p>
            <a:r>
              <a:rPr lang="en-US" dirty="0" smtClean="0"/>
              <a:t>Mohammad Ali </a:t>
            </a:r>
            <a:r>
              <a:rPr lang="en-US" smtClean="0"/>
              <a:t>Jinnah University</a:t>
            </a:r>
            <a:endParaRPr lang="en-US" dirty="0"/>
          </a:p>
        </p:txBody>
      </p:sp>
      <p:pic>
        <p:nvPicPr>
          <p:cNvPr id="1026" name="Picture 2" descr="D:\_ALL SOFTWARE AND TOOLS\MISC\IHS Logo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5800" y="609600"/>
            <a:ext cx="3112209" cy="952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34161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You, Us and the Workshop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Introduction</a:t>
            </a:r>
          </a:p>
          <a:p>
            <a:r>
              <a:rPr lang="en-US" sz="3200" dirty="0" smtClean="0"/>
              <a:t>Workshop Format</a:t>
            </a:r>
          </a:p>
          <a:p>
            <a:r>
              <a:rPr lang="en-US" sz="3200" dirty="0" smtClean="0"/>
              <a:t>Course Outlines</a:t>
            </a:r>
          </a:p>
          <a:p>
            <a:r>
              <a:rPr lang="en-US" sz="3200" dirty="0" smtClean="0"/>
              <a:t>Assignments</a:t>
            </a:r>
          </a:p>
          <a:p>
            <a:r>
              <a:rPr lang="en-US" sz="3200" dirty="0" smtClean="0"/>
              <a:t>Material and Resources</a:t>
            </a:r>
          </a:p>
        </p:txBody>
      </p:sp>
    </p:spTree>
    <p:extLst>
      <p:ext uri="{BB962C8B-B14F-4D97-AF65-F5344CB8AC3E}">
        <p14:creationId xmlns:p14="http://schemas.microsoft.com/office/powerpoint/2010/main" val="1380202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Course Outlines – Day 1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Introduction to Java Language</a:t>
            </a:r>
          </a:p>
          <a:p>
            <a:r>
              <a:rPr lang="en-US" sz="3200" dirty="0" err="1" smtClean="0"/>
              <a:t>Bytecode</a:t>
            </a:r>
            <a:r>
              <a:rPr lang="en-US" sz="3200" dirty="0" smtClean="0"/>
              <a:t>, JVM, JRE &amp; JDK</a:t>
            </a:r>
          </a:p>
          <a:p>
            <a:r>
              <a:rPr lang="en-US" sz="3200" dirty="0" smtClean="0"/>
              <a:t>Setting up Programming Environment</a:t>
            </a:r>
          </a:p>
          <a:p>
            <a:r>
              <a:rPr lang="en-US" sz="3200" dirty="0"/>
              <a:t>Writing your first Program</a:t>
            </a:r>
          </a:p>
          <a:p>
            <a:r>
              <a:rPr lang="en-US" sz="3200" dirty="0" smtClean="0"/>
              <a:t>Common Eclipse Commands</a:t>
            </a:r>
          </a:p>
          <a:p>
            <a:r>
              <a:rPr lang="en-US" sz="3200" dirty="0" smtClean="0"/>
              <a:t>Comments, Indentation and Conventions</a:t>
            </a:r>
          </a:p>
          <a:p>
            <a:r>
              <a:rPr lang="en-US" sz="3200" smtClean="0"/>
              <a:t>Variables</a:t>
            </a:r>
            <a:r>
              <a:rPr lang="en-US" sz="3200" dirty="0" smtClean="0"/>
              <a:t>, Operators and Statements</a:t>
            </a:r>
          </a:p>
        </p:txBody>
      </p:sp>
    </p:spTree>
    <p:extLst>
      <p:ext uri="{BB962C8B-B14F-4D97-AF65-F5344CB8AC3E}">
        <p14:creationId xmlns:p14="http://schemas.microsoft.com/office/powerpoint/2010/main" val="23164943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Why Java?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High-level</a:t>
            </a:r>
          </a:p>
          <a:p>
            <a:r>
              <a:rPr lang="en-US" sz="3200" dirty="0" smtClean="0"/>
              <a:t>Object-Oriented</a:t>
            </a:r>
          </a:p>
          <a:p>
            <a:r>
              <a:rPr lang="en-US" sz="3200" dirty="0" smtClean="0"/>
              <a:t>Platform Independent</a:t>
            </a:r>
          </a:p>
          <a:p>
            <a:r>
              <a:rPr lang="en-US" sz="3200" dirty="0" smtClean="0"/>
              <a:t>Open Source</a:t>
            </a:r>
          </a:p>
          <a:p>
            <a:r>
              <a:rPr lang="en-US" sz="3200" dirty="0" smtClean="0"/>
              <a:t>Frameworks</a:t>
            </a:r>
          </a:p>
        </p:txBody>
      </p:sp>
      <p:pic>
        <p:nvPicPr>
          <p:cNvPr id="2050" name="Picture 2" descr="http://ucttraining.files.wordpress.com/2013/10/java_logo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348673"/>
            <a:ext cx="3472434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60285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How Java 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Source code</a:t>
            </a:r>
          </a:p>
          <a:p>
            <a:r>
              <a:rPr lang="en-US" sz="3200" dirty="0" smtClean="0"/>
              <a:t>Byte code</a:t>
            </a:r>
          </a:p>
          <a:p>
            <a:r>
              <a:rPr lang="en-US" sz="3200" dirty="0" smtClean="0"/>
              <a:t>Java Virtual Machine (JVM)</a:t>
            </a:r>
          </a:p>
          <a:p>
            <a:r>
              <a:rPr lang="en-US" sz="3200" dirty="0" smtClean="0"/>
              <a:t>Java Runtime Environment (JRE)</a:t>
            </a:r>
          </a:p>
          <a:p>
            <a:r>
              <a:rPr lang="en-US" sz="3200" dirty="0" smtClean="0"/>
              <a:t>Just in-time Compiler (JIT)</a:t>
            </a:r>
          </a:p>
          <a:p>
            <a:r>
              <a:rPr lang="en-US" sz="3200" dirty="0" smtClean="0"/>
              <a:t>Java Development Kit (JDK)</a:t>
            </a:r>
          </a:p>
          <a:p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42659596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How Java works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114300" indent="0">
              <a:buNone/>
            </a:pPr>
            <a:endParaRPr lang="en-US" sz="3200" dirty="0" smtClean="0"/>
          </a:p>
        </p:txBody>
      </p:sp>
      <p:pic>
        <p:nvPicPr>
          <p:cNvPr id="3074" name="Picture 2" descr="http://1.bp.blogspot.com/-hTWJHs1QNpE/UgY9jBWjiAI/AAAAAAAAAr8/Gg8yVsVTunE/s1600/Java-program-and-Jit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6548" b="5196"/>
          <a:stretch/>
        </p:blipFill>
        <p:spPr bwMode="auto">
          <a:xfrm>
            <a:off x="609600" y="1676400"/>
            <a:ext cx="7373207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>
            <a:off x="457200" y="1371600"/>
            <a:ext cx="2057400" cy="31242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JDK</a:t>
            </a:r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724400" y="1371600"/>
            <a:ext cx="3352800" cy="28956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b="1" dirty="0" smtClean="0">
                <a:ln w="12700">
                  <a:solidFill>
                    <a:schemeClr val="tx2">
                      <a:satMod val="155000"/>
                    </a:schemeClr>
                  </a:solidFill>
                  <a:prstDash val="solid"/>
                </a:ln>
                <a:solidFill>
                  <a:schemeClr val="bg2">
                    <a:tint val="85000"/>
                    <a:satMod val="155000"/>
                  </a:schemeClr>
                </a:solidFill>
                <a:effectLst>
                  <a:outerShdw blurRad="41275" dist="20320" dir="1800000" algn="tl" rotWithShape="0">
                    <a:srgbClr val="000000">
                      <a:alpha val="40000"/>
                    </a:srgbClr>
                  </a:outerShdw>
                </a:effectLst>
              </a:rPr>
              <a:t>JRE</a:t>
            </a:r>
            <a:endParaRPr lang="en-US" b="1" dirty="0">
              <a:ln w="12700">
                <a:solidFill>
                  <a:schemeClr val="tx2">
                    <a:satMod val="155000"/>
                  </a:schemeClr>
                </a:solidFill>
                <a:prstDash val="solid"/>
              </a:ln>
              <a:solidFill>
                <a:schemeClr val="bg2">
                  <a:tint val="85000"/>
                  <a:satMod val="155000"/>
                </a:schemeClr>
              </a:solidFill>
              <a:effectLst>
                <a:outerShdw blurRad="41275" dist="20320" dir="1800000" algn="tl" rotWithShape="0">
                  <a:srgbClr val="000000">
                    <a:alpha val="4000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8810095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Setting up the Environment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Pre-requisites</a:t>
            </a:r>
          </a:p>
          <a:p>
            <a:pPr lvl="1"/>
            <a:r>
              <a:rPr lang="en-US" sz="3000" dirty="0" smtClean="0"/>
              <a:t>Oracle JDK or Open JDK</a:t>
            </a:r>
          </a:p>
          <a:p>
            <a:pPr lvl="1"/>
            <a:r>
              <a:rPr lang="en-US" sz="3000" dirty="0" smtClean="0"/>
              <a:t>Eclipse IDE for JEE (Juno 4.2 or higher)</a:t>
            </a:r>
          </a:p>
          <a:p>
            <a:r>
              <a:rPr lang="en-US" sz="3200" dirty="0" smtClean="0"/>
              <a:t>Eclipse</a:t>
            </a:r>
          </a:p>
          <a:p>
            <a:pPr lvl="1"/>
            <a:r>
              <a:rPr lang="en-US" sz="3000" dirty="0" smtClean="0"/>
              <a:t>Startup</a:t>
            </a:r>
          </a:p>
          <a:p>
            <a:pPr lvl="1"/>
            <a:r>
              <a:rPr lang="en-US" sz="3000" dirty="0" smtClean="0"/>
              <a:t>Define Workspace</a:t>
            </a:r>
          </a:p>
          <a:p>
            <a:pPr lvl="1"/>
            <a:r>
              <a:rPr lang="en-US" sz="3000" dirty="0" smtClean="0"/>
              <a:t>Set up JDK</a:t>
            </a:r>
          </a:p>
          <a:p>
            <a:pPr lvl="1"/>
            <a:r>
              <a:rPr lang="en-US" sz="3000" dirty="0" smtClean="0"/>
              <a:t>That’s it</a:t>
            </a:r>
          </a:p>
          <a:p>
            <a:pPr lvl="1"/>
            <a:endParaRPr lang="en-US" sz="3000" dirty="0" smtClean="0"/>
          </a:p>
          <a:p>
            <a:pPr lvl="1"/>
            <a:endParaRPr lang="en-US" sz="3000" dirty="0" smtClean="0"/>
          </a:p>
          <a:p>
            <a:endParaRPr 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3890846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/>
              <a:t>Writing your first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Create new Project</a:t>
            </a:r>
          </a:p>
          <a:p>
            <a:r>
              <a:rPr lang="en-US" sz="3200" dirty="0" smtClean="0"/>
              <a:t>Write your first Java code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625"/>
          <a:stretch/>
        </p:blipFill>
        <p:spPr bwMode="auto">
          <a:xfrm>
            <a:off x="533400" y="2667000"/>
            <a:ext cx="7422834" cy="3962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28295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800" dirty="0"/>
              <a:t>Writing your first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 smtClean="0"/>
              <a:t>Compile and Build (auto and manual)</a:t>
            </a:r>
          </a:p>
          <a:p>
            <a:r>
              <a:rPr lang="en-US" sz="3200" dirty="0" smtClean="0"/>
              <a:t>Run</a:t>
            </a:r>
            <a:endParaRPr lang="en-US" sz="2800" dirty="0" smtClean="0"/>
          </a:p>
          <a:p>
            <a:r>
              <a:rPr lang="en-US" sz="2800" dirty="0" smtClean="0"/>
              <a:t>Behind the Scene</a:t>
            </a:r>
            <a:endParaRPr lang="en-US" sz="320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4444"/>
          <a:stretch/>
        </p:blipFill>
        <p:spPr bwMode="auto">
          <a:xfrm>
            <a:off x="381000" y="3733799"/>
            <a:ext cx="8001000" cy="1409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507856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IHS">
      <a:dk1>
        <a:srgbClr val="2F2B20"/>
      </a:dk1>
      <a:lt1>
        <a:srgbClr val="FFFFFF"/>
      </a:lt1>
      <a:dk2>
        <a:srgbClr val="637307"/>
      </a:dk2>
      <a:lt2>
        <a:srgbClr val="A9A57C"/>
      </a:lt2>
      <a:accent1>
        <a:srgbClr val="D25814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D6F23C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183</TotalTime>
  <Words>219</Words>
  <Application>Microsoft Office PowerPoint</Application>
  <PresentationFormat>On-screen Show (4:3)</PresentationFormat>
  <Paragraphs>66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Adjacency</vt:lpstr>
      <vt:lpstr>Workshop on Java Programming</vt:lpstr>
      <vt:lpstr>You, Us and the Workshop</vt:lpstr>
      <vt:lpstr>Course Outlines – Day 1</vt:lpstr>
      <vt:lpstr>Why Java?</vt:lpstr>
      <vt:lpstr>How Java works</vt:lpstr>
      <vt:lpstr>How Java works</vt:lpstr>
      <vt:lpstr>Setting up the Environment</vt:lpstr>
      <vt:lpstr>Writing your first Program</vt:lpstr>
      <vt:lpstr>Writing your first Program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Workshop on Java Programming</dc:title>
  <dc:creator>Owais</dc:creator>
  <cp:lastModifiedBy>Owais Ahmed</cp:lastModifiedBy>
  <cp:revision>45</cp:revision>
  <dcterms:created xsi:type="dcterms:W3CDTF">2013-12-19T10:50:36Z</dcterms:created>
  <dcterms:modified xsi:type="dcterms:W3CDTF">2015-12-21T07:01:48Z</dcterms:modified>
</cp:coreProperties>
</file>