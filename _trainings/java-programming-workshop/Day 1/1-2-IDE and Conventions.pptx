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9"/>
  </p:notesMasterIdLst>
  <p:sldIdLst>
    <p:sldId id="261" r:id="rId2"/>
    <p:sldId id="260" r:id="rId3"/>
    <p:sldId id="262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429" autoAdjust="0"/>
    <p:restoredTop sz="92918" autoAdjust="0"/>
  </p:normalViewPr>
  <p:slideViewPr>
    <p:cSldViewPr>
      <p:cViewPr varScale="1">
        <p:scale>
          <a:sx n="97" d="100"/>
          <a:sy n="97" d="100"/>
        </p:scale>
        <p:origin x="-114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20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5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86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Image from</a:t>
            </a:r>
            <a:r>
              <a:rPr lang="en-US" baseline="0" dirty="0" smtClean="0"/>
              <a:t> Slide 14 </a:t>
            </a:r>
            <a:r>
              <a:rPr lang="en-US" baseline="0" smtClean="0"/>
              <a:t>of </a:t>
            </a:r>
            <a:r>
              <a:rPr lang="en-US" baseline="0" smtClean="0"/>
              <a:t>“1 Getting </a:t>
            </a:r>
            <a:r>
              <a:rPr lang="en-US" baseline="0" dirty="0" smtClean="0"/>
              <a:t>Started.pdf”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55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90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Estimated Time</a:t>
            </a:r>
            <a:r>
              <a:rPr lang="en-US" smtClean="0"/>
              <a:t>: 1hr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30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Owais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26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Common Eclipse </a:t>
            </a:r>
            <a:r>
              <a:rPr lang="en-US" sz="4800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Auto Build</a:t>
            </a:r>
          </a:p>
          <a:p>
            <a:pPr lvl="1"/>
            <a:r>
              <a:rPr lang="en-US" sz="2400" dirty="0" smtClean="0"/>
              <a:t>Clean</a:t>
            </a:r>
          </a:p>
          <a:p>
            <a:pPr lvl="1"/>
            <a:r>
              <a:rPr lang="en-US" sz="2400" dirty="0" smtClean="0"/>
              <a:t>Build</a:t>
            </a:r>
          </a:p>
          <a:p>
            <a:r>
              <a:rPr lang="en-US" sz="2800" dirty="0" smtClean="0"/>
              <a:t>Run/Debug</a:t>
            </a:r>
          </a:p>
          <a:p>
            <a:r>
              <a:rPr lang="en-US" sz="2800" dirty="0" smtClean="0"/>
              <a:t>Perspectives</a:t>
            </a:r>
          </a:p>
          <a:p>
            <a:pPr lvl="1"/>
            <a:r>
              <a:rPr lang="en-US" sz="2400" dirty="0" smtClean="0"/>
              <a:t>Java</a:t>
            </a:r>
          </a:p>
          <a:p>
            <a:pPr lvl="1"/>
            <a:r>
              <a:rPr lang="en-US" sz="2400" dirty="0" smtClean="0"/>
              <a:t>Java EE</a:t>
            </a:r>
          </a:p>
          <a:p>
            <a:pPr lvl="1"/>
            <a:r>
              <a:rPr lang="en-US" sz="2400" dirty="0" smtClean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426595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Common Eclipse </a:t>
            </a:r>
            <a:r>
              <a:rPr lang="en-US" sz="4800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 smtClean="0"/>
              <a:t>Exploring Projects</a:t>
            </a:r>
          </a:p>
          <a:p>
            <a:pPr lvl="1"/>
            <a:r>
              <a:rPr lang="en-US" sz="3000" dirty="0" smtClean="0"/>
              <a:t>Package Explorer</a:t>
            </a:r>
          </a:p>
          <a:p>
            <a:pPr lvl="1"/>
            <a:r>
              <a:rPr lang="en-US" sz="3000" dirty="0" smtClean="0"/>
              <a:t>Folders (</a:t>
            </a:r>
            <a:r>
              <a:rPr lang="en-US" sz="3000" dirty="0" err="1" smtClean="0"/>
              <a:t>src</a:t>
            </a:r>
            <a:r>
              <a:rPr lang="en-US" sz="3000" dirty="0" smtClean="0"/>
              <a:t>, lib, bin, test)</a:t>
            </a:r>
          </a:p>
          <a:p>
            <a:r>
              <a:rPr lang="en-US" sz="3200" dirty="0" smtClean="0"/>
              <a:t>Navigating Code</a:t>
            </a:r>
          </a:p>
          <a:p>
            <a:pPr lvl="1"/>
            <a:r>
              <a:rPr lang="en-US" sz="3000" dirty="0" smtClean="0"/>
              <a:t>Outline</a:t>
            </a:r>
          </a:p>
          <a:p>
            <a:pPr lvl="1"/>
            <a:r>
              <a:rPr lang="en-US" sz="3000" dirty="0" smtClean="0"/>
              <a:t>Breadcrumb</a:t>
            </a:r>
          </a:p>
          <a:p>
            <a:pPr lvl="1"/>
            <a:r>
              <a:rPr lang="en-US" sz="3000" dirty="0" smtClean="0"/>
              <a:t>Hierarchies</a:t>
            </a:r>
          </a:p>
          <a:p>
            <a:r>
              <a:rPr lang="en-US" sz="3200" dirty="0" smtClean="0"/>
              <a:t>Commenting Code</a:t>
            </a:r>
          </a:p>
          <a:p>
            <a:pPr lvl="1"/>
            <a:r>
              <a:rPr lang="en-US" sz="3000" dirty="0" smtClean="0"/>
              <a:t>Line</a:t>
            </a:r>
          </a:p>
          <a:p>
            <a:pPr lvl="1"/>
            <a:r>
              <a:rPr lang="en-US" sz="3000" dirty="0" smtClean="0"/>
              <a:t>Block</a:t>
            </a:r>
          </a:p>
          <a:p>
            <a:pPr lvl="1"/>
            <a:r>
              <a:rPr lang="en-US" sz="3000" dirty="0" smtClean="0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410855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Common Eclipse </a:t>
            </a:r>
            <a:r>
              <a:rPr lang="en-US" sz="4800" dirty="0" smtClean="0"/>
              <a:t>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Quick Fixes</a:t>
            </a:r>
          </a:p>
          <a:p>
            <a:pPr lvl="1"/>
            <a:r>
              <a:rPr lang="en-US" sz="3000" dirty="0" smtClean="0"/>
              <a:t>Quick Suggestions</a:t>
            </a:r>
          </a:p>
          <a:p>
            <a:pPr lvl="1"/>
            <a:r>
              <a:rPr lang="en-US" sz="3000" dirty="0" smtClean="0"/>
              <a:t>Auto Imports</a:t>
            </a:r>
          </a:p>
          <a:p>
            <a:r>
              <a:rPr lang="en-US" sz="3200" dirty="0" smtClean="0"/>
              <a:t>Refactoring</a:t>
            </a:r>
            <a:endParaRPr lang="en-US" sz="3000" dirty="0" smtClean="0"/>
          </a:p>
          <a:p>
            <a:r>
              <a:rPr lang="en-US" sz="3200" dirty="0" smtClean="0"/>
              <a:t>Code Formatting</a:t>
            </a:r>
          </a:p>
          <a:p>
            <a:pPr lvl="1"/>
            <a:r>
              <a:rPr lang="en-US" sz="3000" dirty="0" smtClean="0"/>
              <a:t>Auto Format</a:t>
            </a:r>
          </a:p>
          <a:p>
            <a:pPr lvl="1"/>
            <a:r>
              <a:rPr lang="en-US" sz="3000" dirty="0" smtClean="0"/>
              <a:t>Formatting Styles</a:t>
            </a:r>
          </a:p>
        </p:txBody>
      </p:sp>
    </p:spTree>
    <p:extLst>
      <p:ext uri="{BB962C8B-B14F-4D97-AF65-F5344CB8AC3E}">
        <p14:creationId xmlns:p14="http://schemas.microsoft.com/office/powerpoint/2010/main" val="352031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Indentation and Convention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Indentation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743200"/>
            <a:ext cx="7800975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766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Indentation and Convention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Camel Case Convention</a:t>
            </a:r>
          </a:p>
          <a:p>
            <a:pPr lvl="1"/>
            <a:r>
              <a:rPr lang="en-US" sz="3000" dirty="0" smtClean="0"/>
              <a:t>Classes</a:t>
            </a:r>
          </a:p>
          <a:p>
            <a:pPr marL="114300" indent="0">
              <a:buNone/>
            </a:pPr>
            <a:endParaRPr lang="en-US" sz="32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188818"/>
              </p:ext>
            </p:extLst>
          </p:nvPr>
        </p:nvGraphicFramePr>
        <p:xfrm>
          <a:off x="609600" y="2743200"/>
          <a:ext cx="708660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/>
                <a:gridCol w="35433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WRONG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CORRECT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Patient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Patient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ContactClass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Contact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Lab_Result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LabResult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Drugs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Drug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ABBRMain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AbbrMain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10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 smtClean="0"/>
              <a:t>Indentation and Convention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Camel Case Convention</a:t>
            </a:r>
          </a:p>
          <a:p>
            <a:pPr lvl="1"/>
            <a:r>
              <a:rPr lang="en-US" sz="3000" dirty="0" smtClean="0"/>
              <a:t>Variables/Functions</a:t>
            </a:r>
          </a:p>
          <a:p>
            <a:pPr marL="114300" indent="0">
              <a:buNone/>
            </a:pPr>
            <a:endParaRPr lang="en-US" sz="32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34477"/>
              </p:ext>
            </p:extLst>
          </p:nvPr>
        </p:nvGraphicFramePr>
        <p:xfrm>
          <a:off x="609600" y="2743200"/>
          <a:ext cx="7086600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/>
                <a:gridCol w="35433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WRONG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CORRECT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FullName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fullName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date_of_birth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dateOfBirth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adrstrt1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addressStreet1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speedOfLight</a:t>
                      </a:r>
                      <a:r>
                        <a:rPr lang="en-US" dirty="0" smtClean="0"/>
                        <a:t> =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299792458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SPEED_OF_LIGHT </a:t>
                      </a:r>
                      <a:r>
                        <a:rPr lang="en-US" dirty="0" smtClean="0"/>
                        <a:t>= 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299792458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nICNumber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nicNumber</a:t>
                      </a:r>
                      <a:endParaRPr lang="en-US" dirty="0"/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txtCmnts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commentsTextBox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8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473</TotalTime>
  <Words>136</Words>
  <Application>Microsoft Office PowerPoint</Application>
  <PresentationFormat>On-screen Show (4:3)</PresentationFormat>
  <Paragraphs>75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Adjacency</vt:lpstr>
      <vt:lpstr>PowerPoint Presentation</vt:lpstr>
      <vt:lpstr>Common Eclipse Operations</vt:lpstr>
      <vt:lpstr>Common Eclipse Operations</vt:lpstr>
      <vt:lpstr>Common Eclipse Operations</vt:lpstr>
      <vt:lpstr>Indentation and Convention</vt:lpstr>
      <vt:lpstr>Indentation and Convention</vt:lpstr>
      <vt:lpstr>Indentation and Convention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76</cp:revision>
  <dcterms:created xsi:type="dcterms:W3CDTF">2013-12-19T10:50:36Z</dcterms:created>
  <dcterms:modified xsi:type="dcterms:W3CDTF">2013-12-26T07:33:52Z</dcterms:modified>
</cp:coreProperties>
</file>