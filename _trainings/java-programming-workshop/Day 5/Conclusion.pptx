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5"/>
  </p:notesMasterIdLst>
  <p:sldIdLst>
    <p:sldId id="257" r:id="rId2"/>
    <p:sldId id="258" r:id="rId3"/>
    <p:sldId id="261" r:id="rId4"/>
    <p:sldId id="262" r:id="rId5"/>
    <p:sldId id="266" r:id="rId6"/>
    <p:sldId id="265" r:id="rId7"/>
    <p:sldId id="264" r:id="rId8"/>
    <p:sldId id="263" r:id="rId9"/>
    <p:sldId id="268" r:id="rId10"/>
    <p:sldId id="267" r:id="rId11"/>
    <p:sldId id="269" r:id="rId12"/>
    <p:sldId id="260" r:id="rId13"/>
    <p:sldId id="25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18" autoAdjust="0"/>
  </p:normalViewPr>
  <p:slideViewPr>
    <p:cSldViewPr>
      <p:cViewPr varScale="1">
        <p:scale>
          <a:sx n="101" d="100"/>
          <a:sy n="101" d="100"/>
        </p:scale>
        <p:origin x="-2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1/4/2014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mazon.com/Java-Actually-First-Course-Programming/dp/1844804186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i.uib.no/~khalid/jac/" TargetMode="External"/><Relationship Id="rId2" Type="http://schemas.openxmlformats.org/officeDocument/2006/relationships/hyperlink" Target="http://www.amazon.com/Java-Actually-First-Course-Programming/dp/184480418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eclipse.org/downloads/packages/eclipse-ide-java-ee-developers/keplersr1" TargetMode="External"/><Relationship Id="rId5" Type="http://schemas.openxmlformats.org/officeDocument/2006/relationships/hyperlink" Target="http://www.oracle.com/technetwork/java/javase/downloads/index.html" TargetMode="External"/><Relationship Id="rId4" Type="http://schemas.openxmlformats.org/officeDocument/2006/relationships/hyperlink" Target="http://docs.oracle.com/javase/tutorial/java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Java Actually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19200"/>
            <a:ext cx="8335538" cy="5075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76200" y="6386313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http://www.amazon.com/Java-Actually-First-Course-Programming/dp/1844804186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202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We have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7620000" cy="5181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Java Basics, How Java Functions</a:t>
            </a:r>
          </a:p>
          <a:p>
            <a:r>
              <a:rPr lang="en-US" sz="2400" dirty="0" smtClean="0"/>
              <a:t>Working with Eclipse IDE</a:t>
            </a:r>
          </a:p>
          <a:p>
            <a:r>
              <a:rPr lang="en-US" sz="2400" dirty="0" smtClean="0"/>
              <a:t>Code Conventions and Documentation</a:t>
            </a:r>
          </a:p>
          <a:p>
            <a:r>
              <a:rPr lang="en-US" sz="2400" dirty="0" smtClean="0"/>
              <a:t>Java Data Types, Variables, Functions and Access Modifiers</a:t>
            </a:r>
          </a:p>
          <a:p>
            <a:r>
              <a:rPr lang="en-US" sz="2400" dirty="0" smtClean="0"/>
              <a:t>Java Statements</a:t>
            </a:r>
          </a:p>
          <a:p>
            <a:r>
              <a:rPr lang="en-US" sz="2400" dirty="0" smtClean="0"/>
              <a:t>Arrays, Searching and Sorting in Arrays</a:t>
            </a:r>
          </a:p>
          <a:p>
            <a:r>
              <a:rPr lang="en-US" sz="2400" dirty="0" smtClean="0"/>
              <a:t>OOP Concepts, OOP in Java, Classes, Objects and Communication</a:t>
            </a:r>
          </a:p>
          <a:p>
            <a:r>
              <a:rPr lang="en-US" sz="2400" dirty="0" smtClean="0"/>
              <a:t>Built-in Classes (like String)</a:t>
            </a:r>
          </a:p>
          <a:p>
            <a:r>
              <a:rPr lang="en-US" sz="2400" dirty="0" smtClean="0"/>
              <a:t>Generics, Collections and Dynamic Data Types</a:t>
            </a:r>
          </a:p>
          <a:p>
            <a:r>
              <a:rPr lang="en-US" sz="2400" dirty="0" smtClean="0"/>
              <a:t>Threads and Synchronization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99021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What’s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953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Java Frameworks</a:t>
            </a:r>
          </a:p>
          <a:p>
            <a:pPr lvl="1"/>
            <a:r>
              <a:rPr lang="en-US" sz="2400" dirty="0" smtClean="0"/>
              <a:t>Mobile</a:t>
            </a:r>
          </a:p>
          <a:p>
            <a:pPr lvl="1"/>
            <a:r>
              <a:rPr lang="en-US" sz="2400" dirty="0" smtClean="0"/>
              <a:t>Web</a:t>
            </a:r>
          </a:p>
          <a:p>
            <a:pPr lvl="1"/>
            <a:r>
              <a:rPr lang="en-US" sz="2400" dirty="0" smtClean="0"/>
              <a:t>Code Automation</a:t>
            </a:r>
          </a:p>
          <a:p>
            <a:r>
              <a:rPr lang="en-US" sz="2400" dirty="0" smtClean="0"/>
              <a:t>Databases</a:t>
            </a:r>
          </a:p>
          <a:p>
            <a:pPr lvl="1"/>
            <a:r>
              <a:rPr lang="en-US" sz="2400" dirty="0" smtClean="0"/>
              <a:t>Management</a:t>
            </a:r>
          </a:p>
          <a:p>
            <a:pPr lvl="1"/>
            <a:r>
              <a:rPr lang="en-US" sz="2400" dirty="0" smtClean="0"/>
              <a:t>SQL</a:t>
            </a:r>
          </a:p>
          <a:p>
            <a:r>
              <a:rPr lang="en-US" sz="2400" dirty="0" smtClean="0"/>
              <a:t>Maintenance</a:t>
            </a:r>
          </a:p>
          <a:p>
            <a:pPr lvl="1"/>
            <a:r>
              <a:rPr lang="en-US" sz="2400" dirty="0" smtClean="0"/>
              <a:t>Versioning</a:t>
            </a:r>
          </a:p>
          <a:p>
            <a:pPr lvl="1"/>
            <a:r>
              <a:rPr lang="en-US" sz="2400" dirty="0" smtClean="0"/>
              <a:t>Ticketing</a:t>
            </a:r>
          </a:p>
          <a:p>
            <a:r>
              <a:rPr lang="en-US" sz="2400" dirty="0" smtClean="0"/>
              <a:t>More IDEs</a:t>
            </a:r>
            <a:endParaRPr lang="en-US" sz="2400" dirty="0" smtClean="0"/>
          </a:p>
          <a:p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7504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We Expect from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95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Learn</a:t>
            </a:r>
          </a:p>
        </p:txBody>
      </p:sp>
    </p:spTree>
    <p:extLst>
      <p:ext uri="{BB962C8B-B14F-4D97-AF65-F5344CB8AC3E}">
        <p14:creationId xmlns:p14="http://schemas.microsoft.com/office/powerpoint/2010/main" val="543037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We Expect from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95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Learn</a:t>
            </a:r>
          </a:p>
          <a:p>
            <a:r>
              <a:rPr lang="en-US" sz="2800" dirty="0" smtClean="0"/>
              <a:t>Adapt</a:t>
            </a:r>
          </a:p>
        </p:txBody>
      </p:sp>
    </p:spTree>
    <p:extLst>
      <p:ext uri="{BB962C8B-B14F-4D97-AF65-F5344CB8AC3E}">
        <p14:creationId xmlns:p14="http://schemas.microsoft.com/office/powerpoint/2010/main" val="337752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We Expect from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95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Learn</a:t>
            </a:r>
          </a:p>
          <a:p>
            <a:r>
              <a:rPr lang="en-US" sz="2800" dirty="0" smtClean="0"/>
              <a:t>Adapt</a:t>
            </a:r>
          </a:p>
          <a:p>
            <a:r>
              <a:rPr lang="en-US" sz="2800" dirty="0" smtClean="0"/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214495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We Expect from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95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Learn</a:t>
            </a:r>
          </a:p>
          <a:p>
            <a:r>
              <a:rPr lang="en-US" sz="2800" dirty="0" smtClean="0"/>
              <a:t>Adapt</a:t>
            </a:r>
          </a:p>
          <a:p>
            <a:r>
              <a:rPr lang="en-US" sz="2800" dirty="0" smtClean="0"/>
              <a:t>Share</a:t>
            </a:r>
          </a:p>
          <a:p>
            <a:r>
              <a:rPr lang="en-US" sz="2800" dirty="0" smtClean="0"/>
              <a:t>Team Work</a:t>
            </a:r>
          </a:p>
        </p:txBody>
      </p:sp>
    </p:spTree>
    <p:extLst>
      <p:ext uri="{BB962C8B-B14F-4D97-AF65-F5344CB8AC3E}">
        <p14:creationId xmlns:p14="http://schemas.microsoft.com/office/powerpoint/2010/main" val="2996431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We Expect from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95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Learn</a:t>
            </a:r>
          </a:p>
          <a:p>
            <a:r>
              <a:rPr lang="en-US" sz="2800" dirty="0" smtClean="0"/>
              <a:t>Adapt</a:t>
            </a:r>
          </a:p>
          <a:p>
            <a:r>
              <a:rPr lang="en-US" sz="2800" dirty="0" smtClean="0"/>
              <a:t>Share</a:t>
            </a:r>
          </a:p>
          <a:p>
            <a:r>
              <a:rPr lang="en-US" sz="2800" dirty="0" smtClean="0"/>
              <a:t>Team Work</a:t>
            </a:r>
          </a:p>
          <a:p>
            <a:r>
              <a:rPr lang="en-US" sz="2800" dirty="0" smtClean="0"/>
              <a:t>Conform to Standards</a:t>
            </a:r>
          </a:p>
          <a:p>
            <a:pPr marL="114300" indent="0" algn="ctr">
              <a:buNone/>
            </a:pPr>
            <a:r>
              <a:rPr lang="en-US" sz="2400" i="1" dirty="0"/>
              <a:t>If you don't Like a Rule. Just Follow it. Reach on the Top and Change the </a:t>
            </a:r>
            <a:r>
              <a:rPr lang="en-US" sz="2400" i="1" dirty="0" smtClean="0"/>
              <a:t>Rule – [Adolf Hitler]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4042176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We Expect from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95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Learn</a:t>
            </a:r>
          </a:p>
          <a:p>
            <a:r>
              <a:rPr lang="en-US" sz="2800" dirty="0" smtClean="0"/>
              <a:t>Adapt</a:t>
            </a:r>
          </a:p>
          <a:p>
            <a:r>
              <a:rPr lang="en-US" sz="2800" dirty="0" smtClean="0"/>
              <a:t>Share</a:t>
            </a:r>
          </a:p>
          <a:p>
            <a:r>
              <a:rPr lang="en-US" sz="2800" dirty="0" smtClean="0"/>
              <a:t>Team Work</a:t>
            </a:r>
          </a:p>
          <a:p>
            <a:r>
              <a:rPr lang="en-US" sz="2800" dirty="0" smtClean="0"/>
              <a:t>Conform to Standards</a:t>
            </a:r>
          </a:p>
          <a:p>
            <a:pPr marL="114300" indent="0" algn="ctr">
              <a:buNone/>
            </a:pPr>
            <a:r>
              <a:rPr lang="en-US" sz="2400" i="1" dirty="0"/>
              <a:t>If you don't Like a Rule. Just Follow it. Reach on the Top and Change the </a:t>
            </a:r>
            <a:r>
              <a:rPr lang="en-US" sz="2400" i="1" dirty="0" smtClean="0"/>
              <a:t>Rule – [Adolf Hitler]</a:t>
            </a:r>
            <a:endParaRPr lang="en-US" sz="2800" i="1" dirty="0"/>
          </a:p>
          <a:p>
            <a:r>
              <a:rPr lang="en-US" sz="2800" dirty="0" smtClean="0"/>
              <a:t>Manage</a:t>
            </a:r>
          </a:p>
        </p:txBody>
      </p:sp>
    </p:spTree>
    <p:extLst>
      <p:ext uri="{BB962C8B-B14F-4D97-AF65-F5344CB8AC3E}">
        <p14:creationId xmlns:p14="http://schemas.microsoft.com/office/powerpoint/2010/main" val="1569415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We Expect from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95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Learn</a:t>
            </a:r>
          </a:p>
          <a:p>
            <a:r>
              <a:rPr lang="en-US" sz="2800" dirty="0" smtClean="0"/>
              <a:t>Adapt</a:t>
            </a:r>
          </a:p>
          <a:p>
            <a:r>
              <a:rPr lang="en-US" sz="2800" dirty="0" smtClean="0"/>
              <a:t>Share</a:t>
            </a:r>
          </a:p>
          <a:p>
            <a:r>
              <a:rPr lang="en-US" sz="2800" dirty="0" smtClean="0"/>
              <a:t>Team Work</a:t>
            </a:r>
          </a:p>
          <a:p>
            <a:r>
              <a:rPr lang="en-US" sz="2800" dirty="0" smtClean="0"/>
              <a:t>Conform to Standards</a:t>
            </a:r>
          </a:p>
          <a:p>
            <a:pPr marL="114300" indent="0" algn="ctr">
              <a:buNone/>
            </a:pPr>
            <a:r>
              <a:rPr lang="en-US" sz="2400" i="1" dirty="0"/>
              <a:t>If you don't Like a Rule. Just Follow it. Reach on the Top and Change the </a:t>
            </a:r>
            <a:r>
              <a:rPr lang="en-US" sz="2400" i="1" dirty="0" smtClean="0"/>
              <a:t>Rule – [Adolf Hitler]</a:t>
            </a:r>
            <a:endParaRPr lang="en-US" sz="2800" i="1" dirty="0"/>
          </a:p>
          <a:p>
            <a:r>
              <a:rPr lang="en-US" sz="2800" dirty="0" smtClean="0"/>
              <a:t>Manage</a:t>
            </a:r>
          </a:p>
          <a:p>
            <a:r>
              <a:rPr lang="en-US" sz="2800" dirty="0" smtClean="0"/>
              <a:t>Lead</a:t>
            </a:r>
          </a:p>
        </p:txBody>
      </p:sp>
    </p:spTree>
    <p:extLst>
      <p:ext uri="{BB962C8B-B14F-4D97-AF65-F5344CB8AC3E}">
        <p14:creationId xmlns:p14="http://schemas.microsoft.com/office/powerpoint/2010/main" val="4197606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We Expect from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95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Learn</a:t>
            </a:r>
          </a:p>
          <a:p>
            <a:r>
              <a:rPr lang="en-US" sz="2800" dirty="0" smtClean="0"/>
              <a:t>Adapt</a:t>
            </a:r>
          </a:p>
          <a:p>
            <a:r>
              <a:rPr lang="en-US" sz="2800" dirty="0" smtClean="0"/>
              <a:t>Share</a:t>
            </a:r>
          </a:p>
          <a:p>
            <a:r>
              <a:rPr lang="en-US" sz="2800" dirty="0" smtClean="0"/>
              <a:t>Team Work</a:t>
            </a:r>
          </a:p>
          <a:p>
            <a:r>
              <a:rPr lang="en-US" sz="2800" dirty="0" smtClean="0"/>
              <a:t>Conform to Standards</a:t>
            </a:r>
          </a:p>
          <a:p>
            <a:pPr marL="114300" indent="0" algn="ctr">
              <a:buNone/>
            </a:pPr>
            <a:r>
              <a:rPr lang="en-US" sz="2400" i="1" dirty="0"/>
              <a:t>If you don't Like a Rule. Just Follow it. Reach on the Top and Change the </a:t>
            </a:r>
            <a:r>
              <a:rPr lang="en-US" sz="2400" i="1" dirty="0" smtClean="0"/>
              <a:t>Rule – [Adolf Hitler]</a:t>
            </a:r>
            <a:endParaRPr lang="en-US" sz="2800" i="1" dirty="0"/>
          </a:p>
          <a:p>
            <a:r>
              <a:rPr lang="en-US" sz="2800" dirty="0" smtClean="0"/>
              <a:t>Manage</a:t>
            </a:r>
          </a:p>
          <a:p>
            <a:r>
              <a:rPr lang="en-US" sz="2800" dirty="0" smtClean="0"/>
              <a:t>Lead</a:t>
            </a:r>
          </a:p>
          <a:p>
            <a:r>
              <a:rPr lang="en-US" sz="2800" dirty="0" smtClean="0"/>
              <a:t>Make a </a:t>
            </a:r>
            <a:r>
              <a:rPr lang="en-US" sz="2800" i="1" dirty="0" smtClean="0"/>
              <a:t>difference</a:t>
            </a:r>
            <a:r>
              <a:rPr lang="en-US" sz="2800" dirty="0" smtClean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12985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Java Actually</a:t>
            </a:r>
            <a:br>
              <a:rPr lang="en-US" dirty="0" smtClean="0"/>
            </a:b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www.amazon.com/Java-Actually-First-Course-Programming/dp/1844804186</a:t>
            </a:r>
            <a:endParaRPr lang="en-US" dirty="0" smtClean="0"/>
          </a:p>
          <a:p>
            <a:r>
              <a:rPr lang="en-US" dirty="0" smtClean="0"/>
              <a:t>Lectures from Dr. Khalid Mughal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://www.ii.uib.no/~</a:t>
            </a:r>
            <a:r>
              <a:rPr lang="en-US" dirty="0" smtClean="0">
                <a:hlinkClick r:id="rId3"/>
              </a:rPr>
              <a:t>khalid/jac</a:t>
            </a:r>
            <a:endParaRPr lang="en-US" dirty="0" smtClean="0"/>
          </a:p>
          <a:p>
            <a:r>
              <a:rPr lang="en-US" dirty="0" smtClean="0"/>
              <a:t>Online tutorial from Oracle Java </a:t>
            </a:r>
            <a:r>
              <a:rPr lang="en-US" dirty="0" smtClean="0">
                <a:hlinkClick r:id="rId4"/>
              </a:rPr>
              <a:t>http</a:t>
            </a:r>
            <a:r>
              <a:rPr lang="en-US" dirty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docs.oracle.com/javase/tutorial/java</a:t>
            </a:r>
            <a:endParaRPr lang="en-US" dirty="0" smtClean="0"/>
          </a:p>
          <a:p>
            <a:r>
              <a:rPr lang="en-US" dirty="0" smtClean="0"/>
              <a:t>JDK </a:t>
            </a:r>
            <a:r>
              <a:rPr lang="en-US" dirty="0" smtClean="0">
                <a:hlinkClick r:id="rId5"/>
              </a:rPr>
              <a:t>http</a:t>
            </a:r>
            <a:r>
              <a:rPr lang="en-US" dirty="0">
                <a:hlinkClick r:id="rId5"/>
              </a:rPr>
              <a:t>://</a:t>
            </a:r>
            <a:r>
              <a:rPr lang="en-US" dirty="0" smtClean="0">
                <a:hlinkClick r:id="rId5"/>
              </a:rPr>
              <a:t>www.oracle.com/technetwork/java/javase/downloads/index.html</a:t>
            </a:r>
            <a:endParaRPr lang="en-US" dirty="0" smtClean="0"/>
          </a:p>
          <a:p>
            <a:r>
              <a:rPr lang="en-US" dirty="0" smtClean="0"/>
              <a:t>Eclipse</a:t>
            </a:r>
            <a:br>
              <a:rPr lang="en-US" dirty="0" smtClean="0"/>
            </a:br>
            <a:r>
              <a:rPr lang="en-US" dirty="0" smtClean="0">
                <a:hlinkClick r:id="rId6"/>
              </a:rPr>
              <a:t>http://www.eclipse.org/downloads/packages/eclipse-ide-java-ee-developers/keplersr1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22358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667000"/>
            <a:ext cx="7620000" cy="1143000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7764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404</TotalTime>
  <Words>280</Words>
  <Application>Microsoft Office PowerPoint</Application>
  <PresentationFormat>On-screen Show (4:3)</PresentationFormat>
  <Paragraphs>80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Adjacency</vt:lpstr>
      <vt:lpstr>Java Actually</vt:lpstr>
      <vt:lpstr>What We have Covered</vt:lpstr>
      <vt:lpstr>What’s Next?</vt:lpstr>
      <vt:lpstr>What We Expect from You</vt:lpstr>
      <vt:lpstr>What We Expect from You</vt:lpstr>
      <vt:lpstr>What We Expect from You</vt:lpstr>
      <vt:lpstr>What We Expect from You</vt:lpstr>
      <vt:lpstr>What We Expect from You</vt:lpstr>
      <vt:lpstr>What We Expect from You</vt:lpstr>
      <vt:lpstr>What We Expect from You</vt:lpstr>
      <vt:lpstr>What We Expect from You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</cp:lastModifiedBy>
  <cp:revision>42</cp:revision>
  <dcterms:created xsi:type="dcterms:W3CDTF">2013-12-19T10:50:36Z</dcterms:created>
  <dcterms:modified xsi:type="dcterms:W3CDTF">2014-01-04T07:14:52Z</dcterms:modified>
</cp:coreProperties>
</file>