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3"/>
  </p:notesMasterIdLst>
  <p:sldIdLst>
    <p:sldId id="26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88" autoAdjust="0"/>
    <p:restoredTop sz="91453" autoAdjust="0"/>
  </p:normalViewPr>
  <p:slideViewPr>
    <p:cSldViewPr>
      <p:cViewPr>
        <p:scale>
          <a:sx n="100" d="100"/>
          <a:sy n="100" d="100"/>
        </p:scale>
        <p:origin x="-19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1FD5D-2B5C-4A54-8A9F-9F1A2323E38F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03586-85CE-41A9-A554-755127314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35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</a:t>
            </a:r>
            <a:r>
              <a:rPr lang="en-US" smtClean="0"/>
              <a:t>: 1h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7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7620000" cy="5105400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US" sz="3000" dirty="0" smtClean="0">
                <a:latin typeface="+mj-lt"/>
              </a:rPr>
              <a:t>Design </a:t>
            </a:r>
            <a:r>
              <a:rPr lang="en-US" sz="3000" dirty="0">
                <a:latin typeface="+mj-lt"/>
              </a:rPr>
              <a:t>a system that models a zoo. There are animals of many types and sizes. These animals are kept in cages which are either big or small. The cages can be of three types: Open enclosure, glass view and wired. Some animals cannot be kept together, like lion cannot be paired with zebra. There is also a limited space for each cage so there is a maximum number of animals that be placed in a cage, depending on the type of animals</a:t>
            </a:r>
            <a:r>
              <a:rPr lang="en-US" sz="3000" dirty="0" smtClean="0">
                <a:latin typeface="+mj-lt"/>
              </a:rPr>
              <a:t>.</a:t>
            </a:r>
          </a:p>
          <a:p>
            <a:pPr marL="114300" indent="0">
              <a:buNone/>
            </a:pPr>
            <a:endParaRPr lang="en-US" sz="3000" dirty="0" smtClean="0">
              <a:latin typeface="+mj-lt"/>
            </a:endParaRPr>
          </a:p>
          <a:p>
            <a:pPr marL="114300" indent="0">
              <a:buNone/>
            </a:pPr>
            <a:r>
              <a:rPr lang="en-US" sz="3000" smtClean="0">
                <a:latin typeface="+mj-lt"/>
              </a:rPr>
              <a:t>Tip</a:t>
            </a:r>
            <a:r>
              <a:rPr lang="en-US" sz="3000" dirty="0" smtClean="0">
                <a:latin typeface="+mj-lt"/>
              </a:rPr>
              <a:t>: Start with a </a:t>
            </a:r>
            <a:r>
              <a:rPr lang="en-US" sz="3000" smtClean="0">
                <a:latin typeface="+mj-lt"/>
              </a:rPr>
              <a:t>Class Diagram</a:t>
            </a:r>
            <a:endParaRPr lang="en-US" sz="3000" dirty="0" smtClean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Back to the Test Paper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390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IHS">
      <a:dk1>
        <a:srgbClr val="2F2B20"/>
      </a:dk1>
      <a:lt1>
        <a:srgbClr val="FFFFFF"/>
      </a:lt1>
      <a:dk2>
        <a:srgbClr val="637307"/>
      </a:dk2>
      <a:lt2>
        <a:srgbClr val="A9A57C"/>
      </a:lt2>
      <a:accent1>
        <a:srgbClr val="D25814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D6F23C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629</TotalTime>
  <Words>108</Words>
  <Application>Microsoft Office PowerPoint</Application>
  <PresentationFormat>On-screen Show (4:3)</PresentationFormat>
  <Paragraphs>6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Adjacency</vt:lpstr>
      <vt:lpstr>Back to the Test Paper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on Java Programming</dc:title>
  <dc:creator>Owais</dc:creator>
  <cp:lastModifiedBy>Owais</cp:lastModifiedBy>
  <cp:revision>152</cp:revision>
  <dcterms:created xsi:type="dcterms:W3CDTF">2013-12-19T10:50:36Z</dcterms:created>
  <dcterms:modified xsi:type="dcterms:W3CDTF">2013-12-27T11:00:31Z</dcterms:modified>
</cp:coreProperties>
</file>