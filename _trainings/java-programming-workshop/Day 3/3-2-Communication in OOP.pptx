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9"/>
  </p:notesMasterIdLst>
  <p:sldIdLst>
    <p:sldId id="258" r:id="rId2"/>
    <p:sldId id="259" r:id="rId3"/>
    <p:sldId id="260" r:id="rId4"/>
    <p:sldId id="261" r:id="rId5"/>
    <p:sldId id="262" r:id="rId6"/>
    <p:sldId id="264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88" autoAdjust="0"/>
    <p:restoredTop sz="91453" autoAdjust="0"/>
  </p:normalViewPr>
  <p:slideViewPr>
    <p:cSldViewPr>
      <p:cViewPr>
        <p:scale>
          <a:sx n="100" d="100"/>
          <a:sy n="100" d="100"/>
        </p:scale>
        <p:origin x="-150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1FD5D-2B5C-4A54-8A9F-9F1A2323E38F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03586-85CE-41A9-A554-755127314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35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</a:t>
            </a:r>
            <a:r>
              <a:rPr lang="en-US" baseline="0" dirty="0" smtClean="0"/>
              <a:t>15</a:t>
            </a:r>
            <a:endParaRPr lang="en-US" baseline="0" dirty="0" smtClean="0"/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Advantages of good abstractions: Easy to understand the program, Easy to modify the program, Can reduce the size of the program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Easy to identify and remember what the different parts of the program do.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Promote reuse of code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</a:t>
            </a:r>
            <a:r>
              <a:rPr lang="en-US" baseline="0" dirty="0" smtClean="0"/>
              <a:t>15</a:t>
            </a:r>
            <a:endParaRPr lang="en-US" baseline="0" dirty="0" smtClean="0"/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Advantages of good abstractions: Easy to understand the program, Easy to modify the program, Can reduce the size of the program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Easy to identify and remember what the different parts of the program do.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Promote reuse of code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</a:t>
            </a:r>
            <a:r>
              <a:rPr lang="en-US" baseline="0" dirty="0" smtClean="0"/>
              <a:t>15</a:t>
            </a:r>
            <a:endParaRPr lang="en-US" baseline="0" dirty="0" smtClean="0"/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Advantages of good abstractions: Easy to understand the program, Easy to modify the program, Can reduce the size of the program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Easy to identify and remember what the different parts of the program do.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Promote reuse of code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</a:t>
            </a:r>
            <a:r>
              <a:rPr lang="en-US" baseline="0" dirty="0" smtClean="0"/>
              <a:t>15</a:t>
            </a:r>
            <a:endParaRPr lang="en-US" baseline="0" dirty="0" smtClean="0"/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Advantages of good abstractions: Easy to understand the program, Easy to modify the program, Can reduce the size of the program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Easy to identify and remember what the different parts of the program do.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Promote reuse of code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</a:t>
            </a:r>
            <a:r>
              <a:rPr lang="en-US" baseline="0" dirty="0" smtClean="0"/>
              <a:t>15</a:t>
            </a:r>
            <a:endParaRPr lang="en-US" baseline="0" dirty="0" smtClean="0"/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Advantages of good abstractions: Easy to understand the program, Easy to modify the program, Can reduce the size of the program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Easy to identify and remember what the different parts of the program do.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Promote reuse of code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</a:t>
            </a:r>
            <a:r>
              <a:rPr lang="en-US" smtClean="0"/>
              <a:t>:</a:t>
            </a:r>
            <a:r>
              <a:rPr lang="en-US" baseline="0" smtClean="0"/>
              <a:t> </a:t>
            </a:r>
            <a:r>
              <a:rPr lang="en-US" baseline="0" smtClean="0"/>
              <a:t>15</a:t>
            </a:r>
            <a:endParaRPr lang="en-US" baseline="0" dirty="0" smtClean="0"/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Advantages of good abstractions: Easy to understand the program, Easy to modify the program, Can reduce the size of the program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Easy to identify and remember what the different parts of the program do.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Promote reuse of code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Communication in 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51054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Good Abstractions</a:t>
            </a:r>
            <a:endParaRPr lang="en-US" sz="3200" dirty="0"/>
          </a:p>
          <a:p>
            <a:r>
              <a:rPr lang="en-US" sz="3200" dirty="0" smtClean="0"/>
              <a:t>Communication </a:t>
            </a:r>
            <a:r>
              <a:rPr lang="en-US" sz="3200" dirty="0"/>
              <a:t>and cooperation</a:t>
            </a:r>
          </a:p>
          <a:p>
            <a:r>
              <a:rPr lang="en-US" sz="3200" dirty="0" smtClean="0"/>
              <a:t>Associations</a:t>
            </a:r>
            <a:endParaRPr lang="en-US" sz="3200" dirty="0"/>
          </a:p>
          <a:p>
            <a:r>
              <a:rPr lang="en-US" sz="3200" dirty="0" smtClean="0"/>
              <a:t>Documenting </a:t>
            </a:r>
            <a:r>
              <a:rPr lang="en-US" sz="3200" dirty="0"/>
              <a:t>source </a:t>
            </a:r>
            <a:r>
              <a:rPr lang="en-US" sz="3200" dirty="0" smtClean="0"/>
              <a:t>code</a:t>
            </a:r>
          </a:p>
          <a:p>
            <a:r>
              <a:rPr lang="en-US" sz="3200" dirty="0" err="1" smtClean="0"/>
              <a:t>Javadoc</a:t>
            </a:r>
            <a:endParaRPr lang="en-US" sz="3200" dirty="0"/>
          </a:p>
          <a:p>
            <a:r>
              <a:rPr lang="en-US" sz="3200" dirty="0" smtClean="0"/>
              <a:t>Class Diagram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16494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Good Abstractions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 smtClean="0"/>
              <a:t>A Class should do One thing and do it Well</a:t>
            </a:r>
          </a:p>
          <a:p>
            <a:r>
              <a:rPr lang="en-US" sz="3200" dirty="0" smtClean="0"/>
              <a:t>Properties and Methods should define Domain of Class</a:t>
            </a:r>
          </a:p>
          <a:p>
            <a:r>
              <a:rPr lang="en-US" sz="3200" dirty="0" smtClean="0"/>
              <a:t>A Good Abstraction:</a:t>
            </a:r>
          </a:p>
          <a:p>
            <a:pPr lvl="1"/>
            <a:r>
              <a:rPr lang="en-US" sz="3000" dirty="0" smtClean="0"/>
              <a:t>Binds Properties and Methods Together</a:t>
            </a:r>
          </a:p>
          <a:p>
            <a:pPr lvl="1"/>
            <a:r>
              <a:rPr lang="en-US" sz="3000" dirty="0" smtClean="0"/>
              <a:t>Limits the Scope for Future</a:t>
            </a:r>
          </a:p>
          <a:p>
            <a:pPr lvl="1"/>
            <a:r>
              <a:rPr lang="en-US" sz="3000" dirty="0" smtClean="0"/>
              <a:t>Hides Members Irrelevant to other Classes</a:t>
            </a:r>
          </a:p>
          <a:p>
            <a:pPr lvl="1"/>
            <a:r>
              <a:rPr lang="en-US" sz="3000" dirty="0" smtClean="0"/>
              <a:t>Avoids Duplicate Code by using</a:t>
            </a:r>
            <a:r>
              <a:rPr lang="en-US" sz="2800" dirty="0" smtClean="0"/>
              <a:t> </a:t>
            </a:r>
            <a:r>
              <a:rPr lang="en-US" sz="2800" dirty="0"/>
              <a:t>Arrays, Methods and Loops</a:t>
            </a:r>
            <a:endParaRPr lang="en-US" sz="3000" dirty="0" smtClean="0"/>
          </a:p>
          <a:p>
            <a:r>
              <a:rPr lang="en-US" sz="3200" dirty="0" smtClean="0"/>
              <a:t>Frequent Static Methods Point to </a:t>
            </a:r>
            <a:r>
              <a:rPr lang="en-US" sz="3200" i="1" dirty="0" smtClean="0"/>
              <a:t>Bad</a:t>
            </a:r>
            <a:r>
              <a:rPr lang="en-US" sz="3200" dirty="0" smtClean="0"/>
              <a:t> Abstraction</a:t>
            </a:r>
            <a:endParaRPr lang="en-US" sz="3000" dirty="0" smtClean="0"/>
          </a:p>
        </p:txBody>
      </p:sp>
    </p:spTree>
    <p:extLst>
      <p:ext uri="{BB962C8B-B14F-4D97-AF65-F5344CB8AC3E}">
        <p14:creationId xmlns:p14="http://schemas.microsoft.com/office/powerpoint/2010/main" val="771379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696200" cy="1143000"/>
          </a:xfrm>
        </p:spPr>
        <p:txBody>
          <a:bodyPr/>
          <a:lstStyle/>
          <a:p>
            <a:pPr algn="ctr"/>
            <a:r>
              <a:rPr lang="en-US" sz="4400" dirty="0"/>
              <a:t>Communication and </a:t>
            </a:r>
            <a:r>
              <a:rPr lang="en-US" sz="4400" dirty="0" smtClean="0"/>
              <a:t>Cooperation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51054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Method Calls in Java</a:t>
            </a:r>
          </a:p>
          <a:p>
            <a:pPr lvl="1"/>
            <a:r>
              <a:rPr lang="en-US" sz="3000" dirty="0" smtClean="0"/>
              <a:t>Make Objects Cooperate</a:t>
            </a:r>
          </a:p>
          <a:p>
            <a:pPr lvl="1"/>
            <a:r>
              <a:rPr lang="en-US" sz="3000" dirty="0" smtClean="0"/>
              <a:t>Move Information using Parameters and Return Values</a:t>
            </a:r>
          </a:p>
          <a:p>
            <a:pPr lvl="1"/>
            <a:r>
              <a:rPr lang="en-US" sz="3000" dirty="0" smtClean="0"/>
              <a:t>Delegate Work to Other Objects</a:t>
            </a:r>
          </a:p>
          <a:p>
            <a:r>
              <a:rPr lang="en-US" sz="3200" dirty="0" smtClean="0"/>
              <a:t>Ownership of Objects</a:t>
            </a:r>
          </a:p>
          <a:p>
            <a:pPr lvl="1"/>
            <a:r>
              <a:rPr lang="en-US" sz="3000" dirty="0" smtClean="0"/>
              <a:t>Owner Controls Lifespan</a:t>
            </a:r>
          </a:p>
        </p:txBody>
      </p:sp>
    </p:spTree>
    <p:extLst>
      <p:ext uri="{BB962C8B-B14F-4D97-AF65-F5344CB8AC3E}">
        <p14:creationId xmlns:p14="http://schemas.microsoft.com/office/powerpoint/2010/main" val="1353342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696200" cy="1143000"/>
          </a:xfrm>
        </p:spPr>
        <p:txBody>
          <a:bodyPr/>
          <a:lstStyle/>
          <a:p>
            <a:pPr algn="ctr"/>
            <a:r>
              <a:rPr lang="en-US" sz="4400" dirty="0" smtClean="0"/>
              <a:t>Associations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32766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Is A Relationship</a:t>
            </a:r>
          </a:p>
          <a:p>
            <a:r>
              <a:rPr lang="en-US" sz="3200" dirty="0" smtClean="0"/>
              <a:t>Has A Relationship</a:t>
            </a:r>
          </a:p>
          <a:p>
            <a:r>
              <a:rPr lang="en-US" sz="3000" dirty="0" smtClean="0"/>
              <a:t>Dependency</a:t>
            </a:r>
          </a:p>
          <a:p>
            <a:r>
              <a:rPr lang="en-US" sz="3000" dirty="0" smtClean="0"/>
              <a:t>Dependency is </a:t>
            </a:r>
            <a:r>
              <a:rPr lang="en-US" sz="3000" i="1" dirty="0" smtClean="0"/>
              <a:t>Bad. </a:t>
            </a:r>
            <a:r>
              <a:rPr lang="en-US" sz="3000" dirty="0" smtClean="0"/>
              <a:t>Use Top-level Objects Whenever Possible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5114925"/>
            <a:ext cx="5591175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25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696200" cy="1143000"/>
          </a:xfrm>
        </p:spPr>
        <p:txBody>
          <a:bodyPr/>
          <a:lstStyle/>
          <a:p>
            <a:pPr algn="ctr"/>
            <a:r>
              <a:rPr lang="en-US" sz="4400" dirty="0" smtClean="0"/>
              <a:t>Documenting Source Code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5105400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US" sz="2400" i="1" dirty="0" smtClean="0"/>
              <a:t>“Always </a:t>
            </a:r>
            <a:r>
              <a:rPr lang="en-US" sz="2400" i="1" dirty="0"/>
              <a:t>code as if the guy who ends up maintaining your code will be a violent psychopath who knows where you </a:t>
            </a:r>
            <a:r>
              <a:rPr lang="en-US" sz="2400" i="1" dirty="0" smtClean="0"/>
              <a:t>live” </a:t>
            </a:r>
            <a:r>
              <a:rPr lang="en-US" sz="2400" dirty="0" smtClean="0"/>
              <a:t>[</a:t>
            </a:r>
            <a:r>
              <a:rPr lang="en-US" sz="2400" dirty="0"/>
              <a:t>John F. Woods</a:t>
            </a:r>
            <a:r>
              <a:rPr lang="en-US" sz="2400" dirty="0" smtClean="0"/>
              <a:t>]</a:t>
            </a:r>
            <a:endParaRPr lang="en-US" sz="3200" i="1" dirty="0" smtClean="0"/>
          </a:p>
          <a:p>
            <a:r>
              <a:rPr lang="en-US" sz="3200" dirty="0" smtClean="0"/>
              <a:t>Use English Language</a:t>
            </a:r>
          </a:p>
          <a:p>
            <a:r>
              <a:rPr lang="en-US" sz="3200" dirty="0" smtClean="0"/>
              <a:t>Method </a:t>
            </a:r>
            <a:r>
              <a:rPr lang="en-US" sz="3200" dirty="0"/>
              <a:t>N</a:t>
            </a:r>
            <a:r>
              <a:rPr lang="en-US" sz="3200" dirty="0" smtClean="0"/>
              <a:t>ames should Define “What” they do, not “How” they do it</a:t>
            </a:r>
          </a:p>
          <a:p>
            <a:r>
              <a:rPr lang="en-US" sz="3200" dirty="0" smtClean="0"/>
              <a:t>What to Document</a:t>
            </a:r>
          </a:p>
          <a:p>
            <a:r>
              <a:rPr lang="en-US" sz="3200" dirty="0" smtClean="0"/>
              <a:t>What Not to Document</a:t>
            </a:r>
          </a:p>
          <a:p>
            <a:r>
              <a:rPr lang="en-US" sz="3000" dirty="0" smtClean="0"/>
              <a:t>Levels of Documentation: Class, Method, Member</a:t>
            </a:r>
          </a:p>
        </p:txBody>
      </p:sp>
    </p:spTree>
    <p:extLst>
      <p:ext uri="{BB962C8B-B14F-4D97-AF65-F5344CB8AC3E}">
        <p14:creationId xmlns:p14="http://schemas.microsoft.com/office/powerpoint/2010/main" val="3339874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696200" cy="1143000"/>
          </a:xfrm>
        </p:spPr>
        <p:txBody>
          <a:bodyPr/>
          <a:lstStyle/>
          <a:p>
            <a:pPr algn="ctr"/>
            <a:r>
              <a:rPr lang="en-US" sz="4400" dirty="0" err="1" smtClean="0"/>
              <a:t>Javadoc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5105400"/>
          </a:xfrm>
        </p:spPr>
        <p:txBody>
          <a:bodyPr>
            <a:normAutofit/>
          </a:bodyPr>
          <a:lstStyle/>
          <a:p>
            <a:r>
              <a:rPr lang="en-US" sz="3000" dirty="0" smtClean="0"/>
              <a:t>Generates a Collection of HTML Document from Code Documentation</a:t>
            </a:r>
          </a:p>
          <a:p>
            <a:r>
              <a:rPr lang="en-US" sz="3000" dirty="0" smtClean="0"/>
              <a:t>Try it. From Menu, go to Project &gt; Generate </a:t>
            </a:r>
            <a:r>
              <a:rPr lang="en-US" sz="3000" dirty="0" err="1" smtClean="0"/>
              <a:t>Javadoc</a:t>
            </a:r>
            <a:endParaRPr lang="en-US" sz="3000" dirty="0" smtClean="0"/>
          </a:p>
          <a:p>
            <a:r>
              <a:rPr lang="en-US" sz="3000" dirty="0" smtClean="0"/>
              <a:t>Public, Protected, Package </a:t>
            </a:r>
            <a:r>
              <a:rPr lang="en-US" sz="3000" smtClean="0"/>
              <a:t>and Private</a:t>
            </a:r>
            <a:endParaRPr lang="en-US" sz="3000" dirty="0" smtClean="0"/>
          </a:p>
        </p:txBody>
      </p:sp>
    </p:spTree>
    <p:extLst>
      <p:ext uri="{BB962C8B-B14F-4D97-AF65-F5344CB8AC3E}">
        <p14:creationId xmlns:p14="http://schemas.microsoft.com/office/powerpoint/2010/main" val="3362269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696200" cy="1143000"/>
          </a:xfrm>
        </p:spPr>
        <p:txBody>
          <a:bodyPr/>
          <a:lstStyle/>
          <a:p>
            <a:pPr algn="ctr"/>
            <a:r>
              <a:rPr lang="en-US" sz="4400" dirty="0" smtClean="0"/>
              <a:t>Class Diagram</a:t>
            </a:r>
            <a:endParaRPr lang="en-US" sz="4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524000"/>
            <a:ext cx="4819650" cy="496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5529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IHS">
      <a:dk1>
        <a:srgbClr val="2F2B20"/>
      </a:dk1>
      <a:lt1>
        <a:srgbClr val="FFFFFF"/>
      </a:lt1>
      <a:dk2>
        <a:srgbClr val="637307"/>
      </a:dk2>
      <a:lt2>
        <a:srgbClr val="A9A57C"/>
      </a:lt2>
      <a:accent1>
        <a:srgbClr val="D25814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D6F23C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1265</TotalTime>
  <Words>509</Words>
  <Application>Microsoft Office PowerPoint</Application>
  <PresentationFormat>On-screen Show (4:3)</PresentationFormat>
  <Paragraphs>72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Adjacency</vt:lpstr>
      <vt:lpstr>Communication in OOP</vt:lpstr>
      <vt:lpstr>Good Abstractions</vt:lpstr>
      <vt:lpstr>Communication and Cooperation</vt:lpstr>
      <vt:lpstr>Associations</vt:lpstr>
      <vt:lpstr>Documenting Source Code</vt:lpstr>
      <vt:lpstr>Javadoc</vt:lpstr>
      <vt:lpstr>Class Diagram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on Java Programming</dc:title>
  <dc:creator>Owais</dc:creator>
  <cp:lastModifiedBy>Owais</cp:lastModifiedBy>
  <cp:revision>299</cp:revision>
  <dcterms:created xsi:type="dcterms:W3CDTF">2013-12-19T10:50:36Z</dcterms:created>
  <dcterms:modified xsi:type="dcterms:W3CDTF">2013-12-27T10:57:04Z</dcterms:modified>
</cp:coreProperties>
</file>